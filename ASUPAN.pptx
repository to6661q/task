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ags/tag2.xml" ContentType="application/vnd.openxmlformats-officedocument.presentationml.tags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70" r:id="rId2"/>
    <p:sldMasterId id="2147483679" r:id="rId3"/>
  </p:sldMasterIdLst>
  <p:notesMasterIdLst>
    <p:notesMasterId r:id="rId20"/>
  </p:notesMasterIdLst>
  <p:handoutMasterIdLst>
    <p:handoutMasterId r:id="rId21"/>
  </p:handoutMasterIdLst>
  <p:sldIdLst>
    <p:sldId id="256" r:id="rId4"/>
    <p:sldId id="278" r:id="rId5"/>
    <p:sldId id="284" r:id="rId6"/>
    <p:sldId id="281" r:id="rId7"/>
    <p:sldId id="257" r:id="rId8"/>
    <p:sldId id="282" r:id="rId9"/>
    <p:sldId id="259" r:id="rId10"/>
    <p:sldId id="260" r:id="rId11"/>
    <p:sldId id="283" r:id="rId12"/>
    <p:sldId id="269" r:id="rId13"/>
    <p:sldId id="258" r:id="rId14"/>
    <p:sldId id="275" r:id="rId15"/>
    <p:sldId id="276" r:id="rId16"/>
    <p:sldId id="277" r:id="rId17"/>
    <p:sldId id="285" r:id="rId18"/>
    <p:sldId id="280" r:id="rId19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B22"/>
    <a:srgbClr val="034ED2"/>
    <a:srgbClr val="001920"/>
    <a:srgbClr val="26377C"/>
    <a:srgbClr val="16152C"/>
    <a:srgbClr val="3C1732"/>
    <a:srgbClr val="00B1E7"/>
    <a:srgbClr val="005B94"/>
    <a:srgbClr val="0165B0"/>
    <a:srgbClr val="0466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6182" autoAdjust="0"/>
  </p:normalViewPr>
  <p:slideViewPr>
    <p:cSldViewPr snapToGrid="0">
      <p:cViewPr>
        <p:scale>
          <a:sx n="60" d="100"/>
          <a:sy n="60" d="100"/>
        </p:scale>
        <p:origin x="438" y="3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28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F2B0D182-16A2-40D4-A7D3-CAE867088D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9004ADA-E584-42D0-8965-70F5436D4C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33D67-03A4-4491-9FBD-AF68DF2181F5}" type="datetimeFigureOut">
              <a:rPr lang="zh-CN" altLang="en-US" smtClean="0"/>
              <a:t>2019/3/18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1C8944-CB94-431F-B1B6-4BA9D39E87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340CB30-E57B-482B-895C-B77AA1E7D32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5C7BB-E574-4080-9AF3-9CF1D4A8E2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837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2019/3/18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9F183029-0651-4973-93DE-471F58BAAF13}"/>
              </a:ext>
            </a:extLst>
          </p:cNvPr>
          <p:cNvSpPr/>
          <p:nvPr/>
        </p:nvSpPr>
        <p:spPr>
          <a:xfrm>
            <a:off x="5899" y="19015"/>
            <a:ext cx="12181359" cy="6823170"/>
          </a:xfrm>
          <a:prstGeom prst="rect">
            <a:avLst/>
          </a:prstGeom>
          <a:blipFill dpi="0" rotWithShape="1">
            <a:blip r:embed="rId2">
              <a:alphaModFix amt="22000"/>
            </a:blip>
            <a:srcRect/>
            <a:stretch>
              <a:fillRect t="-16624" b="-360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4ED3D8C-F05C-4CEF-9069-9576E59EDE9C}"/>
              </a:ext>
            </a:extLst>
          </p:cNvPr>
          <p:cNvGrpSpPr/>
          <p:nvPr userDrawn="1"/>
        </p:nvGrpSpPr>
        <p:grpSpPr>
          <a:xfrm>
            <a:off x="7477729" y="0"/>
            <a:ext cx="4714270" cy="4432300"/>
            <a:chOff x="6316636" y="0"/>
            <a:chExt cx="6037575" cy="3983651"/>
          </a:xfrm>
        </p:grpSpPr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56EFF792-87C3-4D0B-8B03-46DE4F6DAE1E}"/>
                </a:ext>
              </a:extLst>
            </p:cNvPr>
            <p:cNvSpPr/>
            <p:nvPr/>
          </p:nvSpPr>
          <p:spPr>
            <a:xfrm flipH="1">
              <a:off x="6316636" y="0"/>
              <a:ext cx="6032285" cy="3683914"/>
            </a:xfrm>
            <a:custGeom>
              <a:avLst/>
              <a:gdLst>
                <a:gd name="connsiteX0" fmla="*/ 0 w 7877779"/>
                <a:gd name="connsiteY0" fmla="*/ 3685558 h 3683913"/>
                <a:gd name="connsiteX1" fmla="*/ 7913588 w 7877779"/>
                <a:gd name="connsiteY1" fmla="*/ 0 h 3683913"/>
                <a:gd name="connsiteX2" fmla="*/ 0 w 7877779"/>
                <a:gd name="connsiteY2" fmla="*/ 0 h 3683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77779" h="3683913">
                  <a:moveTo>
                    <a:pt x="0" y="3685558"/>
                  </a:moveTo>
                  <a:lnTo>
                    <a:pt x="79135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43000"/>
              </a:schemeClr>
            </a:solidFill>
            <a:ln w="397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5E15BD45-08F2-461B-A2FF-384A23025666}"/>
                </a:ext>
              </a:extLst>
            </p:cNvPr>
            <p:cNvSpPr/>
            <p:nvPr/>
          </p:nvSpPr>
          <p:spPr>
            <a:xfrm flipH="1">
              <a:off x="6560365" y="156237"/>
              <a:ext cx="5788557" cy="3519453"/>
            </a:xfrm>
            <a:custGeom>
              <a:avLst/>
              <a:gdLst>
                <a:gd name="connsiteX0" fmla="*/ 6974621 w 7559485"/>
                <a:gd name="connsiteY0" fmla="*/ 0 h 3519453"/>
                <a:gd name="connsiteX1" fmla="*/ 7587337 w 7559485"/>
                <a:gd name="connsiteY1" fmla="*/ 0 h 3519453"/>
                <a:gd name="connsiteX2" fmla="*/ 0 w 7559485"/>
                <a:gd name="connsiteY2" fmla="*/ 3529321 h 3519453"/>
                <a:gd name="connsiteX3" fmla="*/ 0 w 7559485"/>
                <a:gd name="connsiteY3" fmla="*/ 3177376 h 3519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59485" h="3519453">
                  <a:moveTo>
                    <a:pt x="6974621" y="0"/>
                  </a:moveTo>
                  <a:lnTo>
                    <a:pt x="7587337" y="0"/>
                  </a:lnTo>
                  <a:lnTo>
                    <a:pt x="0" y="3529321"/>
                  </a:lnTo>
                  <a:lnTo>
                    <a:pt x="0" y="3177376"/>
                  </a:lnTo>
                  <a:close/>
                </a:path>
              </a:pathLst>
            </a:custGeom>
            <a:solidFill>
              <a:schemeClr val="accent4"/>
            </a:solidFill>
            <a:ln w="397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A71840F6-D2DE-4E45-BB67-E9C1C8E9BB9D}"/>
                </a:ext>
              </a:extLst>
            </p:cNvPr>
            <p:cNvSpPr/>
            <p:nvPr/>
          </p:nvSpPr>
          <p:spPr>
            <a:xfrm flipH="1">
              <a:off x="6321925" y="3709"/>
              <a:ext cx="6032286" cy="3979942"/>
            </a:xfrm>
            <a:custGeom>
              <a:avLst/>
              <a:gdLst>
                <a:gd name="connsiteX0" fmla="*/ 7559486 w 7877779"/>
                <a:gd name="connsiteY0" fmla="*/ 156237 h 3979942"/>
                <a:gd name="connsiteX1" fmla="*/ 1253283 w 7877779"/>
                <a:gd name="connsiteY1" fmla="*/ 541075 h 3979942"/>
                <a:gd name="connsiteX2" fmla="*/ 0 w 7877779"/>
                <a:gd name="connsiteY2" fmla="*/ 3991455 h 3979942"/>
                <a:gd name="connsiteX3" fmla="*/ 0 w 7877779"/>
                <a:gd name="connsiteY3" fmla="*/ 0 h 3979942"/>
                <a:gd name="connsiteX4" fmla="*/ 7909609 w 7877779"/>
                <a:gd name="connsiteY4" fmla="*/ 0 h 397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77779" h="3979942">
                  <a:moveTo>
                    <a:pt x="7559486" y="156237"/>
                  </a:moveTo>
                  <a:lnTo>
                    <a:pt x="1253283" y="541075"/>
                  </a:lnTo>
                  <a:lnTo>
                    <a:pt x="0" y="3991455"/>
                  </a:lnTo>
                  <a:lnTo>
                    <a:pt x="0" y="0"/>
                  </a:lnTo>
                  <a:lnTo>
                    <a:pt x="7909609" y="0"/>
                  </a:lnTo>
                  <a:close/>
                </a:path>
              </a:pathLst>
            </a:custGeom>
            <a:solidFill>
              <a:schemeClr val="accent4"/>
            </a:solidFill>
            <a:ln w="397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</p:grpSp>
      <p:sp>
        <p:nvSpPr>
          <p:cNvPr id="20" name="图形 16">
            <a:extLst>
              <a:ext uri="{FF2B5EF4-FFF2-40B4-BE49-F238E27FC236}">
                <a16:creationId xmlns:a16="http://schemas.microsoft.com/office/drawing/2014/main" id="{080E511B-380A-4AD3-A282-2E420BF3AF44}"/>
              </a:ext>
            </a:extLst>
          </p:cNvPr>
          <p:cNvSpPr/>
          <p:nvPr/>
        </p:nvSpPr>
        <p:spPr>
          <a:xfrm>
            <a:off x="6096000" y="1877420"/>
            <a:ext cx="3328561" cy="3605941"/>
          </a:xfrm>
          <a:custGeom>
            <a:avLst/>
            <a:gdLst>
              <a:gd name="connsiteX0" fmla="*/ 2014851 w 3045114"/>
              <a:gd name="connsiteY0" fmla="*/ 0 h 3298873"/>
              <a:gd name="connsiteX1" fmla="*/ 3085716 w 3045114"/>
              <a:gd name="connsiteY1" fmla="*/ 1040414 h 3298873"/>
              <a:gd name="connsiteX2" fmla="*/ 786655 w 3045114"/>
              <a:gd name="connsiteY2" fmla="*/ 3339475 h 3298873"/>
              <a:gd name="connsiteX3" fmla="*/ 0 w 3045114"/>
              <a:gd name="connsiteY3" fmla="*/ 2512219 h 3298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5114" h="3298873">
                <a:moveTo>
                  <a:pt x="2014851" y="0"/>
                </a:moveTo>
                <a:lnTo>
                  <a:pt x="3085716" y="1040414"/>
                </a:lnTo>
                <a:lnTo>
                  <a:pt x="786655" y="3339475"/>
                </a:lnTo>
                <a:lnTo>
                  <a:pt x="0" y="2512219"/>
                </a:lnTo>
              </a:path>
            </a:pathLst>
          </a:custGeom>
          <a:noFill/>
          <a:ln w="82550" cap="flat">
            <a:solidFill>
              <a:schemeClr val="accent1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240D945-5442-43B2-BA9C-AEB0C0DD316D}"/>
              </a:ext>
            </a:extLst>
          </p:cNvPr>
          <p:cNvCxnSpPr/>
          <p:nvPr/>
        </p:nvCxnSpPr>
        <p:spPr>
          <a:xfrm>
            <a:off x="5233728" y="1671604"/>
            <a:ext cx="2434311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副标题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757067" y="1403570"/>
            <a:ext cx="5388991" cy="46696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anchor="ctr">
            <a:normAutofit/>
          </a:bodyPr>
          <a:lstStyle>
            <a:lvl1pPr marL="0" indent="0" algn="l">
              <a:buNone/>
              <a:defRPr sz="1400" i="0" u="none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57067" y="4982090"/>
            <a:ext cx="4156680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 i="0" u="none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57067" y="5572820"/>
            <a:ext cx="4156680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 i="0" u="none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757067" y="1847358"/>
            <a:ext cx="6724181" cy="2448003"/>
          </a:xfrm>
        </p:spPr>
        <p:txBody>
          <a:bodyPr anchor="b">
            <a:noAutofit/>
          </a:bodyPr>
          <a:lstStyle>
            <a:lvl1pPr algn="l">
              <a:defRPr sz="6000" i="0" u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5" name="图形 16">
            <a:extLst>
              <a:ext uri="{FF2B5EF4-FFF2-40B4-BE49-F238E27FC236}">
                <a16:creationId xmlns:a16="http://schemas.microsoft.com/office/drawing/2014/main" id="{0ABADDE1-B769-43CF-8A91-225CF403444B}"/>
              </a:ext>
            </a:extLst>
          </p:cNvPr>
          <p:cNvSpPr/>
          <p:nvPr userDrawn="1"/>
        </p:nvSpPr>
        <p:spPr>
          <a:xfrm flipH="1" flipV="1">
            <a:off x="5969154" y="304576"/>
            <a:ext cx="1228591" cy="769687"/>
          </a:xfrm>
          <a:custGeom>
            <a:avLst/>
            <a:gdLst>
              <a:gd name="connsiteX0" fmla="*/ 2014851 w 3045114"/>
              <a:gd name="connsiteY0" fmla="*/ 0 h 3298873"/>
              <a:gd name="connsiteX1" fmla="*/ 3085716 w 3045114"/>
              <a:gd name="connsiteY1" fmla="*/ 1040414 h 3298873"/>
              <a:gd name="connsiteX2" fmla="*/ 786655 w 3045114"/>
              <a:gd name="connsiteY2" fmla="*/ 3339475 h 3298873"/>
              <a:gd name="connsiteX3" fmla="*/ 0 w 3045114"/>
              <a:gd name="connsiteY3" fmla="*/ 2512219 h 3298873"/>
              <a:gd name="connsiteX0" fmla="*/ 3085716 w 3085717"/>
              <a:gd name="connsiteY0" fmla="*/ 0 h 2299061"/>
              <a:gd name="connsiteX1" fmla="*/ 786655 w 3085717"/>
              <a:gd name="connsiteY1" fmla="*/ 2299061 h 2299061"/>
              <a:gd name="connsiteX2" fmla="*/ 0 w 3085717"/>
              <a:gd name="connsiteY2" fmla="*/ 1471805 h 2299061"/>
              <a:gd name="connsiteX0" fmla="*/ 2106050 w 2106050"/>
              <a:gd name="connsiteY0" fmla="*/ 0 h 1319396"/>
              <a:gd name="connsiteX1" fmla="*/ 786655 w 2106050"/>
              <a:gd name="connsiteY1" fmla="*/ 1319396 h 1319396"/>
              <a:gd name="connsiteX2" fmla="*/ 0 w 2106050"/>
              <a:gd name="connsiteY2" fmla="*/ 492140 h 1319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6050" h="1319396">
                <a:moveTo>
                  <a:pt x="2106050" y="0"/>
                </a:moveTo>
                <a:lnTo>
                  <a:pt x="786655" y="1319396"/>
                </a:lnTo>
                <a:lnTo>
                  <a:pt x="0" y="492140"/>
                </a:lnTo>
              </a:path>
            </a:pathLst>
          </a:custGeom>
          <a:noFill/>
          <a:ln w="82550" cap="flat">
            <a:solidFill>
              <a:schemeClr val="accent1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2019/3/18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任意多边形: 形状 217">
            <a:extLst>
              <a:ext uri="{FF2B5EF4-FFF2-40B4-BE49-F238E27FC236}">
                <a16:creationId xmlns:a16="http://schemas.microsoft.com/office/drawing/2014/main" id="{3D428269-2563-492C-BBCB-E369F7C3D2D0}"/>
              </a:ext>
            </a:extLst>
          </p:cNvPr>
          <p:cNvSpPr/>
          <p:nvPr/>
        </p:nvSpPr>
        <p:spPr>
          <a:xfrm flipH="1">
            <a:off x="0" y="2721120"/>
            <a:ext cx="12187260" cy="4136880"/>
          </a:xfrm>
          <a:custGeom>
            <a:avLst/>
            <a:gdLst>
              <a:gd name="connsiteX0" fmla="*/ 0 w 11856456"/>
              <a:gd name="connsiteY0" fmla="*/ 0 h 4144402"/>
              <a:gd name="connsiteX1" fmla="*/ 342166 w 11856456"/>
              <a:gd name="connsiteY1" fmla="*/ 0 h 4144402"/>
              <a:gd name="connsiteX2" fmla="*/ 1308985 w 11856456"/>
              <a:gd name="connsiteY2" fmla="*/ 3588526 h 4144402"/>
              <a:gd name="connsiteX3" fmla="*/ 11860435 w 11856456"/>
              <a:gd name="connsiteY3" fmla="*/ 4014479 h 4144402"/>
              <a:gd name="connsiteX4" fmla="*/ 11860435 w 11856456"/>
              <a:gd name="connsiteY4" fmla="*/ 4157560 h 4144402"/>
              <a:gd name="connsiteX5" fmla="*/ 0 w 11856456"/>
              <a:gd name="connsiteY5" fmla="*/ 4157560 h 4144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56456" h="4144402">
                <a:moveTo>
                  <a:pt x="0" y="0"/>
                </a:moveTo>
                <a:lnTo>
                  <a:pt x="342166" y="0"/>
                </a:lnTo>
                <a:lnTo>
                  <a:pt x="1308985" y="3588526"/>
                </a:lnTo>
                <a:lnTo>
                  <a:pt x="11860435" y="4014479"/>
                </a:lnTo>
                <a:lnTo>
                  <a:pt x="11860435" y="4157560"/>
                </a:lnTo>
                <a:lnTo>
                  <a:pt x="0" y="4157560"/>
                </a:lnTo>
              </a:path>
            </a:pathLst>
          </a:custGeom>
          <a:solidFill>
            <a:schemeClr val="accent4"/>
          </a:solidFill>
          <a:ln w="397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19" name="组合 218">
            <a:extLst>
              <a:ext uri="{FF2B5EF4-FFF2-40B4-BE49-F238E27FC236}">
                <a16:creationId xmlns:a16="http://schemas.microsoft.com/office/drawing/2014/main" id="{9D2898C0-4939-4AA7-8EC1-2E52F5A3F838}"/>
              </a:ext>
            </a:extLst>
          </p:cNvPr>
          <p:cNvGrpSpPr/>
          <p:nvPr/>
        </p:nvGrpSpPr>
        <p:grpSpPr>
          <a:xfrm>
            <a:off x="6563241" y="0"/>
            <a:ext cx="5628759" cy="3614090"/>
            <a:chOff x="6075954" y="0"/>
            <a:chExt cx="6278257" cy="3983651"/>
          </a:xfrm>
        </p:grpSpPr>
        <p:sp>
          <p:nvSpPr>
            <p:cNvPr id="220" name="任意多边形: 形状 219">
              <a:extLst>
                <a:ext uri="{FF2B5EF4-FFF2-40B4-BE49-F238E27FC236}">
                  <a16:creationId xmlns:a16="http://schemas.microsoft.com/office/drawing/2014/main" id="{B17E4BC5-F52D-4DA1-AB7E-CCEF6FAC3388}"/>
                </a:ext>
              </a:extLst>
            </p:cNvPr>
            <p:cNvSpPr/>
            <p:nvPr/>
          </p:nvSpPr>
          <p:spPr>
            <a:xfrm flipH="1">
              <a:off x="6316636" y="0"/>
              <a:ext cx="6032286" cy="3683914"/>
            </a:xfrm>
            <a:custGeom>
              <a:avLst/>
              <a:gdLst>
                <a:gd name="connsiteX0" fmla="*/ 0 w 7877779"/>
                <a:gd name="connsiteY0" fmla="*/ 3685558 h 3683913"/>
                <a:gd name="connsiteX1" fmla="*/ 7913588 w 7877779"/>
                <a:gd name="connsiteY1" fmla="*/ 0 h 3683913"/>
                <a:gd name="connsiteX2" fmla="*/ 0 w 7877779"/>
                <a:gd name="connsiteY2" fmla="*/ 0 h 3683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77779" h="3683913">
                  <a:moveTo>
                    <a:pt x="0" y="3685558"/>
                  </a:moveTo>
                  <a:lnTo>
                    <a:pt x="79135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397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1" name="任意多边形: 形状 220">
              <a:extLst>
                <a:ext uri="{FF2B5EF4-FFF2-40B4-BE49-F238E27FC236}">
                  <a16:creationId xmlns:a16="http://schemas.microsoft.com/office/drawing/2014/main" id="{90B0C4F4-9B85-4896-B5EC-57EF1535FAD6}"/>
                </a:ext>
              </a:extLst>
            </p:cNvPr>
            <p:cNvSpPr/>
            <p:nvPr/>
          </p:nvSpPr>
          <p:spPr>
            <a:xfrm flipH="1">
              <a:off x="6560365" y="156237"/>
              <a:ext cx="5788557" cy="3519453"/>
            </a:xfrm>
            <a:custGeom>
              <a:avLst/>
              <a:gdLst>
                <a:gd name="connsiteX0" fmla="*/ 6974621 w 7559485"/>
                <a:gd name="connsiteY0" fmla="*/ 0 h 3519453"/>
                <a:gd name="connsiteX1" fmla="*/ 7587337 w 7559485"/>
                <a:gd name="connsiteY1" fmla="*/ 0 h 3519453"/>
                <a:gd name="connsiteX2" fmla="*/ 0 w 7559485"/>
                <a:gd name="connsiteY2" fmla="*/ 3529321 h 3519453"/>
                <a:gd name="connsiteX3" fmla="*/ 0 w 7559485"/>
                <a:gd name="connsiteY3" fmla="*/ 3177376 h 3519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59485" h="3519453">
                  <a:moveTo>
                    <a:pt x="6974621" y="0"/>
                  </a:moveTo>
                  <a:lnTo>
                    <a:pt x="7587337" y="0"/>
                  </a:lnTo>
                  <a:lnTo>
                    <a:pt x="0" y="3529321"/>
                  </a:lnTo>
                  <a:lnTo>
                    <a:pt x="0" y="3177376"/>
                  </a:lnTo>
                  <a:close/>
                </a:path>
              </a:pathLst>
            </a:custGeom>
            <a:solidFill>
              <a:schemeClr val="accent1"/>
            </a:solidFill>
            <a:ln w="397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2" name="任意多边形: 形状 221">
              <a:extLst>
                <a:ext uri="{FF2B5EF4-FFF2-40B4-BE49-F238E27FC236}">
                  <a16:creationId xmlns:a16="http://schemas.microsoft.com/office/drawing/2014/main" id="{9941144A-E861-43E6-89AB-07B74B6D8AA1}"/>
                </a:ext>
              </a:extLst>
            </p:cNvPr>
            <p:cNvSpPr/>
            <p:nvPr/>
          </p:nvSpPr>
          <p:spPr>
            <a:xfrm flipH="1">
              <a:off x="6321925" y="3709"/>
              <a:ext cx="6032286" cy="3979942"/>
            </a:xfrm>
            <a:custGeom>
              <a:avLst/>
              <a:gdLst>
                <a:gd name="connsiteX0" fmla="*/ 7559486 w 7877779"/>
                <a:gd name="connsiteY0" fmla="*/ 156237 h 3979942"/>
                <a:gd name="connsiteX1" fmla="*/ 1253283 w 7877779"/>
                <a:gd name="connsiteY1" fmla="*/ 541075 h 3979942"/>
                <a:gd name="connsiteX2" fmla="*/ 0 w 7877779"/>
                <a:gd name="connsiteY2" fmla="*/ 3991455 h 3979942"/>
                <a:gd name="connsiteX3" fmla="*/ 0 w 7877779"/>
                <a:gd name="connsiteY3" fmla="*/ 0 h 3979942"/>
                <a:gd name="connsiteX4" fmla="*/ 7909609 w 7877779"/>
                <a:gd name="connsiteY4" fmla="*/ 0 h 397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77779" h="3979942">
                  <a:moveTo>
                    <a:pt x="7559486" y="156237"/>
                  </a:moveTo>
                  <a:lnTo>
                    <a:pt x="1253283" y="541075"/>
                  </a:lnTo>
                  <a:lnTo>
                    <a:pt x="0" y="3991455"/>
                  </a:lnTo>
                  <a:lnTo>
                    <a:pt x="0" y="0"/>
                  </a:lnTo>
                  <a:lnTo>
                    <a:pt x="7909609" y="0"/>
                  </a:lnTo>
                  <a:close/>
                </a:path>
              </a:pathLst>
            </a:custGeom>
            <a:solidFill>
              <a:srgbClr val="1D1D33"/>
            </a:solidFill>
            <a:ln w="397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23" name="任意多边形: 形状 222">
              <a:extLst>
                <a:ext uri="{FF2B5EF4-FFF2-40B4-BE49-F238E27FC236}">
                  <a16:creationId xmlns:a16="http://schemas.microsoft.com/office/drawing/2014/main" id="{267DB92F-B459-4B44-9110-768D321C6F86}"/>
                </a:ext>
              </a:extLst>
            </p:cNvPr>
            <p:cNvSpPr/>
            <p:nvPr/>
          </p:nvSpPr>
          <p:spPr>
            <a:xfrm flipH="1">
              <a:off x="6075954" y="0"/>
              <a:ext cx="6272968" cy="3860584"/>
            </a:xfrm>
            <a:custGeom>
              <a:avLst/>
              <a:gdLst>
                <a:gd name="connsiteX0" fmla="*/ 6029239 w 6272968"/>
                <a:gd name="connsiteY0" fmla="*/ 0 h 3860584"/>
                <a:gd name="connsiteX1" fmla="*/ 0 w 6272968"/>
                <a:gd name="connsiteY1" fmla="*/ 3698139 h 3860584"/>
                <a:gd name="connsiteX2" fmla="*/ 0 w 6272968"/>
                <a:gd name="connsiteY2" fmla="*/ 3860584 h 3860584"/>
                <a:gd name="connsiteX3" fmla="*/ 6272968 w 6272968"/>
                <a:gd name="connsiteY3" fmla="*/ 6578 h 3860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2968" h="3860584">
                  <a:moveTo>
                    <a:pt x="6029239" y="0"/>
                  </a:moveTo>
                  <a:lnTo>
                    <a:pt x="0" y="3698139"/>
                  </a:lnTo>
                  <a:lnTo>
                    <a:pt x="0" y="3860584"/>
                  </a:lnTo>
                  <a:lnTo>
                    <a:pt x="6272968" y="6578"/>
                  </a:lnTo>
                  <a:close/>
                </a:path>
              </a:pathLst>
            </a:custGeom>
            <a:solidFill>
              <a:schemeClr val="accent1"/>
            </a:solidFill>
            <a:ln w="39774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A7D9F14-A9BE-4399-8542-85A4A27C651A}"/>
              </a:ext>
            </a:extLst>
          </p:cNvPr>
          <p:cNvSpPr/>
          <p:nvPr userDrawn="1"/>
        </p:nvSpPr>
        <p:spPr>
          <a:xfrm rot="5400000">
            <a:off x="613041" y="1540941"/>
            <a:ext cx="6190108" cy="3495168"/>
          </a:xfrm>
          <a:custGeom>
            <a:avLst/>
            <a:gdLst>
              <a:gd name="connsiteX0" fmla="*/ 0 w 5903218"/>
              <a:gd name="connsiteY0" fmla="*/ 0 h 3333179"/>
              <a:gd name="connsiteX1" fmla="*/ 0 w 5903218"/>
              <a:gd name="connsiteY1" fmla="*/ 1743931 h 3333179"/>
              <a:gd name="connsiteX2" fmla="*/ 2868451 w 5903218"/>
              <a:gd name="connsiteY2" fmla="*/ 3335917 h 3333179"/>
              <a:gd name="connsiteX3" fmla="*/ 5908352 w 5903218"/>
              <a:gd name="connsiteY3" fmla="*/ 2487907 h 3333179"/>
              <a:gd name="connsiteX4" fmla="*/ 5908352 w 5903218"/>
              <a:gd name="connsiteY4" fmla="*/ 0 h 3333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03218" h="3333179">
                <a:moveTo>
                  <a:pt x="0" y="0"/>
                </a:moveTo>
                <a:lnTo>
                  <a:pt x="0" y="1743931"/>
                </a:lnTo>
                <a:lnTo>
                  <a:pt x="2868451" y="3335917"/>
                </a:lnTo>
                <a:lnTo>
                  <a:pt x="5908352" y="2487907"/>
                </a:lnTo>
                <a:lnTo>
                  <a:pt x="5908352" y="0"/>
                </a:lnTo>
                <a:close/>
              </a:path>
            </a:pathLst>
          </a:custGeom>
          <a:noFill/>
          <a:ln w="102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4230237" y="2857118"/>
            <a:ext cx="444213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4231353" y="3752468"/>
            <a:ext cx="444213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3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2019/3/18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2ED0C425-537C-4D6B-B259-7B0D416F01BF}"/>
              </a:ext>
            </a:extLst>
          </p:cNvPr>
          <p:cNvGrpSpPr/>
          <p:nvPr userDrawn="1"/>
        </p:nvGrpSpPr>
        <p:grpSpPr>
          <a:xfrm>
            <a:off x="-5979" y="1"/>
            <a:ext cx="12197980" cy="6851422"/>
            <a:chOff x="-5980" y="1"/>
            <a:chExt cx="12354903" cy="6851422"/>
          </a:xfrm>
        </p:grpSpPr>
        <p:sp>
          <p:nvSpPr>
            <p:cNvPr id="214" name="矩形 213">
              <a:extLst>
                <a:ext uri="{FF2B5EF4-FFF2-40B4-BE49-F238E27FC236}">
                  <a16:creationId xmlns:a16="http://schemas.microsoft.com/office/drawing/2014/main" id="{3588D791-97F9-44FA-B2AD-E286393EF32E}"/>
                </a:ext>
              </a:extLst>
            </p:cNvPr>
            <p:cNvSpPr/>
            <p:nvPr userDrawn="1"/>
          </p:nvSpPr>
          <p:spPr>
            <a:xfrm>
              <a:off x="2033571" y="1"/>
              <a:ext cx="10315349" cy="6190108"/>
            </a:xfrm>
            <a:prstGeom prst="rect">
              <a:avLst/>
            </a:prstGeom>
            <a:blipFill>
              <a:blip r:embed="rId2"/>
              <a:stretch>
                <a:fillRect l="-1" t="96" r="2" b="-1100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任意多边形: 形状 215">
              <a:extLst>
                <a:ext uri="{FF2B5EF4-FFF2-40B4-BE49-F238E27FC236}">
                  <a16:creationId xmlns:a16="http://schemas.microsoft.com/office/drawing/2014/main" id="{8EF31290-E357-4D0C-AD9E-FCC71232553E}"/>
                </a:ext>
              </a:extLst>
            </p:cNvPr>
            <p:cNvSpPr/>
            <p:nvPr/>
          </p:nvSpPr>
          <p:spPr>
            <a:xfrm flipH="1">
              <a:off x="-5980" y="1"/>
              <a:ext cx="12354903" cy="6851422"/>
            </a:xfrm>
            <a:custGeom>
              <a:avLst/>
              <a:gdLst>
                <a:gd name="connsiteX0" fmla="*/ 0 w 11856456"/>
                <a:gd name="connsiteY0" fmla="*/ 0 h 4144402"/>
                <a:gd name="connsiteX1" fmla="*/ 342166 w 11856456"/>
                <a:gd name="connsiteY1" fmla="*/ 0 h 4144402"/>
                <a:gd name="connsiteX2" fmla="*/ 1308985 w 11856456"/>
                <a:gd name="connsiteY2" fmla="*/ 3588526 h 4144402"/>
                <a:gd name="connsiteX3" fmla="*/ 11860435 w 11856456"/>
                <a:gd name="connsiteY3" fmla="*/ 4014479 h 4144402"/>
                <a:gd name="connsiteX4" fmla="*/ 11860435 w 11856456"/>
                <a:gd name="connsiteY4" fmla="*/ 4157560 h 4144402"/>
                <a:gd name="connsiteX5" fmla="*/ 0 w 11856456"/>
                <a:gd name="connsiteY5" fmla="*/ 4157560 h 414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56456" h="4144402">
                  <a:moveTo>
                    <a:pt x="0" y="0"/>
                  </a:moveTo>
                  <a:lnTo>
                    <a:pt x="342166" y="0"/>
                  </a:lnTo>
                  <a:lnTo>
                    <a:pt x="1308985" y="3588526"/>
                  </a:lnTo>
                  <a:lnTo>
                    <a:pt x="11860435" y="4014479"/>
                  </a:lnTo>
                  <a:lnTo>
                    <a:pt x="11860435" y="4157560"/>
                  </a:lnTo>
                  <a:lnTo>
                    <a:pt x="0" y="4157560"/>
                  </a:lnTo>
                </a:path>
              </a:pathLst>
            </a:custGeom>
            <a:solidFill>
              <a:schemeClr val="accent4"/>
            </a:solidFill>
            <a:ln w="397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9C75C888-FEA2-4FD9-9DFC-C73F0B9B58C4}"/>
              </a:ext>
            </a:extLst>
          </p:cNvPr>
          <p:cNvSpPr/>
          <p:nvPr userDrawn="1"/>
        </p:nvSpPr>
        <p:spPr>
          <a:xfrm rot="5400000">
            <a:off x="613041" y="1540941"/>
            <a:ext cx="6190108" cy="3495168"/>
          </a:xfrm>
          <a:custGeom>
            <a:avLst/>
            <a:gdLst>
              <a:gd name="connsiteX0" fmla="*/ 0 w 5903218"/>
              <a:gd name="connsiteY0" fmla="*/ 0 h 3333179"/>
              <a:gd name="connsiteX1" fmla="*/ 0 w 5903218"/>
              <a:gd name="connsiteY1" fmla="*/ 1743931 h 3333179"/>
              <a:gd name="connsiteX2" fmla="*/ 2868451 w 5903218"/>
              <a:gd name="connsiteY2" fmla="*/ 3335917 h 3333179"/>
              <a:gd name="connsiteX3" fmla="*/ 5908352 w 5903218"/>
              <a:gd name="connsiteY3" fmla="*/ 2487907 h 3333179"/>
              <a:gd name="connsiteX4" fmla="*/ 5908352 w 5903218"/>
              <a:gd name="connsiteY4" fmla="*/ 0 h 3333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03218" h="3333179">
                <a:moveTo>
                  <a:pt x="0" y="0"/>
                </a:moveTo>
                <a:lnTo>
                  <a:pt x="0" y="1743931"/>
                </a:lnTo>
                <a:lnTo>
                  <a:pt x="2868451" y="3335917"/>
                </a:lnTo>
                <a:lnTo>
                  <a:pt x="5908352" y="2487907"/>
                </a:lnTo>
                <a:lnTo>
                  <a:pt x="5908352" y="0"/>
                </a:lnTo>
                <a:close/>
              </a:path>
            </a:pathLst>
          </a:custGeom>
          <a:noFill/>
          <a:ln w="1026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768648" y="798286"/>
            <a:ext cx="4253506" cy="1434616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68648" y="2895275"/>
            <a:ext cx="3312130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68648" y="2599004"/>
            <a:ext cx="3312130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751E50BE-9237-428E-A0E7-D7F36129D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5DB9134-18A9-4424-A3E0-8168AF74BE29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73099" y="3025184"/>
            <a:ext cx="10845800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73099" y="1773937"/>
            <a:ext cx="10845800" cy="1251248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73099" y="4788492"/>
            <a:ext cx="10845800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73099" y="5084763"/>
            <a:ext cx="10845800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1345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675698" y="2657929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676814" y="3553279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7943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2019/3/18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9812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2019/3/18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777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5000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0CAA8738-79C1-4D36-AD79-7B4A78EB40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E4D1C51-4AC7-45F7-B270-216101BA824A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73100" y="1135063"/>
            <a:ext cx="10845798" cy="162150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73100" y="3441299"/>
            <a:ext cx="10845798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102" y="3145028"/>
            <a:ext cx="10845798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294526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9DE02-EFD0-420F-903D-39044B34C567}" type="datetimeFigureOut">
              <a:rPr lang="id-ID" smtClean="0"/>
              <a:t>18/03/2019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0A284-E0EC-4A98-8797-1A968544585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838927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9DE02-EFD0-420F-903D-39044B34C567}" type="datetimeFigureOut">
              <a:rPr lang="id-ID" smtClean="0"/>
              <a:t>18/03/2019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0A284-E0EC-4A98-8797-1A968544585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53103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33394-4969-4A28-8598-758CA258EE81}" type="datetimeFigureOut">
              <a:rPr lang="en-US" smtClean="0"/>
              <a:t>3/18/2019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4206-C9BD-4066-A9CD-AB938A1B8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951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33394-4969-4A28-8598-758CA258EE81}" type="datetimeFigureOut">
              <a:rPr lang="en-US" smtClean="0"/>
              <a:t>3/18/2019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4206-C9BD-4066-A9CD-AB938A1B8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336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33394-4969-4A28-8598-758CA258EE81}" type="datetimeFigureOut">
              <a:rPr lang="en-US" smtClean="0"/>
              <a:t>3/18/2019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4206-C9BD-4066-A9CD-AB938A1B8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3141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33394-4969-4A28-8598-758CA258EE81}" type="datetimeFigureOut">
              <a:rPr lang="en-US" smtClean="0"/>
              <a:t>3/18/2019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4206-C9BD-4066-A9CD-AB938A1B8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3152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33394-4969-4A28-8598-758CA258EE81}" type="datetimeFigureOut">
              <a:rPr lang="en-US" smtClean="0"/>
              <a:t>3/18/2019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4206-C9BD-4066-A9CD-AB938A1B8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3053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33394-4969-4A28-8598-758CA258EE81}" type="datetimeFigureOut">
              <a:rPr lang="en-US" smtClean="0"/>
              <a:t>3/18/2019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4206-C9BD-4066-A9CD-AB938A1B8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5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33394-4969-4A28-8598-758CA258EE81}" type="datetimeFigureOut">
              <a:rPr lang="en-US" smtClean="0"/>
              <a:t>3/18/2019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4206-C9BD-4066-A9CD-AB938A1B8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9204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33394-4969-4A28-8598-758CA258EE81}" type="datetimeFigureOut">
              <a:rPr lang="en-US" smtClean="0"/>
              <a:t>3/18/2019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4206-C9BD-4066-A9CD-AB938A1B8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0729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33394-4969-4A28-8598-758CA258EE81}" type="datetimeFigureOut">
              <a:rPr lang="en-US" smtClean="0"/>
              <a:t>3/18/2019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4206-C9BD-4066-A9CD-AB938A1B8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55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33394-4969-4A28-8598-758CA258EE81}" type="datetimeFigureOut">
              <a:rPr lang="en-US" smtClean="0"/>
              <a:t>3/18/2019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4206-C9BD-4066-A9CD-AB938A1B8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22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33394-4969-4A28-8598-758CA258EE81}" type="datetimeFigureOut">
              <a:rPr lang="en-US" smtClean="0"/>
              <a:t>3/18/2019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4206-C9BD-4066-A9CD-AB938A1B8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423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pPr/>
              <a:t>2019/3/18</a:t>
            </a:fld>
            <a:endParaRPr lang="zh-CN" altLang="en-US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9" r:id="rId2"/>
    <p:sldLayoutId id="2147483651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pPr/>
              <a:t>2019/3/18</a:t>
            </a:fld>
            <a:endParaRPr lang="zh-CN" altLang="en-US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00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33394-4969-4A28-8598-758CA258EE81}" type="datetimeFigureOut">
              <a:rPr lang="en-US" smtClean="0"/>
              <a:t>3/18/2019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64206-C9BD-4066-A9CD-AB938A1B8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737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9.png"/><Relationship Id="rId3" Type="http://schemas.openxmlformats.org/officeDocument/2006/relationships/image" Target="../media/image2.jpg"/><Relationship Id="rId7" Type="http://schemas.openxmlformats.org/officeDocument/2006/relationships/image" Target="../media/image5.png"/><Relationship Id="rId12" Type="http://schemas.openxmlformats.org/officeDocument/2006/relationships/slide" Target="slide15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2.xml"/><Relationship Id="rId6" Type="http://schemas.openxmlformats.org/officeDocument/2006/relationships/slide" Target="slide3.xml"/><Relationship Id="rId11" Type="http://schemas.openxmlformats.org/officeDocument/2006/relationships/image" Target="../media/image8.svg"/><Relationship Id="rId5" Type="http://schemas.openxmlformats.org/officeDocument/2006/relationships/image" Target="../media/image4.png"/><Relationship Id="rId15" Type="http://schemas.openxmlformats.org/officeDocument/2006/relationships/slide" Target="slide10.xml"/><Relationship Id="rId10" Type="http://schemas.openxmlformats.org/officeDocument/2006/relationships/image" Target="../media/image7.png"/><Relationship Id="rId4" Type="http://schemas.openxmlformats.org/officeDocument/2006/relationships/image" Target="../media/image3.jpeg"/><Relationship Id="rId9" Type="http://schemas.openxmlformats.org/officeDocument/2006/relationships/slide" Target="slide4.xml"/><Relationship Id="rId1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.xml"/><Relationship Id="rId1" Type="http://schemas.openxmlformats.org/officeDocument/2006/relationships/themeOverride" Target="../theme/themeOverrid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7.xml"/><Relationship Id="rId5" Type="http://schemas.openxmlformats.org/officeDocument/2006/relationships/slide" Target="slide2.xml"/><Relationship Id="rId4" Type="http://schemas.openxmlformats.org/officeDocument/2006/relationships/image" Target="../media/image12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3.xml"/><Relationship Id="rId7" Type="http://schemas.openxmlformats.org/officeDocument/2006/relationships/image" Target="../media/image13.emf"/><Relationship Id="rId2" Type="http://schemas.openxmlformats.org/officeDocument/2006/relationships/vmlDrawing" Target="../drawings/vmlDrawing1.vml"/><Relationship Id="rId1" Type="http://schemas.openxmlformats.org/officeDocument/2006/relationships/themeOverride" Target="../theme/themeOverride8.xml"/><Relationship Id="rId6" Type="http://schemas.openxmlformats.org/officeDocument/2006/relationships/oleObject" Target="../embeddings/oleObject1.bin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E3706BE8-6FB2-47E3-B6D6-F789301032AE}"/>
              </a:ext>
            </a:extLst>
          </p:cNvPr>
          <p:cNvSpPr/>
          <p:nvPr/>
        </p:nvSpPr>
        <p:spPr>
          <a:xfrm flipH="1">
            <a:off x="0" y="2721120"/>
            <a:ext cx="12187260" cy="4136880"/>
          </a:xfrm>
          <a:custGeom>
            <a:avLst/>
            <a:gdLst>
              <a:gd name="connsiteX0" fmla="*/ 0 w 11856456"/>
              <a:gd name="connsiteY0" fmla="*/ 0 h 4144402"/>
              <a:gd name="connsiteX1" fmla="*/ 342166 w 11856456"/>
              <a:gd name="connsiteY1" fmla="*/ 0 h 4144402"/>
              <a:gd name="connsiteX2" fmla="*/ 1308985 w 11856456"/>
              <a:gd name="connsiteY2" fmla="*/ 3588526 h 4144402"/>
              <a:gd name="connsiteX3" fmla="*/ 11860435 w 11856456"/>
              <a:gd name="connsiteY3" fmla="*/ 4014479 h 4144402"/>
              <a:gd name="connsiteX4" fmla="*/ 11860435 w 11856456"/>
              <a:gd name="connsiteY4" fmla="*/ 4157560 h 4144402"/>
              <a:gd name="connsiteX5" fmla="*/ 0 w 11856456"/>
              <a:gd name="connsiteY5" fmla="*/ 4157560 h 4144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56456" h="4144402">
                <a:moveTo>
                  <a:pt x="0" y="0"/>
                </a:moveTo>
                <a:lnTo>
                  <a:pt x="342166" y="0"/>
                </a:lnTo>
                <a:lnTo>
                  <a:pt x="1308985" y="3588526"/>
                </a:lnTo>
                <a:lnTo>
                  <a:pt x="11860435" y="4014479"/>
                </a:lnTo>
                <a:lnTo>
                  <a:pt x="11860435" y="4157560"/>
                </a:lnTo>
                <a:lnTo>
                  <a:pt x="0" y="4157560"/>
                </a:lnTo>
              </a:path>
            </a:pathLst>
          </a:custGeom>
          <a:solidFill>
            <a:schemeClr val="accent4"/>
          </a:solidFill>
          <a:ln w="397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98809" y="2511206"/>
            <a:ext cx="8191191" cy="1813726"/>
          </a:xfrm>
          <a:noFill/>
          <a:effectLst/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7200" b="0" i="0" dirty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</a:rPr>
              <a:t>ASUPAN</a:t>
            </a:r>
            <a:br>
              <a:rPr lang="en-US" altLang="zh-CN" sz="3600" b="0" i="0" spc="300" dirty="0">
                <a:solidFill>
                  <a:schemeClr val="accent1">
                    <a:lumMod val="75000"/>
                  </a:schemeClr>
                </a:solidFill>
                <a:latin typeface="+mn-lt"/>
              </a:rPr>
            </a:br>
            <a:r>
              <a:rPr lang="en-US" altLang="zh-CN" sz="3600" b="0" i="0" spc="3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FOOD &amp; RESORT</a:t>
            </a:r>
            <a:endParaRPr lang="zh-CN" altLang="en-US" sz="4000" i="0" spc="300" dirty="0">
              <a:latin typeface="+mn-lt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698809" y="5028048"/>
            <a:ext cx="4156680" cy="296271"/>
          </a:xfrm>
        </p:spPr>
        <p:txBody>
          <a:bodyPr/>
          <a:lstStyle/>
          <a:p>
            <a:pPr algn="l"/>
            <a:r>
              <a:rPr lang="en-US" altLang="zh-CN" sz="1800" i="0" dirty="0" err="1">
                <a:solidFill>
                  <a:schemeClr val="bg1"/>
                </a:solidFill>
              </a:rPr>
              <a:t>Grup</a:t>
            </a:r>
            <a:r>
              <a:rPr lang="en-US" altLang="zh-CN" sz="1800" i="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698809" y="5618400"/>
            <a:ext cx="4156680" cy="296271"/>
          </a:xfrm>
        </p:spPr>
        <p:txBody>
          <a:bodyPr/>
          <a:lstStyle/>
          <a:p>
            <a:pPr algn="l"/>
            <a:r>
              <a:rPr lang="en-US" altLang="en-US" sz="1800" i="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698809" y="1532447"/>
            <a:ext cx="4790129" cy="305531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anchor="ctr">
            <a:noAutofit/>
          </a:bodyPr>
          <a:lstStyle/>
          <a:p>
            <a:r>
              <a:rPr lang="en-US" altLang="zh-CN" sz="2000" b="1" spc="1400" dirty="0" err="1"/>
              <a:t>Asupan</a:t>
            </a:r>
            <a:r>
              <a:rPr lang="en-US" altLang="zh-CN" sz="2000" b="1" spc="1400" dirty="0"/>
              <a:t> </a:t>
            </a:r>
            <a:r>
              <a:rPr lang="en-US" altLang="zh-CN" sz="2000" b="1" spc="1400" dirty="0" err="1"/>
              <a:t>Sehat</a:t>
            </a:r>
            <a:endParaRPr lang="en-US" altLang="zh-CN" sz="2000" b="1" i="0" spc="1400" dirty="0">
              <a:solidFill>
                <a:schemeClr val="bg1"/>
              </a:solidFill>
            </a:endParaRPr>
          </a:p>
        </p:txBody>
      </p:sp>
      <p:sp>
        <p:nvSpPr>
          <p:cNvPr id="19" name="菱形 18">
            <a:extLst>
              <a:ext uri="{FF2B5EF4-FFF2-40B4-BE49-F238E27FC236}">
                <a16:creationId xmlns:a16="http://schemas.microsoft.com/office/drawing/2014/main" id="{A247D412-A8F4-47C1-809D-89E9C7631ADA}"/>
              </a:ext>
            </a:extLst>
          </p:cNvPr>
          <p:cNvSpPr/>
          <p:nvPr/>
        </p:nvSpPr>
        <p:spPr>
          <a:xfrm>
            <a:off x="810890" y="2091577"/>
            <a:ext cx="258433" cy="258433"/>
          </a:xfrm>
          <a:prstGeom prst="diamon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菱形 19">
            <a:extLst>
              <a:ext uri="{FF2B5EF4-FFF2-40B4-BE49-F238E27FC236}">
                <a16:creationId xmlns:a16="http://schemas.microsoft.com/office/drawing/2014/main" id="{652C6A03-A594-490B-BBAD-0021AEF46567}"/>
              </a:ext>
            </a:extLst>
          </p:cNvPr>
          <p:cNvSpPr/>
          <p:nvPr/>
        </p:nvSpPr>
        <p:spPr>
          <a:xfrm>
            <a:off x="1220356" y="2091577"/>
            <a:ext cx="258433" cy="258433"/>
          </a:xfrm>
          <a:prstGeom prst="diamon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菱形 20">
            <a:extLst>
              <a:ext uri="{FF2B5EF4-FFF2-40B4-BE49-F238E27FC236}">
                <a16:creationId xmlns:a16="http://schemas.microsoft.com/office/drawing/2014/main" id="{7FD06DDE-D869-4B21-B515-0074D26E0F23}"/>
              </a:ext>
            </a:extLst>
          </p:cNvPr>
          <p:cNvSpPr/>
          <p:nvPr/>
        </p:nvSpPr>
        <p:spPr>
          <a:xfrm>
            <a:off x="1629822" y="2091577"/>
            <a:ext cx="258433" cy="258433"/>
          </a:xfrm>
          <a:prstGeom prst="diamon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菱形 21">
            <a:extLst>
              <a:ext uri="{FF2B5EF4-FFF2-40B4-BE49-F238E27FC236}">
                <a16:creationId xmlns:a16="http://schemas.microsoft.com/office/drawing/2014/main" id="{3D1D8498-F338-4D5C-9A84-A3D8C761213A}"/>
              </a:ext>
            </a:extLst>
          </p:cNvPr>
          <p:cNvSpPr/>
          <p:nvPr/>
        </p:nvSpPr>
        <p:spPr>
          <a:xfrm>
            <a:off x="2039288" y="2091577"/>
            <a:ext cx="258433" cy="258433"/>
          </a:xfrm>
          <a:prstGeom prst="diamon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2B3EA7B-D5FE-4FB2-93A5-A80ADF81E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76BF47B8-88CA-4841-8D78-B8F0C8B60533}"/>
              </a:ext>
            </a:extLst>
          </p:cNvPr>
          <p:cNvSpPr/>
          <p:nvPr/>
        </p:nvSpPr>
        <p:spPr>
          <a:xfrm>
            <a:off x="308272" y="330200"/>
            <a:ext cx="2679698" cy="6527800"/>
          </a:xfrm>
          <a:prstGeom prst="rect">
            <a:avLst/>
          </a:prstGeom>
          <a:solidFill>
            <a:schemeClr val="tx1">
              <a:alpha val="92000"/>
            </a:schemeClr>
          </a:solidFill>
          <a:ln w="0" cap="flat" cmpd="sng" algn="ctr">
            <a:noFill/>
            <a:prstDash val="solid"/>
            <a:miter lim="800000"/>
          </a:ln>
          <a:effectLst>
            <a:outerShdw blurRad="2032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69967E7-F759-4D4E-86E3-49CE6A79D3BC}"/>
              </a:ext>
            </a:extLst>
          </p:cNvPr>
          <p:cNvSpPr/>
          <p:nvPr/>
        </p:nvSpPr>
        <p:spPr>
          <a:xfrm>
            <a:off x="3273525" y="0"/>
            <a:ext cx="2679698" cy="6527800"/>
          </a:xfrm>
          <a:prstGeom prst="rect">
            <a:avLst/>
          </a:prstGeom>
          <a:solidFill>
            <a:srgbClr val="FFFF00">
              <a:alpha val="92000"/>
            </a:srgbClr>
          </a:solidFill>
          <a:ln w="0" cap="flat" cmpd="sng" algn="ctr">
            <a:noFill/>
            <a:prstDash val="solid"/>
            <a:miter lim="800000"/>
          </a:ln>
          <a:effectLst>
            <a:outerShdw blurRad="2032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67217B-1F72-40F0-93DC-615A179D72FE}"/>
              </a:ext>
            </a:extLst>
          </p:cNvPr>
          <p:cNvSpPr/>
          <p:nvPr/>
        </p:nvSpPr>
        <p:spPr>
          <a:xfrm>
            <a:off x="6238778" y="330200"/>
            <a:ext cx="2679698" cy="6527800"/>
          </a:xfrm>
          <a:prstGeom prst="rect">
            <a:avLst/>
          </a:prstGeom>
          <a:solidFill>
            <a:schemeClr val="tx1">
              <a:alpha val="92000"/>
            </a:schemeClr>
          </a:solidFill>
          <a:ln w="0" cap="flat" cmpd="sng" algn="ctr">
            <a:noFill/>
            <a:prstDash val="solid"/>
            <a:miter lim="800000"/>
          </a:ln>
          <a:effectLst>
            <a:outerShdw blurRad="2032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B938783-1B40-4DA3-B347-DF479A39A53F}"/>
              </a:ext>
            </a:extLst>
          </p:cNvPr>
          <p:cNvSpPr/>
          <p:nvPr/>
        </p:nvSpPr>
        <p:spPr>
          <a:xfrm>
            <a:off x="9204031" y="0"/>
            <a:ext cx="2679698" cy="6527800"/>
          </a:xfrm>
          <a:prstGeom prst="rect">
            <a:avLst/>
          </a:prstGeom>
          <a:solidFill>
            <a:srgbClr val="FFFF00">
              <a:alpha val="92000"/>
            </a:srgbClr>
          </a:solidFill>
          <a:ln w="0" cap="flat" cmpd="sng" algn="ctr">
            <a:noFill/>
            <a:prstDash val="solid"/>
            <a:miter lim="800000"/>
          </a:ln>
          <a:effectLst>
            <a:outerShdw blurRad="2032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DA77D35-66F4-45D7-A561-BC0A92DE2CD8}"/>
              </a:ext>
            </a:extLst>
          </p:cNvPr>
          <p:cNvSpPr/>
          <p:nvPr/>
        </p:nvSpPr>
        <p:spPr>
          <a:xfrm>
            <a:off x="751034" y="4358131"/>
            <a:ext cx="17941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Business Model Canvas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7A4633-1E0B-4581-8F67-D14CF122EA5E}"/>
              </a:ext>
            </a:extLst>
          </p:cNvPr>
          <p:cNvSpPr txBox="1"/>
          <p:nvPr/>
        </p:nvSpPr>
        <p:spPr>
          <a:xfrm>
            <a:off x="1153980" y="3794511"/>
            <a:ext cx="988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PART 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AE6E92A-825A-43B1-BCB9-FC69D5164F6C}"/>
              </a:ext>
            </a:extLst>
          </p:cNvPr>
          <p:cNvSpPr txBox="1"/>
          <p:nvPr/>
        </p:nvSpPr>
        <p:spPr>
          <a:xfrm>
            <a:off x="4119233" y="3794511"/>
            <a:ext cx="988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PART 2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1731D67-677E-4731-A9AE-86A9BF50D1C1}"/>
              </a:ext>
            </a:extLst>
          </p:cNvPr>
          <p:cNvSpPr txBox="1"/>
          <p:nvPr/>
        </p:nvSpPr>
        <p:spPr>
          <a:xfrm>
            <a:off x="7084486" y="3794511"/>
            <a:ext cx="988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PART 3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8A20367-CC8D-4619-B21E-233623BA1505}"/>
              </a:ext>
            </a:extLst>
          </p:cNvPr>
          <p:cNvSpPr txBox="1"/>
          <p:nvPr/>
        </p:nvSpPr>
        <p:spPr>
          <a:xfrm>
            <a:off x="10049739" y="3842317"/>
            <a:ext cx="988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PART 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AB232AC-1929-49FF-AE6D-6723139CBBD5}"/>
              </a:ext>
            </a:extLst>
          </p:cNvPr>
          <p:cNvSpPr/>
          <p:nvPr/>
        </p:nvSpPr>
        <p:spPr>
          <a:xfrm>
            <a:off x="3716287" y="4358131"/>
            <a:ext cx="17941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altLang="zh-CN" sz="1400" dirty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微软雅黑"/>
              </a:rPr>
              <a:t>Peta Struktur Aplikasi</a:t>
            </a:r>
            <a:endParaRPr kumimoji="0" lang="da-DK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2352F3C-82D8-40F5-9031-7A65DA40F44E}"/>
              </a:ext>
            </a:extLst>
          </p:cNvPr>
          <p:cNvSpPr/>
          <p:nvPr/>
        </p:nvSpPr>
        <p:spPr>
          <a:xfrm>
            <a:off x="6681540" y="4358131"/>
            <a:ext cx="17941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Business Rule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0D44F3C-A017-478E-907F-4E61E74874FB}"/>
              </a:ext>
            </a:extLst>
          </p:cNvPr>
          <p:cNvSpPr/>
          <p:nvPr/>
        </p:nvSpPr>
        <p:spPr>
          <a:xfrm>
            <a:off x="9646793" y="4405937"/>
            <a:ext cx="17941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altLang="zh-CN" sz="1400" dirty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微软雅黑"/>
              </a:rPr>
              <a:t>Erd</a:t>
            </a:r>
            <a:endParaRPr kumimoji="0" lang="da-DK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299A58B-95A5-4B47-9E01-49F784B0B9E3}"/>
              </a:ext>
            </a:extLst>
          </p:cNvPr>
          <p:cNvSpPr/>
          <p:nvPr/>
        </p:nvSpPr>
        <p:spPr>
          <a:xfrm>
            <a:off x="1027635" y="4228751"/>
            <a:ext cx="1240972" cy="45719"/>
          </a:xfrm>
          <a:custGeom>
            <a:avLst/>
            <a:gdLst/>
            <a:ahLst/>
            <a:cxnLst/>
            <a:rect l="l" t="t" r="r" b="b"/>
            <a:pathLst>
              <a:path w="560482" h="110414">
                <a:moveTo>
                  <a:pt x="467244" y="85877"/>
                </a:moveTo>
                <a:cubicBezTo>
                  <a:pt x="468413" y="85877"/>
                  <a:pt x="469581" y="86461"/>
                  <a:pt x="470749" y="87630"/>
                </a:cubicBezTo>
                <a:lnTo>
                  <a:pt x="476007" y="87630"/>
                </a:lnTo>
                <a:cubicBezTo>
                  <a:pt x="472502" y="86461"/>
                  <a:pt x="469581" y="85877"/>
                  <a:pt x="467244" y="85877"/>
                </a:cubicBezTo>
                <a:close/>
                <a:moveTo>
                  <a:pt x="369975" y="29794"/>
                </a:moveTo>
                <a:cubicBezTo>
                  <a:pt x="389254" y="29794"/>
                  <a:pt x="402398" y="29794"/>
                  <a:pt x="409408" y="29794"/>
                </a:cubicBezTo>
                <a:cubicBezTo>
                  <a:pt x="425766" y="29794"/>
                  <a:pt x="444753" y="30086"/>
                  <a:pt x="466368" y="30670"/>
                </a:cubicBezTo>
                <a:cubicBezTo>
                  <a:pt x="487983" y="31254"/>
                  <a:pt x="506970" y="32715"/>
                  <a:pt x="523327" y="35052"/>
                </a:cubicBezTo>
                <a:cubicBezTo>
                  <a:pt x="525664" y="35052"/>
                  <a:pt x="530922" y="35344"/>
                  <a:pt x="539101" y="35928"/>
                </a:cubicBezTo>
                <a:cubicBezTo>
                  <a:pt x="547280" y="36512"/>
                  <a:pt x="552537" y="37389"/>
                  <a:pt x="554874" y="38557"/>
                </a:cubicBezTo>
                <a:cubicBezTo>
                  <a:pt x="557211" y="39725"/>
                  <a:pt x="558379" y="41478"/>
                  <a:pt x="558379" y="43815"/>
                </a:cubicBezTo>
                <a:cubicBezTo>
                  <a:pt x="558379" y="46152"/>
                  <a:pt x="556627" y="48488"/>
                  <a:pt x="553122" y="50825"/>
                </a:cubicBezTo>
                <a:cubicBezTo>
                  <a:pt x="550785" y="51994"/>
                  <a:pt x="548156" y="52578"/>
                  <a:pt x="545235" y="52578"/>
                </a:cubicBezTo>
                <a:cubicBezTo>
                  <a:pt x="542314" y="52578"/>
                  <a:pt x="539685" y="54330"/>
                  <a:pt x="537348" y="57836"/>
                </a:cubicBezTo>
                <a:lnTo>
                  <a:pt x="533843" y="57836"/>
                </a:lnTo>
                <a:cubicBezTo>
                  <a:pt x="533843" y="60172"/>
                  <a:pt x="534427" y="61049"/>
                  <a:pt x="535596" y="60464"/>
                </a:cubicBezTo>
                <a:cubicBezTo>
                  <a:pt x="536764" y="59880"/>
                  <a:pt x="537348" y="60172"/>
                  <a:pt x="537348" y="61341"/>
                </a:cubicBezTo>
                <a:cubicBezTo>
                  <a:pt x="543190" y="62509"/>
                  <a:pt x="548156" y="63093"/>
                  <a:pt x="552245" y="63093"/>
                </a:cubicBezTo>
                <a:cubicBezTo>
                  <a:pt x="556335" y="63093"/>
                  <a:pt x="558964" y="65430"/>
                  <a:pt x="560132" y="70104"/>
                </a:cubicBezTo>
                <a:cubicBezTo>
                  <a:pt x="561301" y="73609"/>
                  <a:pt x="559548" y="77698"/>
                  <a:pt x="554874" y="82372"/>
                </a:cubicBezTo>
                <a:cubicBezTo>
                  <a:pt x="552537" y="84709"/>
                  <a:pt x="548448" y="85877"/>
                  <a:pt x="542606" y="85877"/>
                </a:cubicBezTo>
                <a:lnTo>
                  <a:pt x="498791" y="85877"/>
                </a:lnTo>
                <a:cubicBezTo>
                  <a:pt x="494118" y="85877"/>
                  <a:pt x="491781" y="85877"/>
                  <a:pt x="491781" y="85877"/>
                </a:cubicBezTo>
                <a:cubicBezTo>
                  <a:pt x="492949" y="88214"/>
                  <a:pt x="495286" y="89382"/>
                  <a:pt x="498791" y="89382"/>
                </a:cubicBezTo>
                <a:cubicBezTo>
                  <a:pt x="506970" y="89382"/>
                  <a:pt x="514857" y="89674"/>
                  <a:pt x="522451" y="90259"/>
                </a:cubicBezTo>
                <a:cubicBezTo>
                  <a:pt x="530046" y="90843"/>
                  <a:pt x="537348" y="91135"/>
                  <a:pt x="544359" y="91135"/>
                </a:cubicBezTo>
                <a:cubicBezTo>
                  <a:pt x="546696" y="92303"/>
                  <a:pt x="549032" y="92595"/>
                  <a:pt x="551369" y="92011"/>
                </a:cubicBezTo>
                <a:cubicBezTo>
                  <a:pt x="553706" y="91427"/>
                  <a:pt x="554874" y="92888"/>
                  <a:pt x="554874" y="96393"/>
                </a:cubicBezTo>
                <a:cubicBezTo>
                  <a:pt x="554874" y="98730"/>
                  <a:pt x="551369" y="99898"/>
                  <a:pt x="544359" y="99898"/>
                </a:cubicBezTo>
                <a:cubicBezTo>
                  <a:pt x="519822" y="101066"/>
                  <a:pt x="501712" y="101943"/>
                  <a:pt x="490028" y="102527"/>
                </a:cubicBezTo>
                <a:cubicBezTo>
                  <a:pt x="478344" y="103111"/>
                  <a:pt x="484186" y="103987"/>
                  <a:pt x="507554" y="105156"/>
                </a:cubicBezTo>
                <a:lnTo>
                  <a:pt x="542606" y="108661"/>
                </a:lnTo>
                <a:cubicBezTo>
                  <a:pt x="544943" y="108661"/>
                  <a:pt x="546696" y="109245"/>
                  <a:pt x="547864" y="110414"/>
                </a:cubicBezTo>
                <a:lnTo>
                  <a:pt x="542606" y="110414"/>
                </a:lnTo>
                <a:cubicBezTo>
                  <a:pt x="526249" y="109245"/>
                  <a:pt x="509891" y="108661"/>
                  <a:pt x="493533" y="108661"/>
                </a:cubicBezTo>
                <a:cubicBezTo>
                  <a:pt x="477176" y="108661"/>
                  <a:pt x="460818" y="107493"/>
                  <a:pt x="444460" y="105156"/>
                </a:cubicBezTo>
                <a:cubicBezTo>
                  <a:pt x="439787" y="103987"/>
                  <a:pt x="427227" y="103403"/>
                  <a:pt x="406780" y="103403"/>
                </a:cubicBezTo>
                <a:cubicBezTo>
                  <a:pt x="386333" y="103403"/>
                  <a:pt x="361796" y="103111"/>
                  <a:pt x="333170" y="102527"/>
                </a:cubicBezTo>
                <a:cubicBezTo>
                  <a:pt x="304545" y="101943"/>
                  <a:pt x="273874" y="101358"/>
                  <a:pt x="241159" y="100774"/>
                </a:cubicBezTo>
                <a:cubicBezTo>
                  <a:pt x="208444" y="100190"/>
                  <a:pt x="178065" y="99606"/>
                  <a:pt x="150024" y="99022"/>
                </a:cubicBezTo>
                <a:cubicBezTo>
                  <a:pt x="121982" y="98437"/>
                  <a:pt x="97738" y="97853"/>
                  <a:pt x="77291" y="97269"/>
                </a:cubicBezTo>
                <a:cubicBezTo>
                  <a:pt x="56844" y="96685"/>
                  <a:pt x="44283" y="95809"/>
                  <a:pt x="39610" y="94640"/>
                </a:cubicBezTo>
                <a:cubicBezTo>
                  <a:pt x="34936" y="94640"/>
                  <a:pt x="30263" y="92888"/>
                  <a:pt x="25589" y="89382"/>
                </a:cubicBezTo>
                <a:cubicBezTo>
                  <a:pt x="23252" y="88214"/>
                  <a:pt x="21500" y="87338"/>
                  <a:pt x="20331" y="86754"/>
                </a:cubicBezTo>
                <a:cubicBezTo>
                  <a:pt x="19163" y="86169"/>
                  <a:pt x="19747" y="84125"/>
                  <a:pt x="22084" y="80619"/>
                </a:cubicBezTo>
                <a:cubicBezTo>
                  <a:pt x="22084" y="79451"/>
                  <a:pt x="21500" y="78283"/>
                  <a:pt x="20331" y="77114"/>
                </a:cubicBezTo>
                <a:cubicBezTo>
                  <a:pt x="15658" y="74777"/>
                  <a:pt x="12445" y="71272"/>
                  <a:pt x="10692" y="66599"/>
                </a:cubicBezTo>
                <a:cubicBezTo>
                  <a:pt x="8939" y="61925"/>
                  <a:pt x="6310" y="58420"/>
                  <a:pt x="2805" y="56083"/>
                </a:cubicBezTo>
                <a:cubicBezTo>
                  <a:pt x="468" y="53746"/>
                  <a:pt x="-408" y="50825"/>
                  <a:pt x="176" y="47320"/>
                </a:cubicBezTo>
                <a:cubicBezTo>
                  <a:pt x="761" y="43815"/>
                  <a:pt x="2805" y="41478"/>
                  <a:pt x="6310" y="40310"/>
                </a:cubicBezTo>
                <a:cubicBezTo>
                  <a:pt x="12152" y="40310"/>
                  <a:pt x="17118" y="40017"/>
                  <a:pt x="21208" y="39433"/>
                </a:cubicBezTo>
                <a:cubicBezTo>
                  <a:pt x="25297" y="38849"/>
                  <a:pt x="30263" y="38557"/>
                  <a:pt x="36105" y="38557"/>
                </a:cubicBezTo>
                <a:cubicBezTo>
                  <a:pt x="43115" y="37389"/>
                  <a:pt x="56260" y="36512"/>
                  <a:pt x="75538" y="35928"/>
                </a:cubicBezTo>
                <a:cubicBezTo>
                  <a:pt x="94817" y="35344"/>
                  <a:pt x="117016" y="34760"/>
                  <a:pt x="142137" y="34175"/>
                </a:cubicBezTo>
                <a:cubicBezTo>
                  <a:pt x="167258" y="33591"/>
                  <a:pt x="193839" y="33007"/>
                  <a:pt x="221880" y="32423"/>
                </a:cubicBezTo>
                <a:cubicBezTo>
                  <a:pt x="249922" y="31839"/>
                  <a:pt x="276795" y="31254"/>
                  <a:pt x="302500" y="30670"/>
                </a:cubicBezTo>
                <a:cubicBezTo>
                  <a:pt x="328205" y="30086"/>
                  <a:pt x="350696" y="29794"/>
                  <a:pt x="369975" y="29794"/>
                </a:cubicBezTo>
                <a:close/>
                <a:moveTo>
                  <a:pt x="419048" y="0"/>
                </a:moveTo>
                <a:cubicBezTo>
                  <a:pt x="441832" y="0"/>
                  <a:pt x="457313" y="0"/>
                  <a:pt x="465492" y="0"/>
                </a:cubicBezTo>
                <a:cubicBezTo>
                  <a:pt x="477176" y="0"/>
                  <a:pt x="488568" y="292"/>
                  <a:pt x="499667" y="876"/>
                </a:cubicBezTo>
                <a:cubicBezTo>
                  <a:pt x="510767" y="1460"/>
                  <a:pt x="522743" y="1752"/>
                  <a:pt x="535596" y="1752"/>
                </a:cubicBezTo>
                <a:cubicBezTo>
                  <a:pt x="542606" y="4089"/>
                  <a:pt x="547864" y="6426"/>
                  <a:pt x="551369" y="8763"/>
                </a:cubicBezTo>
                <a:cubicBezTo>
                  <a:pt x="553706" y="11100"/>
                  <a:pt x="554874" y="13436"/>
                  <a:pt x="554874" y="15773"/>
                </a:cubicBezTo>
                <a:cubicBezTo>
                  <a:pt x="554874" y="18110"/>
                  <a:pt x="553122" y="19278"/>
                  <a:pt x="549616" y="19278"/>
                </a:cubicBezTo>
                <a:cubicBezTo>
                  <a:pt x="542606" y="19278"/>
                  <a:pt x="535596" y="20155"/>
                  <a:pt x="528585" y="21907"/>
                </a:cubicBezTo>
                <a:cubicBezTo>
                  <a:pt x="521575" y="23660"/>
                  <a:pt x="513396" y="23368"/>
                  <a:pt x="504049" y="21031"/>
                </a:cubicBezTo>
                <a:lnTo>
                  <a:pt x="442708" y="21031"/>
                </a:lnTo>
                <a:cubicBezTo>
                  <a:pt x="432192" y="21031"/>
                  <a:pt x="415835" y="21031"/>
                  <a:pt x="393635" y="21031"/>
                </a:cubicBezTo>
                <a:cubicBezTo>
                  <a:pt x="371435" y="21031"/>
                  <a:pt x="346023" y="21323"/>
                  <a:pt x="317397" y="21907"/>
                </a:cubicBezTo>
                <a:cubicBezTo>
                  <a:pt x="288771" y="22491"/>
                  <a:pt x="258685" y="23076"/>
                  <a:pt x="227138" y="23660"/>
                </a:cubicBezTo>
                <a:cubicBezTo>
                  <a:pt x="195591" y="24244"/>
                  <a:pt x="165505" y="25120"/>
                  <a:pt x="136879" y="26289"/>
                </a:cubicBezTo>
                <a:cubicBezTo>
                  <a:pt x="108253" y="27457"/>
                  <a:pt x="82549" y="28626"/>
                  <a:pt x="59765" y="29794"/>
                </a:cubicBezTo>
                <a:cubicBezTo>
                  <a:pt x="36981" y="30962"/>
                  <a:pt x="20331" y="32131"/>
                  <a:pt x="9816" y="33299"/>
                </a:cubicBezTo>
                <a:cubicBezTo>
                  <a:pt x="3974" y="33299"/>
                  <a:pt x="1053" y="32715"/>
                  <a:pt x="1053" y="31547"/>
                </a:cubicBezTo>
                <a:cubicBezTo>
                  <a:pt x="-116" y="25705"/>
                  <a:pt x="2513" y="21615"/>
                  <a:pt x="8939" y="19278"/>
                </a:cubicBezTo>
                <a:cubicBezTo>
                  <a:pt x="15366" y="16942"/>
                  <a:pt x="19747" y="15189"/>
                  <a:pt x="22084" y="14021"/>
                </a:cubicBezTo>
                <a:cubicBezTo>
                  <a:pt x="30263" y="12852"/>
                  <a:pt x="45744" y="11684"/>
                  <a:pt x="68528" y="10515"/>
                </a:cubicBezTo>
                <a:cubicBezTo>
                  <a:pt x="91312" y="9347"/>
                  <a:pt x="117893" y="8179"/>
                  <a:pt x="148271" y="7010"/>
                </a:cubicBezTo>
                <a:cubicBezTo>
                  <a:pt x="178649" y="5842"/>
                  <a:pt x="210488" y="4673"/>
                  <a:pt x="243788" y="3505"/>
                </a:cubicBezTo>
                <a:cubicBezTo>
                  <a:pt x="277087" y="2337"/>
                  <a:pt x="308926" y="1460"/>
                  <a:pt x="339304" y="876"/>
                </a:cubicBezTo>
                <a:cubicBezTo>
                  <a:pt x="369683" y="292"/>
                  <a:pt x="396264" y="0"/>
                  <a:pt x="4190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3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ugme" pitchFamily="2" charset="0"/>
              <a:ea typeface="微软雅黑"/>
              <a:cs typeface="+mn-cs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AE8FD3B9-DE1D-464A-9EAB-8F9C9358480F}"/>
              </a:ext>
            </a:extLst>
          </p:cNvPr>
          <p:cNvSpPr/>
          <p:nvPr/>
        </p:nvSpPr>
        <p:spPr>
          <a:xfrm>
            <a:off x="6958141" y="4228751"/>
            <a:ext cx="1240972" cy="45719"/>
          </a:xfrm>
          <a:custGeom>
            <a:avLst/>
            <a:gdLst/>
            <a:ahLst/>
            <a:cxnLst/>
            <a:rect l="l" t="t" r="r" b="b"/>
            <a:pathLst>
              <a:path w="560482" h="110414">
                <a:moveTo>
                  <a:pt x="467244" y="85877"/>
                </a:moveTo>
                <a:cubicBezTo>
                  <a:pt x="468413" y="85877"/>
                  <a:pt x="469581" y="86461"/>
                  <a:pt x="470749" y="87630"/>
                </a:cubicBezTo>
                <a:lnTo>
                  <a:pt x="476007" y="87630"/>
                </a:lnTo>
                <a:cubicBezTo>
                  <a:pt x="472502" y="86461"/>
                  <a:pt x="469581" y="85877"/>
                  <a:pt x="467244" y="85877"/>
                </a:cubicBezTo>
                <a:close/>
                <a:moveTo>
                  <a:pt x="369975" y="29794"/>
                </a:moveTo>
                <a:cubicBezTo>
                  <a:pt x="389254" y="29794"/>
                  <a:pt x="402398" y="29794"/>
                  <a:pt x="409408" y="29794"/>
                </a:cubicBezTo>
                <a:cubicBezTo>
                  <a:pt x="425766" y="29794"/>
                  <a:pt x="444753" y="30086"/>
                  <a:pt x="466368" y="30670"/>
                </a:cubicBezTo>
                <a:cubicBezTo>
                  <a:pt x="487983" y="31254"/>
                  <a:pt x="506970" y="32715"/>
                  <a:pt x="523327" y="35052"/>
                </a:cubicBezTo>
                <a:cubicBezTo>
                  <a:pt x="525664" y="35052"/>
                  <a:pt x="530922" y="35344"/>
                  <a:pt x="539101" y="35928"/>
                </a:cubicBezTo>
                <a:cubicBezTo>
                  <a:pt x="547280" y="36512"/>
                  <a:pt x="552537" y="37389"/>
                  <a:pt x="554874" y="38557"/>
                </a:cubicBezTo>
                <a:cubicBezTo>
                  <a:pt x="557211" y="39725"/>
                  <a:pt x="558379" y="41478"/>
                  <a:pt x="558379" y="43815"/>
                </a:cubicBezTo>
                <a:cubicBezTo>
                  <a:pt x="558379" y="46152"/>
                  <a:pt x="556627" y="48488"/>
                  <a:pt x="553122" y="50825"/>
                </a:cubicBezTo>
                <a:cubicBezTo>
                  <a:pt x="550785" y="51994"/>
                  <a:pt x="548156" y="52578"/>
                  <a:pt x="545235" y="52578"/>
                </a:cubicBezTo>
                <a:cubicBezTo>
                  <a:pt x="542314" y="52578"/>
                  <a:pt x="539685" y="54330"/>
                  <a:pt x="537348" y="57836"/>
                </a:cubicBezTo>
                <a:lnTo>
                  <a:pt x="533843" y="57836"/>
                </a:lnTo>
                <a:cubicBezTo>
                  <a:pt x="533843" y="60172"/>
                  <a:pt x="534427" y="61049"/>
                  <a:pt x="535596" y="60464"/>
                </a:cubicBezTo>
                <a:cubicBezTo>
                  <a:pt x="536764" y="59880"/>
                  <a:pt x="537348" y="60172"/>
                  <a:pt x="537348" y="61341"/>
                </a:cubicBezTo>
                <a:cubicBezTo>
                  <a:pt x="543190" y="62509"/>
                  <a:pt x="548156" y="63093"/>
                  <a:pt x="552245" y="63093"/>
                </a:cubicBezTo>
                <a:cubicBezTo>
                  <a:pt x="556335" y="63093"/>
                  <a:pt x="558964" y="65430"/>
                  <a:pt x="560132" y="70104"/>
                </a:cubicBezTo>
                <a:cubicBezTo>
                  <a:pt x="561301" y="73609"/>
                  <a:pt x="559548" y="77698"/>
                  <a:pt x="554874" y="82372"/>
                </a:cubicBezTo>
                <a:cubicBezTo>
                  <a:pt x="552537" y="84709"/>
                  <a:pt x="548448" y="85877"/>
                  <a:pt x="542606" y="85877"/>
                </a:cubicBezTo>
                <a:lnTo>
                  <a:pt x="498791" y="85877"/>
                </a:lnTo>
                <a:cubicBezTo>
                  <a:pt x="494118" y="85877"/>
                  <a:pt x="491781" y="85877"/>
                  <a:pt x="491781" y="85877"/>
                </a:cubicBezTo>
                <a:cubicBezTo>
                  <a:pt x="492949" y="88214"/>
                  <a:pt x="495286" y="89382"/>
                  <a:pt x="498791" y="89382"/>
                </a:cubicBezTo>
                <a:cubicBezTo>
                  <a:pt x="506970" y="89382"/>
                  <a:pt x="514857" y="89674"/>
                  <a:pt x="522451" y="90259"/>
                </a:cubicBezTo>
                <a:cubicBezTo>
                  <a:pt x="530046" y="90843"/>
                  <a:pt x="537348" y="91135"/>
                  <a:pt x="544359" y="91135"/>
                </a:cubicBezTo>
                <a:cubicBezTo>
                  <a:pt x="546696" y="92303"/>
                  <a:pt x="549032" y="92595"/>
                  <a:pt x="551369" y="92011"/>
                </a:cubicBezTo>
                <a:cubicBezTo>
                  <a:pt x="553706" y="91427"/>
                  <a:pt x="554874" y="92888"/>
                  <a:pt x="554874" y="96393"/>
                </a:cubicBezTo>
                <a:cubicBezTo>
                  <a:pt x="554874" y="98730"/>
                  <a:pt x="551369" y="99898"/>
                  <a:pt x="544359" y="99898"/>
                </a:cubicBezTo>
                <a:cubicBezTo>
                  <a:pt x="519822" y="101066"/>
                  <a:pt x="501712" y="101943"/>
                  <a:pt x="490028" y="102527"/>
                </a:cubicBezTo>
                <a:cubicBezTo>
                  <a:pt x="478344" y="103111"/>
                  <a:pt x="484186" y="103987"/>
                  <a:pt x="507554" y="105156"/>
                </a:cubicBezTo>
                <a:lnTo>
                  <a:pt x="542606" y="108661"/>
                </a:lnTo>
                <a:cubicBezTo>
                  <a:pt x="544943" y="108661"/>
                  <a:pt x="546696" y="109245"/>
                  <a:pt x="547864" y="110414"/>
                </a:cubicBezTo>
                <a:lnTo>
                  <a:pt x="542606" y="110414"/>
                </a:lnTo>
                <a:cubicBezTo>
                  <a:pt x="526249" y="109245"/>
                  <a:pt x="509891" y="108661"/>
                  <a:pt x="493533" y="108661"/>
                </a:cubicBezTo>
                <a:cubicBezTo>
                  <a:pt x="477176" y="108661"/>
                  <a:pt x="460818" y="107493"/>
                  <a:pt x="444460" y="105156"/>
                </a:cubicBezTo>
                <a:cubicBezTo>
                  <a:pt x="439787" y="103987"/>
                  <a:pt x="427227" y="103403"/>
                  <a:pt x="406780" y="103403"/>
                </a:cubicBezTo>
                <a:cubicBezTo>
                  <a:pt x="386333" y="103403"/>
                  <a:pt x="361796" y="103111"/>
                  <a:pt x="333170" y="102527"/>
                </a:cubicBezTo>
                <a:cubicBezTo>
                  <a:pt x="304545" y="101943"/>
                  <a:pt x="273874" y="101358"/>
                  <a:pt x="241159" y="100774"/>
                </a:cubicBezTo>
                <a:cubicBezTo>
                  <a:pt x="208444" y="100190"/>
                  <a:pt x="178065" y="99606"/>
                  <a:pt x="150024" y="99022"/>
                </a:cubicBezTo>
                <a:cubicBezTo>
                  <a:pt x="121982" y="98437"/>
                  <a:pt x="97738" y="97853"/>
                  <a:pt x="77291" y="97269"/>
                </a:cubicBezTo>
                <a:cubicBezTo>
                  <a:pt x="56844" y="96685"/>
                  <a:pt x="44283" y="95809"/>
                  <a:pt x="39610" y="94640"/>
                </a:cubicBezTo>
                <a:cubicBezTo>
                  <a:pt x="34936" y="94640"/>
                  <a:pt x="30263" y="92888"/>
                  <a:pt x="25589" y="89382"/>
                </a:cubicBezTo>
                <a:cubicBezTo>
                  <a:pt x="23252" y="88214"/>
                  <a:pt x="21500" y="87338"/>
                  <a:pt x="20331" y="86754"/>
                </a:cubicBezTo>
                <a:cubicBezTo>
                  <a:pt x="19163" y="86169"/>
                  <a:pt x="19747" y="84125"/>
                  <a:pt x="22084" y="80619"/>
                </a:cubicBezTo>
                <a:cubicBezTo>
                  <a:pt x="22084" y="79451"/>
                  <a:pt x="21500" y="78283"/>
                  <a:pt x="20331" y="77114"/>
                </a:cubicBezTo>
                <a:cubicBezTo>
                  <a:pt x="15658" y="74777"/>
                  <a:pt x="12445" y="71272"/>
                  <a:pt x="10692" y="66599"/>
                </a:cubicBezTo>
                <a:cubicBezTo>
                  <a:pt x="8939" y="61925"/>
                  <a:pt x="6310" y="58420"/>
                  <a:pt x="2805" y="56083"/>
                </a:cubicBezTo>
                <a:cubicBezTo>
                  <a:pt x="468" y="53746"/>
                  <a:pt x="-408" y="50825"/>
                  <a:pt x="176" y="47320"/>
                </a:cubicBezTo>
                <a:cubicBezTo>
                  <a:pt x="761" y="43815"/>
                  <a:pt x="2805" y="41478"/>
                  <a:pt x="6310" y="40310"/>
                </a:cubicBezTo>
                <a:cubicBezTo>
                  <a:pt x="12152" y="40310"/>
                  <a:pt x="17118" y="40017"/>
                  <a:pt x="21208" y="39433"/>
                </a:cubicBezTo>
                <a:cubicBezTo>
                  <a:pt x="25297" y="38849"/>
                  <a:pt x="30263" y="38557"/>
                  <a:pt x="36105" y="38557"/>
                </a:cubicBezTo>
                <a:cubicBezTo>
                  <a:pt x="43115" y="37389"/>
                  <a:pt x="56260" y="36512"/>
                  <a:pt x="75538" y="35928"/>
                </a:cubicBezTo>
                <a:cubicBezTo>
                  <a:pt x="94817" y="35344"/>
                  <a:pt x="117016" y="34760"/>
                  <a:pt x="142137" y="34175"/>
                </a:cubicBezTo>
                <a:cubicBezTo>
                  <a:pt x="167258" y="33591"/>
                  <a:pt x="193839" y="33007"/>
                  <a:pt x="221880" y="32423"/>
                </a:cubicBezTo>
                <a:cubicBezTo>
                  <a:pt x="249922" y="31839"/>
                  <a:pt x="276795" y="31254"/>
                  <a:pt x="302500" y="30670"/>
                </a:cubicBezTo>
                <a:cubicBezTo>
                  <a:pt x="328205" y="30086"/>
                  <a:pt x="350696" y="29794"/>
                  <a:pt x="369975" y="29794"/>
                </a:cubicBezTo>
                <a:close/>
                <a:moveTo>
                  <a:pt x="419048" y="0"/>
                </a:moveTo>
                <a:cubicBezTo>
                  <a:pt x="441832" y="0"/>
                  <a:pt x="457313" y="0"/>
                  <a:pt x="465492" y="0"/>
                </a:cubicBezTo>
                <a:cubicBezTo>
                  <a:pt x="477176" y="0"/>
                  <a:pt x="488568" y="292"/>
                  <a:pt x="499667" y="876"/>
                </a:cubicBezTo>
                <a:cubicBezTo>
                  <a:pt x="510767" y="1460"/>
                  <a:pt x="522743" y="1752"/>
                  <a:pt x="535596" y="1752"/>
                </a:cubicBezTo>
                <a:cubicBezTo>
                  <a:pt x="542606" y="4089"/>
                  <a:pt x="547864" y="6426"/>
                  <a:pt x="551369" y="8763"/>
                </a:cubicBezTo>
                <a:cubicBezTo>
                  <a:pt x="553706" y="11100"/>
                  <a:pt x="554874" y="13436"/>
                  <a:pt x="554874" y="15773"/>
                </a:cubicBezTo>
                <a:cubicBezTo>
                  <a:pt x="554874" y="18110"/>
                  <a:pt x="553122" y="19278"/>
                  <a:pt x="549616" y="19278"/>
                </a:cubicBezTo>
                <a:cubicBezTo>
                  <a:pt x="542606" y="19278"/>
                  <a:pt x="535596" y="20155"/>
                  <a:pt x="528585" y="21907"/>
                </a:cubicBezTo>
                <a:cubicBezTo>
                  <a:pt x="521575" y="23660"/>
                  <a:pt x="513396" y="23368"/>
                  <a:pt x="504049" y="21031"/>
                </a:cubicBezTo>
                <a:lnTo>
                  <a:pt x="442708" y="21031"/>
                </a:lnTo>
                <a:cubicBezTo>
                  <a:pt x="432192" y="21031"/>
                  <a:pt x="415835" y="21031"/>
                  <a:pt x="393635" y="21031"/>
                </a:cubicBezTo>
                <a:cubicBezTo>
                  <a:pt x="371435" y="21031"/>
                  <a:pt x="346023" y="21323"/>
                  <a:pt x="317397" y="21907"/>
                </a:cubicBezTo>
                <a:cubicBezTo>
                  <a:pt x="288771" y="22491"/>
                  <a:pt x="258685" y="23076"/>
                  <a:pt x="227138" y="23660"/>
                </a:cubicBezTo>
                <a:cubicBezTo>
                  <a:pt x="195591" y="24244"/>
                  <a:pt x="165505" y="25120"/>
                  <a:pt x="136879" y="26289"/>
                </a:cubicBezTo>
                <a:cubicBezTo>
                  <a:pt x="108253" y="27457"/>
                  <a:pt x="82549" y="28626"/>
                  <a:pt x="59765" y="29794"/>
                </a:cubicBezTo>
                <a:cubicBezTo>
                  <a:pt x="36981" y="30962"/>
                  <a:pt x="20331" y="32131"/>
                  <a:pt x="9816" y="33299"/>
                </a:cubicBezTo>
                <a:cubicBezTo>
                  <a:pt x="3974" y="33299"/>
                  <a:pt x="1053" y="32715"/>
                  <a:pt x="1053" y="31547"/>
                </a:cubicBezTo>
                <a:cubicBezTo>
                  <a:pt x="-116" y="25705"/>
                  <a:pt x="2513" y="21615"/>
                  <a:pt x="8939" y="19278"/>
                </a:cubicBezTo>
                <a:cubicBezTo>
                  <a:pt x="15366" y="16942"/>
                  <a:pt x="19747" y="15189"/>
                  <a:pt x="22084" y="14021"/>
                </a:cubicBezTo>
                <a:cubicBezTo>
                  <a:pt x="30263" y="12852"/>
                  <a:pt x="45744" y="11684"/>
                  <a:pt x="68528" y="10515"/>
                </a:cubicBezTo>
                <a:cubicBezTo>
                  <a:pt x="91312" y="9347"/>
                  <a:pt x="117893" y="8179"/>
                  <a:pt x="148271" y="7010"/>
                </a:cubicBezTo>
                <a:cubicBezTo>
                  <a:pt x="178649" y="5842"/>
                  <a:pt x="210488" y="4673"/>
                  <a:pt x="243788" y="3505"/>
                </a:cubicBezTo>
                <a:cubicBezTo>
                  <a:pt x="277087" y="2337"/>
                  <a:pt x="308926" y="1460"/>
                  <a:pt x="339304" y="876"/>
                </a:cubicBezTo>
                <a:cubicBezTo>
                  <a:pt x="369683" y="292"/>
                  <a:pt x="396264" y="0"/>
                  <a:pt x="4190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3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ugme" pitchFamily="2" charset="0"/>
              <a:ea typeface="微软雅黑"/>
              <a:cs typeface="+mn-cs"/>
            </a:endParaRPr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D2553171-681B-4EAB-AAA9-4C0CA15A15D9}"/>
              </a:ext>
            </a:extLst>
          </p:cNvPr>
          <p:cNvSpPr/>
          <p:nvPr/>
        </p:nvSpPr>
        <p:spPr>
          <a:xfrm>
            <a:off x="3992888" y="4228751"/>
            <a:ext cx="1240972" cy="45719"/>
          </a:xfrm>
          <a:custGeom>
            <a:avLst/>
            <a:gdLst/>
            <a:ahLst/>
            <a:cxnLst/>
            <a:rect l="l" t="t" r="r" b="b"/>
            <a:pathLst>
              <a:path w="560482" h="110414">
                <a:moveTo>
                  <a:pt x="467244" y="85877"/>
                </a:moveTo>
                <a:cubicBezTo>
                  <a:pt x="468413" y="85877"/>
                  <a:pt x="469581" y="86461"/>
                  <a:pt x="470749" y="87630"/>
                </a:cubicBezTo>
                <a:lnTo>
                  <a:pt x="476007" y="87630"/>
                </a:lnTo>
                <a:cubicBezTo>
                  <a:pt x="472502" y="86461"/>
                  <a:pt x="469581" y="85877"/>
                  <a:pt x="467244" y="85877"/>
                </a:cubicBezTo>
                <a:close/>
                <a:moveTo>
                  <a:pt x="369975" y="29794"/>
                </a:moveTo>
                <a:cubicBezTo>
                  <a:pt x="389254" y="29794"/>
                  <a:pt x="402398" y="29794"/>
                  <a:pt x="409408" y="29794"/>
                </a:cubicBezTo>
                <a:cubicBezTo>
                  <a:pt x="425766" y="29794"/>
                  <a:pt x="444753" y="30086"/>
                  <a:pt x="466368" y="30670"/>
                </a:cubicBezTo>
                <a:cubicBezTo>
                  <a:pt x="487983" y="31254"/>
                  <a:pt x="506970" y="32715"/>
                  <a:pt x="523327" y="35052"/>
                </a:cubicBezTo>
                <a:cubicBezTo>
                  <a:pt x="525664" y="35052"/>
                  <a:pt x="530922" y="35344"/>
                  <a:pt x="539101" y="35928"/>
                </a:cubicBezTo>
                <a:cubicBezTo>
                  <a:pt x="547280" y="36512"/>
                  <a:pt x="552537" y="37389"/>
                  <a:pt x="554874" y="38557"/>
                </a:cubicBezTo>
                <a:cubicBezTo>
                  <a:pt x="557211" y="39725"/>
                  <a:pt x="558379" y="41478"/>
                  <a:pt x="558379" y="43815"/>
                </a:cubicBezTo>
                <a:cubicBezTo>
                  <a:pt x="558379" y="46152"/>
                  <a:pt x="556627" y="48488"/>
                  <a:pt x="553122" y="50825"/>
                </a:cubicBezTo>
                <a:cubicBezTo>
                  <a:pt x="550785" y="51994"/>
                  <a:pt x="548156" y="52578"/>
                  <a:pt x="545235" y="52578"/>
                </a:cubicBezTo>
                <a:cubicBezTo>
                  <a:pt x="542314" y="52578"/>
                  <a:pt x="539685" y="54330"/>
                  <a:pt x="537348" y="57836"/>
                </a:cubicBezTo>
                <a:lnTo>
                  <a:pt x="533843" y="57836"/>
                </a:lnTo>
                <a:cubicBezTo>
                  <a:pt x="533843" y="60172"/>
                  <a:pt x="534427" y="61049"/>
                  <a:pt x="535596" y="60464"/>
                </a:cubicBezTo>
                <a:cubicBezTo>
                  <a:pt x="536764" y="59880"/>
                  <a:pt x="537348" y="60172"/>
                  <a:pt x="537348" y="61341"/>
                </a:cubicBezTo>
                <a:cubicBezTo>
                  <a:pt x="543190" y="62509"/>
                  <a:pt x="548156" y="63093"/>
                  <a:pt x="552245" y="63093"/>
                </a:cubicBezTo>
                <a:cubicBezTo>
                  <a:pt x="556335" y="63093"/>
                  <a:pt x="558964" y="65430"/>
                  <a:pt x="560132" y="70104"/>
                </a:cubicBezTo>
                <a:cubicBezTo>
                  <a:pt x="561301" y="73609"/>
                  <a:pt x="559548" y="77698"/>
                  <a:pt x="554874" y="82372"/>
                </a:cubicBezTo>
                <a:cubicBezTo>
                  <a:pt x="552537" y="84709"/>
                  <a:pt x="548448" y="85877"/>
                  <a:pt x="542606" y="85877"/>
                </a:cubicBezTo>
                <a:lnTo>
                  <a:pt x="498791" y="85877"/>
                </a:lnTo>
                <a:cubicBezTo>
                  <a:pt x="494118" y="85877"/>
                  <a:pt x="491781" y="85877"/>
                  <a:pt x="491781" y="85877"/>
                </a:cubicBezTo>
                <a:cubicBezTo>
                  <a:pt x="492949" y="88214"/>
                  <a:pt x="495286" y="89382"/>
                  <a:pt x="498791" y="89382"/>
                </a:cubicBezTo>
                <a:cubicBezTo>
                  <a:pt x="506970" y="89382"/>
                  <a:pt x="514857" y="89674"/>
                  <a:pt x="522451" y="90259"/>
                </a:cubicBezTo>
                <a:cubicBezTo>
                  <a:pt x="530046" y="90843"/>
                  <a:pt x="537348" y="91135"/>
                  <a:pt x="544359" y="91135"/>
                </a:cubicBezTo>
                <a:cubicBezTo>
                  <a:pt x="546696" y="92303"/>
                  <a:pt x="549032" y="92595"/>
                  <a:pt x="551369" y="92011"/>
                </a:cubicBezTo>
                <a:cubicBezTo>
                  <a:pt x="553706" y="91427"/>
                  <a:pt x="554874" y="92888"/>
                  <a:pt x="554874" y="96393"/>
                </a:cubicBezTo>
                <a:cubicBezTo>
                  <a:pt x="554874" y="98730"/>
                  <a:pt x="551369" y="99898"/>
                  <a:pt x="544359" y="99898"/>
                </a:cubicBezTo>
                <a:cubicBezTo>
                  <a:pt x="519822" y="101066"/>
                  <a:pt x="501712" y="101943"/>
                  <a:pt x="490028" y="102527"/>
                </a:cubicBezTo>
                <a:cubicBezTo>
                  <a:pt x="478344" y="103111"/>
                  <a:pt x="484186" y="103987"/>
                  <a:pt x="507554" y="105156"/>
                </a:cubicBezTo>
                <a:lnTo>
                  <a:pt x="542606" y="108661"/>
                </a:lnTo>
                <a:cubicBezTo>
                  <a:pt x="544943" y="108661"/>
                  <a:pt x="546696" y="109245"/>
                  <a:pt x="547864" y="110414"/>
                </a:cubicBezTo>
                <a:lnTo>
                  <a:pt x="542606" y="110414"/>
                </a:lnTo>
                <a:cubicBezTo>
                  <a:pt x="526249" y="109245"/>
                  <a:pt x="509891" y="108661"/>
                  <a:pt x="493533" y="108661"/>
                </a:cubicBezTo>
                <a:cubicBezTo>
                  <a:pt x="477176" y="108661"/>
                  <a:pt x="460818" y="107493"/>
                  <a:pt x="444460" y="105156"/>
                </a:cubicBezTo>
                <a:cubicBezTo>
                  <a:pt x="439787" y="103987"/>
                  <a:pt x="427227" y="103403"/>
                  <a:pt x="406780" y="103403"/>
                </a:cubicBezTo>
                <a:cubicBezTo>
                  <a:pt x="386333" y="103403"/>
                  <a:pt x="361796" y="103111"/>
                  <a:pt x="333170" y="102527"/>
                </a:cubicBezTo>
                <a:cubicBezTo>
                  <a:pt x="304545" y="101943"/>
                  <a:pt x="273874" y="101358"/>
                  <a:pt x="241159" y="100774"/>
                </a:cubicBezTo>
                <a:cubicBezTo>
                  <a:pt x="208444" y="100190"/>
                  <a:pt x="178065" y="99606"/>
                  <a:pt x="150024" y="99022"/>
                </a:cubicBezTo>
                <a:cubicBezTo>
                  <a:pt x="121982" y="98437"/>
                  <a:pt x="97738" y="97853"/>
                  <a:pt x="77291" y="97269"/>
                </a:cubicBezTo>
                <a:cubicBezTo>
                  <a:pt x="56844" y="96685"/>
                  <a:pt x="44283" y="95809"/>
                  <a:pt x="39610" y="94640"/>
                </a:cubicBezTo>
                <a:cubicBezTo>
                  <a:pt x="34936" y="94640"/>
                  <a:pt x="30263" y="92888"/>
                  <a:pt x="25589" y="89382"/>
                </a:cubicBezTo>
                <a:cubicBezTo>
                  <a:pt x="23252" y="88214"/>
                  <a:pt x="21500" y="87338"/>
                  <a:pt x="20331" y="86754"/>
                </a:cubicBezTo>
                <a:cubicBezTo>
                  <a:pt x="19163" y="86169"/>
                  <a:pt x="19747" y="84125"/>
                  <a:pt x="22084" y="80619"/>
                </a:cubicBezTo>
                <a:cubicBezTo>
                  <a:pt x="22084" y="79451"/>
                  <a:pt x="21500" y="78283"/>
                  <a:pt x="20331" y="77114"/>
                </a:cubicBezTo>
                <a:cubicBezTo>
                  <a:pt x="15658" y="74777"/>
                  <a:pt x="12445" y="71272"/>
                  <a:pt x="10692" y="66599"/>
                </a:cubicBezTo>
                <a:cubicBezTo>
                  <a:pt x="8939" y="61925"/>
                  <a:pt x="6310" y="58420"/>
                  <a:pt x="2805" y="56083"/>
                </a:cubicBezTo>
                <a:cubicBezTo>
                  <a:pt x="468" y="53746"/>
                  <a:pt x="-408" y="50825"/>
                  <a:pt x="176" y="47320"/>
                </a:cubicBezTo>
                <a:cubicBezTo>
                  <a:pt x="761" y="43815"/>
                  <a:pt x="2805" y="41478"/>
                  <a:pt x="6310" y="40310"/>
                </a:cubicBezTo>
                <a:cubicBezTo>
                  <a:pt x="12152" y="40310"/>
                  <a:pt x="17118" y="40017"/>
                  <a:pt x="21208" y="39433"/>
                </a:cubicBezTo>
                <a:cubicBezTo>
                  <a:pt x="25297" y="38849"/>
                  <a:pt x="30263" y="38557"/>
                  <a:pt x="36105" y="38557"/>
                </a:cubicBezTo>
                <a:cubicBezTo>
                  <a:pt x="43115" y="37389"/>
                  <a:pt x="56260" y="36512"/>
                  <a:pt x="75538" y="35928"/>
                </a:cubicBezTo>
                <a:cubicBezTo>
                  <a:pt x="94817" y="35344"/>
                  <a:pt x="117016" y="34760"/>
                  <a:pt x="142137" y="34175"/>
                </a:cubicBezTo>
                <a:cubicBezTo>
                  <a:pt x="167258" y="33591"/>
                  <a:pt x="193839" y="33007"/>
                  <a:pt x="221880" y="32423"/>
                </a:cubicBezTo>
                <a:cubicBezTo>
                  <a:pt x="249922" y="31839"/>
                  <a:pt x="276795" y="31254"/>
                  <a:pt x="302500" y="30670"/>
                </a:cubicBezTo>
                <a:cubicBezTo>
                  <a:pt x="328205" y="30086"/>
                  <a:pt x="350696" y="29794"/>
                  <a:pt x="369975" y="29794"/>
                </a:cubicBezTo>
                <a:close/>
                <a:moveTo>
                  <a:pt x="419048" y="0"/>
                </a:moveTo>
                <a:cubicBezTo>
                  <a:pt x="441832" y="0"/>
                  <a:pt x="457313" y="0"/>
                  <a:pt x="465492" y="0"/>
                </a:cubicBezTo>
                <a:cubicBezTo>
                  <a:pt x="477176" y="0"/>
                  <a:pt x="488568" y="292"/>
                  <a:pt x="499667" y="876"/>
                </a:cubicBezTo>
                <a:cubicBezTo>
                  <a:pt x="510767" y="1460"/>
                  <a:pt x="522743" y="1752"/>
                  <a:pt x="535596" y="1752"/>
                </a:cubicBezTo>
                <a:cubicBezTo>
                  <a:pt x="542606" y="4089"/>
                  <a:pt x="547864" y="6426"/>
                  <a:pt x="551369" y="8763"/>
                </a:cubicBezTo>
                <a:cubicBezTo>
                  <a:pt x="553706" y="11100"/>
                  <a:pt x="554874" y="13436"/>
                  <a:pt x="554874" y="15773"/>
                </a:cubicBezTo>
                <a:cubicBezTo>
                  <a:pt x="554874" y="18110"/>
                  <a:pt x="553122" y="19278"/>
                  <a:pt x="549616" y="19278"/>
                </a:cubicBezTo>
                <a:cubicBezTo>
                  <a:pt x="542606" y="19278"/>
                  <a:pt x="535596" y="20155"/>
                  <a:pt x="528585" y="21907"/>
                </a:cubicBezTo>
                <a:cubicBezTo>
                  <a:pt x="521575" y="23660"/>
                  <a:pt x="513396" y="23368"/>
                  <a:pt x="504049" y="21031"/>
                </a:cubicBezTo>
                <a:lnTo>
                  <a:pt x="442708" y="21031"/>
                </a:lnTo>
                <a:cubicBezTo>
                  <a:pt x="432192" y="21031"/>
                  <a:pt x="415835" y="21031"/>
                  <a:pt x="393635" y="21031"/>
                </a:cubicBezTo>
                <a:cubicBezTo>
                  <a:pt x="371435" y="21031"/>
                  <a:pt x="346023" y="21323"/>
                  <a:pt x="317397" y="21907"/>
                </a:cubicBezTo>
                <a:cubicBezTo>
                  <a:pt x="288771" y="22491"/>
                  <a:pt x="258685" y="23076"/>
                  <a:pt x="227138" y="23660"/>
                </a:cubicBezTo>
                <a:cubicBezTo>
                  <a:pt x="195591" y="24244"/>
                  <a:pt x="165505" y="25120"/>
                  <a:pt x="136879" y="26289"/>
                </a:cubicBezTo>
                <a:cubicBezTo>
                  <a:pt x="108253" y="27457"/>
                  <a:pt x="82549" y="28626"/>
                  <a:pt x="59765" y="29794"/>
                </a:cubicBezTo>
                <a:cubicBezTo>
                  <a:pt x="36981" y="30962"/>
                  <a:pt x="20331" y="32131"/>
                  <a:pt x="9816" y="33299"/>
                </a:cubicBezTo>
                <a:cubicBezTo>
                  <a:pt x="3974" y="33299"/>
                  <a:pt x="1053" y="32715"/>
                  <a:pt x="1053" y="31547"/>
                </a:cubicBezTo>
                <a:cubicBezTo>
                  <a:pt x="-116" y="25705"/>
                  <a:pt x="2513" y="21615"/>
                  <a:pt x="8939" y="19278"/>
                </a:cubicBezTo>
                <a:cubicBezTo>
                  <a:pt x="15366" y="16942"/>
                  <a:pt x="19747" y="15189"/>
                  <a:pt x="22084" y="14021"/>
                </a:cubicBezTo>
                <a:cubicBezTo>
                  <a:pt x="30263" y="12852"/>
                  <a:pt x="45744" y="11684"/>
                  <a:pt x="68528" y="10515"/>
                </a:cubicBezTo>
                <a:cubicBezTo>
                  <a:pt x="91312" y="9347"/>
                  <a:pt x="117893" y="8179"/>
                  <a:pt x="148271" y="7010"/>
                </a:cubicBezTo>
                <a:cubicBezTo>
                  <a:pt x="178649" y="5842"/>
                  <a:pt x="210488" y="4673"/>
                  <a:pt x="243788" y="3505"/>
                </a:cubicBezTo>
                <a:cubicBezTo>
                  <a:pt x="277087" y="2337"/>
                  <a:pt x="308926" y="1460"/>
                  <a:pt x="339304" y="876"/>
                </a:cubicBezTo>
                <a:cubicBezTo>
                  <a:pt x="369683" y="292"/>
                  <a:pt x="396264" y="0"/>
                  <a:pt x="41904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3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ugme" pitchFamily="2" charset="0"/>
              <a:ea typeface="微软雅黑"/>
              <a:cs typeface="+mn-cs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AC2882AA-0842-4A39-9A10-3E9CBFEBD83C}"/>
              </a:ext>
            </a:extLst>
          </p:cNvPr>
          <p:cNvSpPr/>
          <p:nvPr/>
        </p:nvSpPr>
        <p:spPr>
          <a:xfrm>
            <a:off x="9923394" y="4228751"/>
            <a:ext cx="1240972" cy="45719"/>
          </a:xfrm>
          <a:custGeom>
            <a:avLst/>
            <a:gdLst/>
            <a:ahLst/>
            <a:cxnLst/>
            <a:rect l="l" t="t" r="r" b="b"/>
            <a:pathLst>
              <a:path w="560482" h="110414">
                <a:moveTo>
                  <a:pt x="467244" y="85877"/>
                </a:moveTo>
                <a:cubicBezTo>
                  <a:pt x="468413" y="85877"/>
                  <a:pt x="469581" y="86461"/>
                  <a:pt x="470749" y="87630"/>
                </a:cubicBezTo>
                <a:lnTo>
                  <a:pt x="476007" y="87630"/>
                </a:lnTo>
                <a:cubicBezTo>
                  <a:pt x="472502" y="86461"/>
                  <a:pt x="469581" y="85877"/>
                  <a:pt x="467244" y="85877"/>
                </a:cubicBezTo>
                <a:close/>
                <a:moveTo>
                  <a:pt x="369975" y="29794"/>
                </a:moveTo>
                <a:cubicBezTo>
                  <a:pt x="389254" y="29794"/>
                  <a:pt x="402398" y="29794"/>
                  <a:pt x="409408" y="29794"/>
                </a:cubicBezTo>
                <a:cubicBezTo>
                  <a:pt x="425766" y="29794"/>
                  <a:pt x="444753" y="30086"/>
                  <a:pt x="466368" y="30670"/>
                </a:cubicBezTo>
                <a:cubicBezTo>
                  <a:pt x="487983" y="31254"/>
                  <a:pt x="506970" y="32715"/>
                  <a:pt x="523327" y="35052"/>
                </a:cubicBezTo>
                <a:cubicBezTo>
                  <a:pt x="525664" y="35052"/>
                  <a:pt x="530922" y="35344"/>
                  <a:pt x="539101" y="35928"/>
                </a:cubicBezTo>
                <a:cubicBezTo>
                  <a:pt x="547280" y="36512"/>
                  <a:pt x="552537" y="37389"/>
                  <a:pt x="554874" y="38557"/>
                </a:cubicBezTo>
                <a:cubicBezTo>
                  <a:pt x="557211" y="39725"/>
                  <a:pt x="558379" y="41478"/>
                  <a:pt x="558379" y="43815"/>
                </a:cubicBezTo>
                <a:cubicBezTo>
                  <a:pt x="558379" y="46152"/>
                  <a:pt x="556627" y="48488"/>
                  <a:pt x="553122" y="50825"/>
                </a:cubicBezTo>
                <a:cubicBezTo>
                  <a:pt x="550785" y="51994"/>
                  <a:pt x="548156" y="52578"/>
                  <a:pt x="545235" y="52578"/>
                </a:cubicBezTo>
                <a:cubicBezTo>
                  <a:pt x="542314" y="52578"/>
                  <a:pt x="539685" y="54330"/>
                  <a:pt x="537348" y="57836"/>
                </a:cubicBezTo>
                <a:lnTo>
                  <a:pt x="533843" y="57836"/>
                </a:lnTo>
                <a:cubicBezTo>
                  <a:pt x="533843" y="60172"/>
                  <a:pt x="534427" y="61049"/>
                  <a:pt x="535596" y="60464"/>
                </a:cubicBezTo>
                <a:cubicBezTo>
                  <a:pt x="536764" y="59880"/>
                  <a:pt x="537348" y="60172"/>
                  <a:pt x="537348" y="61341"/>
                </a:cubicBezTo>
                <a:cubicBezTo>
                  <a:pt x="543190" y="62509"/>
                  <a:pt x="548156" y="63093"/>
                  <a:pt x="552245" y="63093"/>
                </a:cubicBezTo>
                <a:cubicBezTo>
                  <a:pt x="556335" y="63093"/>
                  <a:pt x="558964" y="65430"/>
                  <a:pt x="560132" y="70104"/>
                </a:cubicBezTo>
                <a:cubicBezTo>
                  <a:pt x="561301" y="73609"/>
                  <a:pt x="559548" y="77698"/>
                  <a:pt x="554874" y="82372"/>
                </a:cubicBezTo>
                <a:cubicBezTo>
                  <a:pt x="552537" y="84709"/>
                  <a:pt x="548448" y="85877"/>
                  <a:pt x="542606" y="85877"/>
                </a:cubicBezTo>
                <a:lnTo>
                  <a:pt x="498791" y="85877"/>
                </a:lnTo>
                <a:cubicBezTo>
                  <a:pt x="494118" y="85877"/>
                  <a:pt x="491781" y="85877"/>
                  <a:pt x="491781" y="85877"/>
                </a:cubicBezTo>
                <a:cubicBezTo>
                  <a:pt x="492949" y="88214"/>
                  <a:pt x="495286" y="89382"/>
                  <a:pt x="498791" y="89382"/>
                </a:cubicBezTo>
                <a:cubicBezTo>
                  <a:pt x="506970" y="89382"/>
                  <a:pt x="514857" y="89674"/>
                  <a:pt x="522451" y="90259"/>
                </a:cubicBezTo>
                <a:cubicBezTo>
                  <a:pt x="530046" y="90843"/>
                  <a:pt x="537348" y="91135"/>
                  <a:pt x="544359" y="91135"/>
                </a:cubicBezTo>
                <a:cubicBezTo>
                  <a:pt x="546696" y="92303"/>
                  <a:pt x="549032" y="92595"/>
                  <a:pt x="551369" y="92011"/>
                </a:cubicBezTo>
                <a:cubicBezTo>
                  <a:pt x="553706" y="91427"/>
                  <a:pt x="554874" y="92888"/>
                  <a:pt x="554874" y="96393"/>
                </a:cubicBezTo>
                <a:cubicBezTo>
                  <a:pt x="554874" y="98730"/>
                  <a:pt x="551369" y="99898"/>
                  <a:pt x="544359" y="99898"/>
                </a:cubicBezTo>
                <a:cubicBezTo>
                  <a:pt x="519822" y="101066"/>
                  <a:pt x="501712" y="101943"/>
                  <a:pt x="490028" y="102527"/>
                </a:cubicBezTo>
                <a:cubicBezTo>
                  <a:pt x="478344" y="103111"/>
                  <a:pt x="484186" y="103987"/>
                  <a:pt x="507554" y="105156"/>
                </a:cubicBezTo>
                <a:lnTo>
                  <a:pt x="542606" y="108661"/>
                </a:lnTo>
                <a:cubicBezTo>
                  <a:pt x="544943" y="108661"/>
                  <a:pt x="546696" y="109245"/>
                  <a:pt x="547864" y="110414"/>
                </a:cubicBezTo>
                <a:lnTo>
                  <a:pt x="542606" y="110414"/>
                </a:lnTo>
                <a:cubicBezTo>
                  <a:pt x="526249" y="109245"/>
                  <a:pt x="509891" y="108661"/>
                  <a:pt x="493533" y="108661"/>
                </a:cubicBezTo>
                <a:cubicBezTo>
                  <a:pt x="477176" y="108661"/>
                  <a:pt x="460818" y="107493"/>
                  <a:pt x="444460" y="105156"/>
                </a:cubicBezTo>
                <a:cubicBezTo>
                  <a:pt x="439787" y="103987"/>
                  <a:pt x="427227" y="103403"/>
                  <a:pt x="406780" y="103403"/>
                </a:cubicBezTo>
                <a:cubicBezTo>
                  <a:pt x="386333" y="103403"/>
                  <a:pt x="361796" y="103111"/>
                  <a:pt x="333170" y="102527"/>
                </a:cubicBezTo>
                <a:cubicBezTo>
                  <a:pt x="304545" y="101943"/>
                  <a:pt x="273874" y="101358"/>
                  <a:pt x="241159" y="100774"/>
                </a:cubicBezTo>
                <a:cubicBezTo>
                  <a:pt x="208444" y="100190"/>
                  <a:pt x="178065" y="99606"/>
                  <a:pt x="150024" y="99022"/>
                </a:cubicBezTo>
                <a:cubicBezTo>
                  <a:pt x="121982" y="98437"/>
                  <a:pt x="97738" y="97853"/>
                  <a:pt x="77291" y="97269"/>
                </a:cubicBezTo>
                <a:cubicBezTo>
                  <a:pt x="56844" y="96685"/>
                  <a:pt x="44283" y="95809"/>
                  <a:pt x="39610" y="94640"/>
                </a:cubicBezTo>
                <a:cubicBezTo>
                  <a:pt x="34936" y="94640"/>
                  <a:pt x="30263" y="92888"/>
                  <a:pt x="25589" y="89382"/>
                </a:cubicBezTo>
                <a:cubicBezTo>
                  <a:pt x="23252" y="88214"/>
                  <a:pt x="21500" y="87338"/>
                  <a:pt x="20331" y="86754"/>
                </a:cubicBezTo>
                <a:cubicBezTo>
                  <a:pt x="19163" y="86169"/>
                  <a:pt x="19747" y="84125"/>
                  <a:pt x="22084" y="80619"/>
                </a:cubicBezTo>
                <a:cubicBezTo>
                  <a:pt x="22084" y="79451"/>
                  <a:pt x="21500" y="78283"/>
                  <a:pt x="20331" y="77114"/>
                </a:cubicBezTo>
                <a:cubicBezTo>
                  <a:pt x="15658" y="74777"/>
                  <a:pt x="12445" y="71272"/>
                  <a:pt x="10692" y="66599"/>
                </a:cubicBezTo>
                <a:cubicBezTo>
                  <a:pt x="8939" y="61925"/>
                  <a:pt x="6310" y="58420"/>
                  <a:pt x="2805" y="56083"/>
                </a:cubicBezTo>
                <a:cubicBezTo>
                  <a:pt x="468" y="53746"/>
                  <a:pt x="-408" y="50825"/>
                  <a:pt x="176" y="47320"/>
                </a:cubicBezTo>
                <a:cubicBezTo>
                  <a:pt x="761" y="43815"/>
                  <a:pt x="2805" y="41478"/>
                  <a:pt x="6310" y="40310"/>
                </a:cubicBezTo>
                <a:cubicBezTo>
                  <a:pt x="12152" y="40310"/>
                  <a:pt x="17118" y="40017"/>
                  <a:pt x="21208" y="39433"/>
                </a:cubicBezTo>
                <a:cubicBezTo>
                  <a:pt x="25297" y="38849"/>
                  <a:pt x="30263" y="38557"/>
                  <a:pt x="36105" y="38557"/>
                </a:cubicBezTo>
                <a:cubicBezTo>
                  <a:pt x="43115" y="37389"/>
                  <a:pt x="56260" y="36512"/>
                  <a:pt x="75538" y="35928"/>
                </a:cubicBezTo>
                <a:cubicBezTo>
                  <a:pt x="94817" y="35344"/>
                  <a:pt x="117016" y="34760"/>
                  <a:pt x="142137" y="34175"/>
                </a:cubicBezTo>
                <a:cubicBezTo>
                  <a:pt x="167258" y="33591"/>
                  <a:pt x="193839" y="33007"/>
                  <a:pt x="221880" y="32423"/>
                </a:cubicBezTo>
                <a:cubicBezTo>
                  <a:pt x="249922" y="31839"/>
                  <a:pt x="276795" y="31254"/>
                  <a:pt x="302500" y="30670"/>
                </a:cubicBezTo>
                <a:cubicBezTo>
                  <a:pt x="328205" y="30086"/>
                  <a:pt x="350696" y="29794"/>
                  <a:pt x="369975" y="29794"/>
                </a:cubicBezTo>
                <a:close/>
                <a:moveTo>
                  <a:pt x="419048" y="0"/>
                </a:moveTo>
                <a:cubicBezTo>
                  <a:pt x="441832" y="0"/>
                  <a:pt x="457313" y="0"/>
                  <a:pt x="465492" y="0"/>
                </a:cubicBezTo>
                <a:cubicBezTo>
                  <a:pt x="477176" y="0"/>
                  <a:pt x="488568" y="292"/>
                  <a:pt x="499667" y="876"/>
                </a:cubicBezTo>
                <a:cubicBezTo>
                  <a:pt x="510767" y="1460"/>
                  <a:pt x="522743" y="1752"/>
                  <a:pt x="535596" y="1752"/>
                </a:cubicBezTo>
                <a:cubicBezTo>
                  <a:pt x="542606" y="4089"/>
                  <a:pt x="547864" y="6426"/>
                  <a:pt x="551369" y="8763"/>
                </a:cubicBezTo>
                <a:cubicBezTo>
                  <a:pt x="553706" y="11100"/>
                  <a:pt x="554874" y="13436"/>
                  <a:pt x="554874" y="15773"/>
                </a:cubicBezTo>
                <a:cubicBezTo>
                  <a:pt x="554874" y="18110"/>
                  <a:pt x="553122" y="19278"/>
                  <a:pt x="549616" y="19278"/>
                </a:cubicBezTo>
                <a:cubicBezTo>
                  <a:pt x="542606" y="19278"/>
                  <a:pt x="535596" y="20155"/>
                  <a:pt x="528585" y="21907"/>
                </a:cubicBezTo>
                <a:cubicBezTo>
                  <a:pt x="521575" y="23660"/>
                  <a:pt x="513396" y="23368"/>
                  <a:pt x="504049" y="21031"/>
                </a:cubicBezTo>
                <a:lnTo>
                  <a:pt x="442708" y="21031"/>
                </a:lnTo>
                <a:cubicBezTo>
                  <a:pt x="432192" y="21031"/>
                  <a:pt x="415835" y="21031"/>
                  <a:pt x="393635" y="21031"/>
                </a:cubicBezTo>
                <a:cubicBezTo>
                  <a:pt x="371435" y="21031"/>
                  <a:pt x="346023" y="21323"/>
                  <a:pt x="317397" y="21907"/>
                </a:cubicBezTo>
                <a:cubicBezTo>
                  <a:pt x="288771" y="22491"/>
                  <a:pt x="258685" y="23076"/>
                  <a:pt x="227138" y="23660"/>
                </a:cubicBezTo>
                <a:cubicBezTo>
                  <a:pt x="195591" y="24244"/>
                  <a:pt x="165505" y="25120"/>
                  <a:pt x="136879" y="26289"/>
                </a:cubicBezTo>
                <a:cubicBezTo>
                  <a:pt x="108253" y="27457"/>
                  <a:pt x="82549" y="28626"/>
                  <a:pt x="59765" y="29794"/>
                </a:cubicBezTo>
                <a:cubicBezTo>
                  <a:pt x="36981" y="30962"/>
                  <a:pt x="20331" y="32131"/>
                  <a:pt x="9816" y="33299"/>
                </a:cubicBezTo>
                <a:cubicBezTo>
                  <a:pt x="3974" y="33299"/>
                  <a:pt x="1053" y="32715"/>
                  <a:pt x="1053" y="31547"/>
                </a:cubicBezTo>
                <a:cubicBezTo>
                  <a:pt x="-116" y="25705"/>
                  <a:pt x="2513" y="21615"/>
                  <a:pt x="8939" y="19278"/>
                </a:cubicBezTo>
                <a:cubicBezTo>
                  <a:pt x="15366" y="16942"/>
                  <a:pt x="19747" y="15189"/>
                  <a:pt x="22084" y="14021"/>
                </a:cubicBezTo>
                <a:cubicBezTo>
                  <a:pt x="30263" y="12852"/>
                  <a:pt x="45744" y="11684"/>
                  <a:pt x="68528" y="10515"/>
                </a:cubicBezTo>
                <a:cubicBezTo>
                  <a:pt x="91312" y="9347"/>
                  <a:pt x="117893" y="8179"/>
                  <a:pt x="148271" y="7010"/>
                </a:cubicBezTo>
                <a:cubicBezTo>
                  <a:pt x="178649" y="5842"/>
                  <a:pt x="210488" y="4673"/>
                  <a:pt x="243788" y="3505"/>
                </a:cubicBezTo>
                <a:cubicBezTo>
                  <a:pt x="277087" y="2337"/>
                  <a:pt x="308926" y="1460"/>
                  <a:pt x="339304" y="876"/>
                </a:cubicBezTo>
                <a:cubicBezTo>
                  <a:pt x="369683" y="292"/>
                  <a:pt x="396264" y="0"/>
                  <a:pt x="41904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3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ugme" pitchFamily="2" charset="0"/>
              <a:ea typeface="微软雅黑"/>
              <a:cs typeface="+mn-cs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BA1D5FBD-B6E5-4717-8271-460113A1703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/>
        </p:blipFill>
        <p:spPr>
          <a:xfrm>
            <a:off x="790233" y="1694423"/>
            <a:ext cx="1752942" cy="1752942"/>
          </a:xfrm>
          <a:prstGeom prst="ellipse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DF8FBD40-D48C-4DA3-B478-08276E9607E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/>
        </p:blipFill>
        <p:spPr>
          <a:xfrm>
            <a:off x="3757519" y="1694423"/>
            <a:ext cx="1752942" cy="1752942"/>
          </a:xfrm>
          <a:prstGeom prst="triangle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8AED77DA-B6B4-49DE-A26E-A2B43127E16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/>
        </p:blipFill>
        <p:spPr>
          <a:xfrm>
            <a:off x="6724805" y="1694423"/>
            <a:ext cx="1752942" cy="1752942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90364AEB-8E8A-457F-8F90-94D6CE0A9BA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/>
        </p:blipFill>
        <p:spPr>
          <a:xfrm>
            <a:off x="9692091" y="1694423"/>
            <a:ext cx="1752942" cy="1752942"/>
          </a:xfrm>
          <a:prstGeom prst="star5">
            <a:avLst/>
          </a:prstGeom>
        </p:spPr>
      </p:pic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9562F720-950A-4C23-959A-DCABA2F0C8A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4622694"/>
                  </p:ext>
                </p:extLst>
              </p:nvPr>
            </p:nvGraphicFramePr>
            <p:xfrm>
              <a:off x="872292" y="2013814"/>
              <a:ext cx="1560294" cy="1094149"/>
            </p:xfrm>
            <a:graphic>
              <a:graphicData uri="http://schemas.microsoft.com/office/powerpoint/2016/slidezoom">
                <pslz:sldZm>
                  <pslz:sldZmObj sldId="284" cId="773470376">
                    <pslz:zmPr id="{BF66D27A-2B61-4461-83E0-9E03D799DED6}" returnToParent="0" imageType="cover" transitionDur="1000">
                      <p166:blipFill xmlns:p166="http://schemas.microsoft.com/office/powerpoint/2016/6/main"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60294" cy="1094149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7" name="Slide Zoom 36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9562F720-950A-4C23-959A-DCABA2F0C8A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2292" y="2013814"/>
                <a:ext cx="1560294" cy="1094149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0" name="Slide Zoom 39">
                <a:extLst>
                  <a:ext uri="{FF2B5EF4-FFF2-40B4-BE49-F238E27FC236}">
                    <a16:creationId xmlns:a16="http://schemas.microsoft.com/office/drawing/2014/main" id="{A6A58DED-212A-484C-B22E-60D22122686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87380220"/>
                  </p:ext>
                </p:extLst>
              </p:nvPr>
            </p:nvGraphicFramePr>
            <p:xfrm>
              <a:off x="3767482" y="1633924"/>
              <a:ext cx="1714500" cy="1714500"/>
            </p:xfrm>
            <a:graphic>
              <a:graphicData uri="http://schemas.microsoft.com/office/powerpoint/2016/slidezoom">
                <pslz:sldZm>
                  <pslz:sldZmObj sldId="281" cId="1439651195">
                    <pslz:zmPr id="{D65DB671-68FD-4340-97F6-7E2F54EAF308}" returnToParent="0" imageType="cover" transitionDur="1000">
                      <p166:blipFill xmlns:p166="http://schemas.microsoft.com/office/powerpoint/2016/6/main"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8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714500" cy="171450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0" name="Slide Zoom 39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A6A58DED-212A-484C-B22E-60D22122686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767482" y="1633924"/>
                <a:ext cx="1714500" cy="1714500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4" name="Slide Zoom 43">
                <a:extLst>
                  <a:ext uri="{FF2B5EF4-FFF2-40B4-BE49-F238E27FC236}">
                    <a16:creationId xmlns:a16="http://schemas.microsoft.com/office/drawing/2014/main" id="{998F2549-CD4D-411E-B0DF-DE18F9E8B52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22166567"/>
                  </p:ext>
                </p:extLst>
              </p:nvPr>
            </p:nvGraphicFramePr>
            <p:xfrm>
              <a:off x="9686630" y="1930341"/>
              <a:ext cx="1714500" cy="1714500"/>
            </p:xfrm>
            <a:graphic>
              <a:graphicData uri="http://schemas.microsoft.com/office/powerpoint/2016/slidezoom">
                <pslz:sldZm>
                  <pslz:sldZmObj sldId="285" cId="1007335565">
                    <pslz:zmPr id="{9A1B8AAE-704C-4D87-92EB-FC42BBC5385F}" returnToParent="0" imageType="cover" transitionDur="1000">
                      <p166:blipFill xmlns:p166="http://schemas.microsoft.com/office/powerpoint/2016/6/main"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1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714500" cy="171450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4" name="Slide Zoom 43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998F2549-CD4D-411E-B0DF-DE18F9E8B52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686630" y="1930341"/>
                <a:ext cx="1714500" cy="1714500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6" name="Slide Zoom 45">
                <a:extLst>
                  <a:ext uri="{FF2B5EF4-FFF2-40B4-BE49-F238E27FC236}">
                    <a16:creationId xmlns:a16="http://schemas.microsoft.com/office/drawing/2014/main" id="{34AFE734-B0BD-4806-B2A6-C2288911111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52657839"/>
                  </p:ext>
                </p:extLst>
              </p:nvPr>
            </p:nvGraphicFramePr>
            <p:xfrm>
              <a:off x="6753115" y="1689318"/>
              <a:ext cx="1714500" cy="1714500"/>
            </p:xfrm>
            <a:graphic>
              <a:graphicData uri="http://schemas.microsoft.com/office/powerpoint/2016/slidezoom">
                <pslz:sldZm>
                  <pslz:sldZmObj sldId="269" cId="911933172">
                    <pslz:zmPr id="{00CE5A49-CCD4-4957-850D-75FEA3AE5075}" returnToParent="0" imageType="cover" transitionDur="1000">
                      <p166:blipFill xmlns:p166="http://schemas.microsoft.com/office/powerpoint/2016/6/main"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4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714500" cy="171450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6" name="Slide Zoom 45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34AFE734-B0BD-4806-B2A6-C2288911111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753115" y="1689318"/>
                <a:ext cx="1714500" cy="1714500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3091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676401" y="670560"/>
          <a:ext cx="8839201" cy="6035040"/>
        </p:xfrm>
        <a:graphic>
          <a:graphicData uri="http://schemas.openxmlformats.org/drawingml/2006/table">
            <a:tbl>
              <a:tblPr firstRow="1" bandRow="1">
                <a:tableStyleId>{327F97BB-C833-4FB7-BDE5-3F7075034690}</a:tableStyleId>
              </a:tblPr>
              <a:tblGrid>
                <a:gridCol w="1747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7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3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37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7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78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81200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Berlin Sans FB Demi" panose="020E0802020502020306" pitchFamily="34" charset="0"/>
                        </a:rPr>
                        <a:t>8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Berlin Sans FB Demi" panose="020E0802020502020306" pitchFamily="34" charset="0"/>
                        </a:rPr>
                        <a:t>SUPPLIERS &amp; PARTNERS</a:t>
                      </a:r>
                    </a:p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b="1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Peternakan</a:t>
                      </a:r>
                      <a:endParaRPr lang="en-US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b="1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Pertanian</a:t>
                      </a:r>
                      <a:endParaRPr lang="en-US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Ojek</a:t>
                      </a:r>
                      <a:r>
                        <a:rPr lang="en-US" b="1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online</a:t>
                      </a:r>
                      <a:endParaRPr lang="en-US" b="1" dirty="0">
                        <a:solidFill>
                          <a:schemeClr val="tx2">
                            <a:lumMod val="50000"/>
                          </a:schemeClr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b="1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Perusahaan air mineral</a:t>
                      </a:r>
                    </a:p>
                    <a:p>
                      <a:endParaRPr lang="en-US" b="1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Berlin Sans FB Demi" panose="020E0802020502020306" pitchFamily="34" charset="0"/>
                        </a:rPr>
                        <a:t>7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Berlin Sans FB Demi" panose="020E0802020502020306" pitchFamily="34" charset="0"/>
                        </a:rPr>
                        <a:t>KEGIATAN UTAMA</a:t>
                      </a:r>
                    </a:p>
                    <a:p>
                      <a:pPr algn="ctr"/>
                      <a:endParaRPr lang="en-US" b="1" dirty="0"/>
                    </a:p>
                    <a:p>
                      <a:pPr algn="ctr"/>
                      <a:endParaRPr lang="en-US" b="1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b="1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Pemasaran</a:t>
                      </a:r>
                      <a:endParaRPr lang="en-US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Berlin Sans FB Demi" panose="020E0802020502020306" pitchFamily="34" charset="0"/>
                        </a:rPr>
                        <a:t>2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Berlin Sans FB Demi" panose="020E0802020502020306" pitchFamily="34" charset="0"/>
                        </a:rPr>
                        <a:t>SOLUSI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endParaRPr lang="en-US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endParaRPr lang="en-US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Discount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Promo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b="1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Akses</a:t>
                      </a:r>
                      <a:r>
                        <a:rPr lang="en-US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mudah</a:t>
                      </a:r>
                      <a:endParaRPr lang="en-US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Free </a:t>
                      </a:r>
                      <a:r>
                        <a:rPr lang="en-US" b="1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ongkir</a:t>
                      </a:r>
                      <a:endParaRPr lang="en-US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b="1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Makanan</a:t>
                      </a:r>
                      <a:r>
                        <a:rPr lang="en-US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tanpa</a:t>
                      </a:r>
                      <a:r>
                        <a:rPr lang="en-US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pengawet</a:t>
                      </a:r>
                      <a:r>
                        <a:rPr lang="en-US" b="1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 &amp; </a:t>
                      </a:r>
                      <a:r>
                        <a:rPr lang="en-US" b="1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higienis</a:t>
                      </a:r>
                      <a:endParaRPr lang="en-US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Berlin Sans FB Demi" panose="020E0802020502020306" pitchFamily="34" charset="0"/>
                        </a:rPr>
                        <a:t>4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Berlin Sans FB Demi" panose="020E0802020502020306" pitchFamily="34" charset="0"/>
                        </a:rPr>
                        <a:t>TIPE RELASI DENGAN KONSUMEN</a:t>
                      </a:r>
                    </a:p>
                    <a:p>
                      <a:pPr algn="ctr"/>
                      <a:endParaRPr lang="en-US" b="1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Live chat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Call center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Berlin Sans FB Demi" panose="020E0802020502020306" pitchFamily="34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Berlin Sans FB Demi" panose="020E0802020502020306" pitchFamily="34" charset="0"/>
                        </a:rPr>
                        <a:t>TARGET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  <a:latin typeface="Berlin Sans FB Demi" panose="020E0802020502020306" pitchFamily="34" charset="0"/>
                        </a:rPr>
                        <a:t> PASAR</a:t>
                      </a:r>
                    </a:p>
                    <a:p>
                      <a:pPr algn="ctr"/>
                      <a:endParaRPr lang="en-US" b="1" baseline="0" dirty="0">
                        <a:solidFill>
                          <a:schemeClr val="tx1"/>
                        </a:solidFill>
                        <a:latin typeface="Berlin Sans FB Demi" panose="020E0802020502020306" pitchFamily="34" charset="0"/>
                      </a:endParaRPr>
                    </a:p>
                    <a:p>
                      <a:endParaRPr lang="en-US" b="1" baseline="0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b="1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Orang </a:t>
                      </a:r>
                      <a:r>
                        <a:rPr lang="en-US" b="1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lapar</a:t>
                      </a:r>
                      <a:endParaRPr lang="en-US" b="1" baseline="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b="1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Pemesanan</a:t>
                      </a:r>
                      <a:r>
                        <a:rPr lang="en-US" b="1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b="1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cathering</a:t>
                      </a:r>
                      <a:endParaRPr lang="en-US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1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Berlin Sans FB Demi" panose="020E0802020502020306" pitchFamily="34" charset="0"/>
                        </a:rPr>
                        <a:t>6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Berlin Sans FB Demi" panose="020E0802020502020306" pitchFamily="34" charset="0"/>
                        </a:rPr>
                        <a:t>ASET</a:t>
                      </a:r>
                    </a:p>
                    <a:p>
                      <a:endParaRPr lang="en-US" b="1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b="1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Kendaraan</a:t>
                      </a:r>
                      <a:endParaRPr lang="en-US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Pegawai</a:t>
                      </a:r>
                      <a:endParaRPr lang="en-US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Gedung</a:t>
                      </a:r>
                      <a:r>
                        <a:rPr lang="en-US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restoran</a:t>
                      </a:r>
                      <a:endParaRPr lang="en-US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Berlin Sans FB Demi" panose="020E0802020502020306" pitchFamily="34" charset="0"/>
                        </a:rPr>
                        <a:t>3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Berlin Sans FB Demi" panose="020E0802020502020306" pitchFamily="34" charset="0"/>
                        </a:rPr>
                        <a:t>KOMUNIKASI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  <a:latin typeface="Berlin Sans FB Demi" panose="020E0802020502020306" pitchFamily="34" charset="0"/>
                        </a:rPr>
                        <a:t> &amp; DISTRIBUSI</a:t>
                      </a:r>
                    </a:p>
                    <a:p>
                      <a:endParaRPr lang="en-US" b="1" baseline="0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b="1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Toko</a:t>
                      </a:r>
                      <a:endParaRPr lang="en-US" b="1" baseline="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b="1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Online store</a:t>
                      </a:r>
                      <a:endParaRPr lang="en-US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7839"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Berlin Sans FB Demi" panose="020E0802020502020306" pitchFamily="34" charset="0"/>
                        </a:rPr>
                        <a:t>9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Berlin Sans FB Demi" panose="020E0802020502020306" pitchFamily="34" charset="0"/>
                        </a:rPr>
                        <a:t>METODE PENGELUARAN</a:t>
                      </a:r>
                    </a:p>
                    <a:p>
                      <a:endParaRPr lang="en-US" b="1" dirty="0"/>
                    </a:p>
                    <a:p>
                      <a:pPr algn="ctr"/>
                      <a:r>
                        <a:rPr lang="en-US" b="1" dirty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     </a:t>
                      </a:r>
                      <a:r>
                        <a:rPr lang="en-US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INFRASTRUKTUR </a:t>
                      </a:r>
                      <a:r>
                        <a:rPr lang="en-US" b="1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   </a:t>
                      </a:r>
                      <a:r>
                        <a:rPr lang="en-US" b="1" dirty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pPr algn="ctr"/>
                      <a:endParaRPr lang="en-US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b="1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Infrastruktur</a:t>
                      </a:r>
                      <a:r>
                        <a:rPr lang="en-US" b="1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&amp; </a:t>
                      </a:r>
                      <a:r>
                        <a:rPr lang="en-US" b="1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gaji</a:t>
                      </a:r>
                      <a:r>
                        <a:rPr lang="en-US" b="1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b="1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pegawai</a:t>
                      </a:r>
                      <a:endParaRPr lang="en-US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Berlin Sans FB Demi" panose="020E0802020502020306" pitchFamily="34" charset="0"/>
                        </a:rPr>
                        <a:t>5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Berlin Sans FB Demi" panose="020E0802020502020306" pitchFamily="34" charset="0"/>
                        </a:rPr>
                        <a:t>METODE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  <a:latin typeface="Berlin Sans FB Demi" panose="020E0802020502020306" pitchFamily="34" charset="0"/>
                        </a:rPr>
                        <a:t> PEMASUKAN</a:t>
                      </a:r>
                    </a:p>
                    <a:p>
                      <a:endParaRPr lang="en-US" b="1" baseline="0" dirty="0"/>
                    </a:p>
                    <a:p>
                      <a:pPr algn="ctr"/>
                      <a:r>
                        <a:rPr lang="en-US" b="1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     </a:t>
                      </a:r>
                      <a:r>
                        <a:rPr lang="en-US" b="1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MANFAAT/VALUES     </a:t>
                      </a:r>
                      <a:r>
                        <a:rPr lang="en-US" b="1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b="1" baseline="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endParaRPr lang="en-US" b="1" baseline="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b="1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Hasil</a:t>
                      </a:r>
                      <a:r>
                        <a:rPr lang="en-US" b="1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b="1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penjualan</a:t>
                      </a:r>
                      <a:r>
                        <a:rPr lang="en-US" b="1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b="1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makanan</a:t>
                      </a:r>
                      <a:r>
                        <a:rPr lang="en-US" b="1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en-US" b="1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minuman</a:t>
                      </a:r>
                      <a:r>
                        <a:rPr lang="en-US" b="1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,</a:t>
                      </a:r>
                    </a:p>
                    <a:p>
                      <a:pPr algn="ctr"/>
                      <a:r>
                        <a:rPr lang="en-US" b="1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camilan</a:t>
                      </a:r>
                      <a:r>
                        <a:rPr lang="en-US" b="1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&amp; </a:t>
                      </a:r>
                      <a:r>
                        <a:rPr lang="en-US" b="1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paketan</a:t>
                      </a:r>
                      <a:endParaRPr lang="en-US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676400" y="152400"/>
            <a:ext cx="8763000" cy="3693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u="sng" dirty="0">
                <a:solidFill>
                  <a:srgbClr val="1F497D">
                    <a:lumMod val="50000"/>
                  </a:srgbClr>
                </a:solidFill>
                <a:latin typeface="Berlin Sans FB Demi" panose="020E0802020502020306" pitchFamily="34" charset="0"/>
              </a:rPr>
              <a:t>BUSINESS MODEL CANVAS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8496DB-AEBF-4F32-8744-54C016C2852D}"/>
              </a:ext>
            </a:extLst>
          </p:cNvPr>
          <p:cNvSpPr/>
          <p:nvPr/>
        </p:nvSpPr>
        <p:spPr>
          <a:xfrm>
            <a:off x="11293642" y="-14797"/>
            <a:ext cx="898358" cy="7363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pic>
        <p:nvPicPr>
          <p:cNvPr id="6" name="Graphic 5" descr="Play">
            <a:extLst>
              <a:ext uri="{FF2B5EF4-FFF2-40B4-BE49-F238E27FC236}">
                <a16:creationId xmlns:a16="http://schemas.microsoft.com/office/drawing/2014/main" id="{FC622E4F-8E41-4761-BA84-2CE156300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11426963" y="5690943"/>
            <a:ext cx="649706" cy="689811"/>
          </a:xfrm>
          <a:prstGeom prst="rect">
            <a:avLst/>
          </a:prstGeom>
        </p:spPr>
      </p:pic>
      <p:sp>
        <p:nvSpPr>
          <p:cNvPr id="8" name="Oval 7">
            <a:hlinkClick r:id="rId4" action="ppaction://hlinksldjump"/>
            <a:extLst>
              <a:ext uri="{FF2B5EF4-FFF2-40B4-BE49-F238E27FC236}">
                <a16:creationId xmlns:a16="http://schemas.microsoft.com/office/drawing/2014/main" id="{6DDF424C-4EBA-43CF-9EA6-20E2F078AAA0}"/>
              </a:ext>
            </a:extLst>
          </p:cNvPr>
          <p:cNvSpPr/>
          <p:nvPr/>
        </p:nvSpPr>
        <p:spPr>
          <a:xfrm>
            <a:off x="11478128" y="3191133"/>
            <a:ext cx="475733" cy="475733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13645D-8941-44AC-BFAE-6C10968B372C}"/>
              </a:ext>
            </a:extLst>
          </p:cNvPr>
          <p:cNvSpPr/>
          <p:nvPr/>
        </p:nvSpPr>
        <p:spPr>
          <a:xfrm>
            <a:off x="11510212" y="577516"/>
            <a:ext cx="475733" cy="475733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73470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877718" y="557073"/>
            <a:ext cx="2194560" cy="4783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Struktur aplikasi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4532" y="1392696"/>
            <a:ext cx="1016626" cy="48346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Sign 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01954" y="3092772"/>
            <a:ext cx="931282" cy="32637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Signup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24902" y="2134091"/>
            <a:ext cx="1068218" cy="57302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menu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22302" y="1918828"/>
            <a:ext cx="1177945" cy="52799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Makanan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6370" y="2756323"/>
            <a:ext cx="1177945" cy="52799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Minuman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6369" y="3674018"/>
            <a:ext cx="1177945" cy="52799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Cemilan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36369" y="4503549"/>
            <a:ext cx="1177945" cy="52799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Paket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50044" y="3242596"/>
            <a:ext cx="1001160" cy="49800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Rincian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78972" y="3242596"/>
            <a:ext cx="1001160" cy="49800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Alamat Pasti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0092" y="3230404"/>
            <a:ext cx="1464456" cy="49800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pembayaran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24508" y="3242596"/>
            <a:ext cx="1001160" cy="49800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Selesai</a:t>
            </a:r>
          </a:p>
        </p:txBody>
      </p:sp>
      <p:cxnSp>
        <p:nvCxnSpPr>
          <p:cNvPr id="26" name="Straight Arrow Connector 25"/>
          <p:cNvCxnSpPr>
            <a:stCxn id="5" idx="3"/>
            <a:endCxn id="14" idx="0"/>
          </p:cNvCxnSpPr>
          <p:nvPr/>
        </p:nvCxnSpPr>
        <p:spPr>
          <a:xfrm>
            <a:off x="2521158" y="1634428"/>
            <a:ext cx="337853" cy="499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6" idx="3"/>
            <a:endCxn id="14" idx="2"/>
          </p:cNvCxnSpPr>
          <p:nvPr/>
        </p:nvCxnSpPr>
        <p:spPr>
          <a:xfrm flipV="1">
            <a:off x="2433236" y="2707113"/>
            <a:ext cx="425775" cy="548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4" idx="3"/>
            <a:endCxn id="15" idx="1"/>
          </p:cNvCxnSpPr>
          <p:nvPr/>
        </p:nvCxnSpPr>
        <p:spPr>
          <a:xfrm flipV="1">
            <a:off x="3393120" y="2182824"/>
            <a:ext cx="329182" cy="237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15" idx="2"/>
            <a:endCxn id="16" idx="0"/>
          </p:cNvCxnSpPr>
          <p:nvPr/>
        </p:nvCxnSpPr>
        <p:spPr>
          <a:xfrm>
            <a:off x="4311275" y="2446820"/>
            <a:ext cx="14068" cy="3095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16" idx="2"/>
            <a:endCxn id="17" idx="0"/>
          </p:cNvCxnSpPr>
          <p:nvPr/>
        </p:nvCxnSpPr>
        <p:spPr>
          <a:xfrm flipH="1">
            <a:off x="4325342" y="3284315"/>
            <a:ext cx="1" cy="389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17" idx="2"/>
            <a:endCxn id="18" idx="0"/>
          </p:cNvCxnSpPr>
          <p:nvPr/>
        </p:nvCxnSpPr>
        <p:spPr>
          <a:xfrm>
            <a:off x="4325342" y="4202010"/>
            <a:ext cx="0" cy="301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5" idx="3"/>
            <a:endCxn id="20" idx="1"/>
          </p:cNvCxnSpPr>
          <p:nvPr/>
        </p:nvCxnSpPr>
        <p:spPr>
          <a:xfrm>
            <a:off x="4900247" y="2182824"/>
            <a:ext cx="749797" cy="1308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16" idx="3"/>
            <a:endCxn id="20" idx="1"/>
          </p:cNvCxnSpPr>
          <p:nvPr/>
        </p:nvCxnSpPr>
        <p:spPr>
          <a:xfrm>
            <a:off x="4914315" y="3020319"/>
            <a:ext cx="735729" cy="471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17" idx="3"/>
            <a:endCxn id="20" idx="1"/>
          </p:cNvCxnSpPr>
          <p:nvPr/>
        </p:nvCxnSpPr>
        <p:spPr>
          <a:xfrm flipV="1">
            <a:off x="4914314" y="3491598"/>
            <a:ext cx="735730" cy="446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18" idx="3"/>
            <a:endCxn id="20" idx="1"/>
          </p:cNvCxnSpPr>
          <p:nvPr/>
        </p:nvCxnSpPr>
        <p:spPr>
          <a:xfrm flipV="1">
            <a:off x="4914314" y="3491598"/>
            <a:ext cx="735730" cy="1275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20" idx="3"/>
            <a:endCxn id="21" idx="1"/>
          </p:cNvCxnSpPr>
          <p:nvPr/>
        </p:nvCxnSpPr>
        <p:spPr>
          <a:xfrm>
            <a:off x="6651204" y="3491598"/>
            <a:ext cx="3277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1" idx="3"/>
            <a:endCxn id="22" idx="1"/>
          </p:cNvCxnSpPr>
          <p:nvPr/>
        </p:nvCxnSpPr>
        <p:spPr>
          <a:xfrm flipV="1">
            <a:off x="7980132" y="3479406"/>
            <a:ext cx="339960" cy="12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22" idx="3"/>
          </p:cNvCxnSpPr>
          <p:nvPr/>
        </p:nvCxnSpPr>
        <p:spPr>
          <a:xfrm>
            <a:off x="9784548" y="3479406"/>
            <a:ext cx="3033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20" idx="2"/>
            <a:endCxn id="20" idx="2"/>
          </p:cNvCxnSpPr>
          <p:nvPr/>
        </p:nvCxnSpPr>
        <p:spPr>
          <a:xfrm>
            <a:off x="6150624" y="37406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20" idx="2"/>
          </p:cNvCxnSpPr>
          <p:nvPr/>
        </p:nvCxnSpPr>
        <p:spPr>
          <a:xfrm flipH="1">
            <a:off x="6089918" y="3740600"/>
            <a:ext cx="60706" cy="20271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3908938" y="5616285"/>
            <a:ext cx="1239837" cy="364389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tambah</a:t>
            </a:r>
          </a:p>
        </p:txBody>
      </p:sp>
      <p:cxnSp>
        <p:nvCxnSpPr>
          <p:cNvPr id="73" name="Straight Connector 72"/>
          <p:cNvCxnSpPr>
            <a:stCxn id="69" idx="3"/>
          </p:cNvCxnSpPr>
          <p:nvPr/>
        </p:nvCxnSpPr>
        <p:spPr>
          <a:xfrm flipV="1">
            <a:off x="5148775" y="5753680"/>
            <a:ext cx="941143" cy="4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69" idx="1"/>
          </p:cNvCxnSpPr>
          <p:nvPr/>
        </p:nvCxnSpPr>
        <p:spPr>
          <a:xfrm flipH="1" flipV="1">
            <a:off x="2859011" y="5798479"/>
            <a:ext cx="104992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V="1">
            <a:off x="2859011" y="2707113"/>
            <a:ext cx="0" cy="3105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14" idx="3"/>
            <a:endCxn id="16" idx="1"/>
          </p:cNvCxnSpPr>
          <p:nvPr/>
        </p:nvCxnSpPr>
        <p:spPr>
          <a:xfrm>
            <a:off x="3393120" y="2420602"/>
            <a:ext cx="343250" cy="599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stCxn id="14" idx="3"/>
            <a:endCxn id="17" idx="1"/>
          </p:cNvCxnSpPr>
          <p:nvPr/>
        </p:nvCxnSpPr>
        <p:spPr>
          <a:xfrm>
            <a:off x="3393120" y="2420602"/>
            <a:ext cx="343249" cy="1517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>
            <a:stCxn id="14" idx="3"/>
            <a:endCxn id="18" idx="1"/>
          </p:cNvCxnSpPr>
          <p:nvPr/>
        </p:nvCxnSpPr>
        <p:spPr>
          <a:xfrm>
            <a:off x="3393120" y="2420602"/>
            <a:ext cx="343249" cy="2346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651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132" y="659349"/>
            <a:ext cx="4442135" cy="895350"/>
          </a:xfrm>
        </p:spPr>
        <p:txBody>
          <a:bodyPr/>
          <a:lstStyle/>
          <a:p>
            <a:r>
              <a:rPr lang="id-ID" dirty="0"/>
              <a:t>Sign in dan sign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73099" y="1554699"/>
            <a:ext cx="10845800" cy="558799"/>
          </a:xfrm>
        </p:spPr>
        <p:txBody>
          <a:bodyPr numCol="2"/>
          <a:lstStyle/>
          <a:p>
            <a:pPr marL="0" indent="0">
              <a:buNone/>
            </a:pPr>
            <a:r>
              <a:rPr lang="id-ID" dirty="0"/>
              <a:t>sign in menggunakan:</a:t>
            </a:r>
          </a:p>
          <a:p>
            <a:pPr marL="514350" indent="-514350">
              <a:buAutoNum type="arabicPeriod"/>
            </a:pPr>
            <a:r>
              <a:rPr lang="id-ID" dirty="0"/>
              <a:t>E-mail</a:t>
            </a:r>
          </a:p>
          <a:p>
            <a:pPr marL="514350" indent="-514350">
              <a:buAutoNum type="arabicPeriod"/>
            </a:pPr>
            <a:r>
              <a:rPr lang="id-ID" dirty="0"/>
              <a:t>Password</a:t>
            </a:r>
          </a:p>
          <a:p>
            <a:pPr marL="514350" indent="-514350">
              <a:buAutoNum type="arabicPeriod"/>
            </a:pPr>
            <a:endParaRPr lang="id-ID" dirty="0"/>
          </a:p>
          <a:p>
            <a:pPr marL="514350" indent="-514350">
              <a:buAutoNum type="arabicPeriod"/>
            </a:pPr>
            <a:endParaRPr lang="id-ID" dirty="0"/>
          </a:p>
          <a:p>
            <a:pPr marL="514350" indent="-514350">
              <a:buAutoNum type="arabicPeriod"/>
            </a:pPr>
            <a:endParaRPr lang="id-ID" dirty="0"/>
          </a:p>
          <a:p>
            <a:pPr marL="514350" indent="-514350">
              <a:buAutoNum type="arabicPeriod"/>
            </a:pPr>
            <a:endParaRPr lang="id-ID" dirty="0"/>
          </a:p>
          <a:p>
            <a:pPr marL="514350" indent="-514350">
              <a:buAutoNum type="arabicPeriod"/>
            </a:pPr>
            <a:endParaRPr lang="id-ID" dirty="0"/>
          </a:p>
          <a:p>
            <a:pPr marL="514350" indent="-514350">
              <a:buAutoNum type="arabicPeriod"/>
            </a:pPr>
            <a:endParaRPr lang="id-ID" dirty="0"/>
          </a:p>
          <a:p>
            <a:pPr marL="0" indent="0">
              <a:buNone/>
            </a:pPr>
            <a:r>
              <a:rPr lang="id-ID" dirty="0"/>
              <a:t>Sign up menggunakan:</a:t>
            </a:r>
          </a:p>
          <a:p>
            <a:pPr marL="514350" indent="-514350">
              <a:buAutoNum type="arabicPeriod"/>
            </a:pPr>
            <a:r>
              <a:rPr lang="id-ID" dirty="0"/>
              <a:t>E-mail</a:t>
            </a:r>
          </a:p>
          <a:p>
            <a:pPr marL="514350" indent="-514350">
              <a:buAutoNum type="arabicPeriod"/>
            </a:pPr>
            <a:r>
              <a:rPr lang="id-ID" dirty="0"/>
              <a:t>Password</a:t>
            </a:r>
          </a:p>
          <a:p>
            <a:pPr marL="514350" indent="-514350">
              <a:buAutoNum type="arabicPeriod"/>
            </a:pPr>
            <a:r>
              <a:rPr lang="id-ID" dirty="0"/>
              <a:t>No.tlp</a:t>
            </a:r>
          </a:p>
          <a:p>
            <a:pPr marL="514350" indent="-514350">
              <a:buAutoNum type="arabicPeriod"/>
            </a:pPr>
            <a:r>
              <a:rPr lang="id-ID" dirty="0"/>
              <a:t>Alamat</a:t>
            </a:r>
          </a:p>
          <a:p>
            <a:pPr marL="514350" indent="-514350">
              <a:buAutoNum type="arabicPeriod"/>
            </a:pPr>
            <a:r>
              <a:rPr lang="id-ID" dirty="0"/>
              <a:t>IG / facebook</a:t>
            </a:r>
          </a:p>
        </p:txBody>
      </p:sp>
    </p:spTree>
    <p:extLst>
      <p:ext uri="{BB962C8B-B14F-4D97-AF65-F5344CB8AC3E}">
        <p14:creationId xmlns:p14="http://schemas.microsoft.com/office/powerpoint/2010/main" val="2634967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8" y="0"/>
            <a:ext cx="4442135" cy="895350"/>
          </a:xfrm>
        </p:spPr>
        <p:txBody>
          <a:bodyPr>
            <a:normAutofit/>
          </a:bodyPr>
          <a:lstStyle/>
          <a:p>
            <a:r>
              <a:rPr lang="id-ID" dirty="0"/>
              <a:t>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207878" y="1549311"/>
            <a:ext cx="10845800" cy="558799"/>
          </a:xfrm>
        </p:spPr>
        <p:txBody>
          <a:bodyPr numCol="4">
            <a:noAutofit/>
          </a:bodyPr>
          <a:lstStyle/>
          <a:p>
            <a:pPr marL="0" indent="0">
              <a:buNone/>
            </a:pPr>
            <a:r>
              <a:rPr lang="id-ID" sz="1400" dirty="0"/>
              <a:t>A. Makanan:</a:t>
            </a:r>
          </a:p>
          <a:p>
            <a:pPr marL="514350" indent="-514350">
              <a:buAutoNum type="arabicPeriod"/>
            </a:pPr>
            <a:r>
              <a:rPr lang="id-ID" sz="1400" dirty="0"/>
              <a:t>Ayam bakar</a:t>
            </a:r>
          </a:p>
          <a:p>
            <a:pPr marL="514350" indent="-514350">
              <a:buAutoNum type="arabicPeriod"/>
            </a:pPr>
            <a:r>
              <a:rPr lang="id-ID" sz="1400" dirty="0"/>
              <a:t>Ikan balado</a:t>
            </a:r>
          </a:p>
          <a:p>
            <a:pPr marL="514350" indent="-514350">
              <a:buAutoNum type="arabicPeriod"/>
            </a:pPr>
            <a:r>
              <a:rPr lang="id-ID" sz="1400" dirty="0"/>
              <a:t>Daun singkong</a:t>
            </a:r>
          </a:p>
          <a:p>
            <a:pPr marL="514350" indent="-514350">
              <a:buAutoNum type="arabicPeriod"/>
            </a:pPr>
            <a:r>
              <a:rPr lang="id-ID" sz="1400" dirty="0"/>
              <a:t>Sayur nangka</a:t>
            </a:r>
          </a:p>
          <a:p>
            <a:pPr marL="514350" indent="-514350">
              <a:buAutoNum type="arabicPeriod"/>
            </a:pPr>
            <a:r>
              <a:rPr lang="id-ID" sz="1400" dirty="0"/>
              <a:t>Rendang</a:t>
            </a:r>
          </a:p>
          <a:p>
            <a:pPr marL="514350" indent="-514350">
              <a:buAutoNum type="arabicPeriod"/>
            </a:pPr>
            <a:r>
              <a:rPr lang="id-ID" sz="1400" dirty="0"/>
              <a:t>Cumi</a:t>
            </a:r>
          </a:p>
          <a:p>
            <a:pPr marL="514350" indent="-514350">
              <a:buAutoNum type="arabicPeriod"/>
            </a:pPr>
            <a:r>
              <a:rPr lang="id-ID" sz="1400" dirty="0"/>
              <a:t>Cincang</a:t>
            </a:r>
          </a:p>
          <a:p>
            <a:pPr marL="0" indent="0">
              <a:buNone/>
            </a:pPr>
            <a:r>
              <a:rPr lang="id-ID" sz="1400" dirty="0"/>
              <a:t>B. Minuman:</a:t>
            </a:r>
          </a:p>
          <a:p>
            <a:pPr marL="0" indent="0">
              <a:buNone/>
            </a:pPr>
            <a:r>
              <a:rPr lang="id-ID" sz="1400" dirty="0"/>
              <a:t>1. Air Mineral</a:t>
            </a:r>
          </a:p>
          <a:p>
            <a:pPr marL="0" indent="0">
              <a:buNone/>
            </a:pPr>
            <a:r>
              <a:rPr lang="id-ID" sz="1400" dirty="0"/>
              <a:t>2. Teh manis p/d</a:t>
            </a:r>
          </a:p>
          <a:p>
            <a:pPr marL="0" indent="0">
              <a:buNone/>
            </a:pPr>
            <a:r>
              <a:rPr lang="id-ID" sz="1400" dirty="0"/>
              <a:t>3. Jus jeruk</a:t>
            </a:r>
          </a:p>
          <a:p>
            <a:pPr marL="0" indent="0">
              <a:buNone/>
            </a:pPr>
            <a:r>
              <a:rPr lang="id-ID" sz="1400" dirty="0"/>
              <a:t>4. Jus Sirsak</a:t>
            </a:r>
          </a:p>
          <a:p>
            <a:pPr marL="0" indent="0">
              <a:buNone/>
            </a:pPr>
            <a:endParaRPr lang="id-ID" sz="1400" dirty="0"/>
          </a:p>
          <a:p>
            <a:pPr marL="0" indent="0">
              <a:buNone/>
            </a:pPr>
            <a:endParaRPr lang="id-ID" sz="1400" dirty="0"/>
          </a:p>
          <a:p>
            <a:pPr marL="0" indent="0">
              <a:buNone/>
            </a:pPr>
            <a:r>
              <a:rPr lang="id-ID" sz="1400" dirty="0"/>
              <a:t>Rp.5.000</a:t>
            </a:r>
          </a:p>
          <a:p>
            <a:pPr marL="0" indent="0">
              <a:buNone/>
            </a:pPr>
            <a:r>
              <a:rPr lang="id-ID" sz="1400" dirty="0"/>
              <a:t>Rp.4.000</a:t>
            </a:r>
          </a:p>
          <a:p>
            <a:pPr marL="0" indent="0">
              <a:buNone/>
            </a:pPr>
            <a:r>
              <a:rPr lang="id-ID" sz="1400" dirty="0"/>
              <a:t>Rp.2.000</a:t>
            </a:r>
          </a:p>
          <a:p>
            <a:pPr marL="0" indent="0">
              <a:buNone/>
            </a:pPr>
            <a:r>
              <a:rPr lang="id-ID" sz="1400" dirty="0"/>
              <a:t>Rp.2.000</a:t>
            </a:r>
          </a:p>
          <a:p>
            <a:pPr marL="0" indent="0">
              <a:buNone/>
            </a:pPr>
            <a:r>
              <a:rPr lang="id-ID" sz="1400" dirty="0"/>
              <a:t>Rp.6.000</a:t>
            </a:r>
          </a:p>
          <a:p>
            <a:pPr marL="0" indent="0">
              <a:buNone/>
            </a:pPr>
            <a:r>
              <a:rPr lang="id-ID" sz="1400" dirty="0"/>
              <a:t>Rp.5.000</a:t>
            </a:r>
          </a:p>
          <a:p>
            <a:pPr marL="0" indent="0">
              <a:buNone/>
            </a:pPr>
            <a:r>
              <a:rPr lang="id-ID" sz="1400" dirty="0"/>
              <a:t>Rp.4.000</a:t>
            </a:r>
          </a:p>
          <a:p>
            <a:pPr marL="0" indent="0">
              <a:buNone/>
            </a:pPr>
            <a:endParaRPr lang="id-ID" sz="1400" dirty="0"/>
          </a:p>
          <a:p>
            <a:pPr marL="0" indent="0">
              <a:buNone/>
            </a:pPr>
            <a:r>
              <a:rPr lang="id-ID" sz="1400" dirty="0"/>
              <a:t>Rp.3.000</a:t>
            </a:r>
          </a:p>
          <a:p>
            <a:pPr marL="0" indent="0">
              <a:buNone/>
            </a:pPr>
            <a:r>
              <a:rPr lang="id-ID" sz="1400" dirty="0"/>
              <a:t>Rp.5.000</a:t>
            </a:r>
          </a:p>
          <a:p>
            <a:pPr marL="0" indent="0">
              <a:buNone/>
            </a:pPr>
            <a:r>
              <a:rPr lang="id-ID" sz="1400" dirty="0"/>
              <a:t>Rp.7.000</a:t>
            </a:r>
          </a:p>
          <a:p>
            <a:pPr marL="0" indent="0">
              <a:buNone/>
            </a:pPr>
            <a:r>
              <a:rPr lang="id-ID" sz="1400" dirty="0"/>
              <a:t>Rp.8.000</a:t>
            </a:r>
          </a:p>
          <a:p>
            <a:pPr marL="0" indent="0">
              <a:buNone/>
            </a:pPr>
            <a:endParaRPr lang="id-ID" sz="1400" dirty="0"/>
          </a:p>
          <a:p>
            <a:pPr marL="0" indent="0">
              <a:buNone/>
            </a:pPr>
            <a:r>
              <a:rPr lang="id-ID" sz="1400" dirty="0"/>
              <a:t>C. Cemilan:</a:t>
            </a:r>
          </a:p>
          <a:p>
            <a:pPr marL="457200" indent="-457200">
              <a:buAutoNum type="arabicPeriod"/>
            </a:pPr>
            <a:r>
              <a:rPr lang="id-ID" sz="1400" dirty="0"/>
              <a:t>Kripik sanjai</a:t>
            </a:r>
          </a:p>
          <a:p>
            <a:pPr marL="457200" indent="-457200">
              <a:buAutoNum type="arabicPeriod"/>
            </a:pPr>
            <a:r>
              <a:rPr lang="id-ID" sz="1400" dirty="0"/>
              <a:t>Kripik Ikan</a:t>
            </a:r>
          </a:p>
          <a:p>
            <a:pPr marL="457200" indent="-457200">
              <a:buAutoNum type="arabicPeriod"/>
            </a:pPr>
            <a:r>
              <a:rPr lang="id-ID" sz="1400" dirty="0"/>
              <a:t>Tahu &amp; Tempe</a:t>
            </a:r>
          </a:p>
          <a:p>
            <a:pPr marL="0" indent="0">
              <a:buNone/>
            </a:pPr>
            <a:r>
              <a:rPr lang="id-ID" sz="1400" dirty="0"/>
              <a:t>D. Paketan:</a:t>
            </a:r>
          </a:p>
          <a:p>
            <a:pPr marL="0" indent="0">
              <a:buNone/>
            </a:pPr>
            <a:r>
              <a:rPr lang="id-ID" sz="1400" dirty="0"/>
              <a:t>1.     Hemat (1 org)</a:t>
            </a:r>
          </a:p>
          <a:p>
            <a:pPr marL="0" indent="0">
              <a:buNone/>
            </a:pPr>
            <a:r>
              <a:rPr lang="id-ID" sz="1400" dirty="0"/>
              <a:t>     - Ayam / ikan + sayur</a:t>
            </a:r>
          </a:p>
          <a:p>
            <a:pPr marL="457200" indent="-457200">
              <a:buAutoNum type="arabicPeriod" startAt="2"/>
            </a:pPr>
            <a:r>
              <a:rPr lang="id-ID" sz="1400" dirty="0"/>
              <a:t>Keluarga (5 org)</a:t>
            </a:r>
          </a:p>
          <a:p>
            <a:pPr marL="0" indent="0">
              <a:buNone/>
            </a:pPr>
            <a:r>
              <a:rPr lang="id-ID" sz="1400" dirty="0"/>
              <a:t>     - Ayam / ikan / bebas 5</a:t>
            </a:r>
          </a:p>
          <a:p>
            <a:pPr marL="0" indent="0">
              <a:buNone/>
            </a:pPr>
            <a:r>
              <a:rPr lang="id-ID" sz="1400" dirty="0"/>
              <a:t>     - Sayur – sayur</a:t>
            </a:r>
          </a:p>
          <a:p>
            <a:pPr marL="0" indent="0">
              <a:buNone/>
            </a:pPr>
            <a:r>
              <a:rPr lang="id-ID" sz="1400" dirty="0"/>
              <a:t>     - Teh Manis 5</a:t>
            </a:r>
          </a:p>
          <a:p>
            <a:pPr marL="0" indent="0">
              <a:buNone/>
            </a:pPr>
            <a:r>
              <a:rPr lang="id-ID" sz="1400" dirty="0"/>
              <a:t>3.    Pasangan (2 org)</a:t>
            </a:r>
          </a:p>
          <a:p>
            <a:pPr marL="0" indent="0">
              <a:buNone/>
            </a:pPr>
            <a:r>
              <a:rPr lang="id-ID" sz="1400" dirty="0"/>
              <a:t>     - ayam / ikan 2</a:t>
            </a:r>
          </a:p>
          <a:p>
            <a:pPr marL="0" indent="0">
              <a:buNone/>
            </a:pPr>
            <a:r>
              <a:rPr lang="id-ID" sz="1400" dirty="0"/>
              <a:t>     - Teh Manis</a:t>
            </a:r>
          </a:p>
          <a:p>
            <a:pPr marL="0" indent="0">
              <a:buNone/>
            </a:pPr>
            <a:endParaRPr lang="id-ID" sz="1400" dirty="0"/>
          </a:p>
          <a:p>
            <a:pPr marL="0" indent="0">
              <a:buNone/>
            </a:pPr>
            <a:r>
              <a:rPr lang="id-ID" sz="1400" dirty="0"/>
              <a:t>Rp.3.000</a:t>
            </a:r>
          </a:p>
          <a:p>
            <a:pPr marL="0" indent="0">
              <a:buNone/>
            </a:pPr>
            <a:r>
              <a:rPr lang="id-ID" sz="1400" dirty="0"/>
              <a:t>Rp.4.000</a:t>
            </a:r>
          </a:p>
          <a:p>
            <a:pPr marL="0" indent="0">
              <a:buNone/>
            </a:pPr>
            <a:r>
              <a:rPr lang="id-ID" sz="1400" dirty="0"/>
              <a:t>Rp.5.000</a:t>
            </a:r>
          </a:p>
          <a:p>
            <a:pPr marL="0" indent="0">
              <a:buNone/>
            </a:pPr>
            <a:endParaRPr lang="id-ID" sz="1400" dirty="0"/>
          </a:p>
          <a:p>
            <a:pPr marL="0" indent="0">
              <a:buNone/>
            </a:pPr>
            <a:r>
              <a:rPr lang="id-ID" sz="1400" dirty="0"/>
              <a:t>Rp. 10.000</a:t>
            </a:r>
          </a:p>
          <a:p>
            <a:pPr marL="0" indent="0">
              <a:buNone/>
            </a:pPr>
            <a:endParaRPr lang="id-ID" sz="1400" dirty="0"/>
          </a:p>
          <a:p>
            <a:pPr marL="0" indent="0">
              <a:buNone/>
            </a:pPr>
            <a:r>
              <a:rPr lang="id-ID" sz="1400" dirty="0"/>
              <a:t>Rp. 40.000</a:t>
            </a:r>
          </a:p>
          <a:p>
            <a:pPr marL="0" indent="0">
              <a:buNone/>
            </a:pPr>
            <a:endParaRPr lang="id-ID" sz="1400" dirty="0"/>
          </a:p>
          <a:p>
            <a:pPr marL="0" indent="0">
              <a:buNone/>
            </a:pPr>
            <a:endParaRPr lang="id-ID" sz="1400" dirty="0"/>
          </a:p>
          <a:p>
            <a:pPr marL="0" indent="0">
              <a:buNone/>
            </a:pPr>
            <a:endParaRPr lang="id-ID" sz="1400" dirty="0"/>
          </a:p>
          <a:p>
            <a:pPr marL="0" indent="0">
              <a:buNone/>
            </a:pPr>
            <a:endParaRPr lang="id-ID" sz="1400" dirty="0"/>
          </a:p>
          <a:p>
            <a:pPr marL="0" indent="0">
              <a:buNone/>
            </a:pPr>
            <a:r>
              <a:rPr lang="id-ID" sz="1400" dirty="0"/>
              <a:t>Rp. 15.000</a:t>
            </a:r>
          </a:p>
        </p:txBody>
      </p:sp>
    </p:spTree>
    <p:extLst>
      <p:ext uri="{BB962C8B-B14F-4D97-AF65-F5344CB8AC3E}">
        <p14:creationId xmlns:p14="http://schemas.microsoft.com/office/powerpoint/2010/main" val="4112172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426" y="0"/>
            <a:ext cx="4442135" cy="895350"/>
          </a:xfrm>
        </p:spPr>
        <p:txBody>
          <a:bodyPr/>
          <a:lstStyle/>
          <a:p>
            <a:r>
              <a:rPr lang="id-ID" dirty="0"/>
              <a:t>Tampilan Rincian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93542" y="895350"/>
            <a:ext cx="4442135" cy="1015623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id-ID" sz="1600" dirty="0"/>
              <a:t>Pesanan:</a:t>
            </a:r>
          </a:p>
          <a:p>
            <a:pPr marL="514350" indent="-514350">
              <a:buAutoNum type="arabicPeriod"/>
            </a:pPr>
            <a:r>
              <a:rPr lang="id-ID" sz="1600" dirty="0"/>
              <a:t>Ayam bakar		Rp. 5.000</a:t>
            </a:r>
          </a:p>
          <a:p>
            <a:pPr marL="514350" indent="-514350">
              <a:buAutoNum type="arabicPeriod"/>
            </a:pPr>
            <a:r>
              <a:rPr lang="id-ID" sz="1600" dirty="0"/>
              <a:t>Daun Singkong	Rp. 2.000</a:t>
            </a:r>
          </a:p>
          <a:p>
            <a:pPr marL="514350" indent="-514350">
              <a:buAutoNum type="arabicPeriod"/>
            </a:pPr>
            <a:r>
              <a:rPr lang="id-ID" sz="1600" dirty="0"/>
              <a:t>Teh Manis (P)	Rp. 5.000</a:t>
            </a:r>
          </a:p>
          <a:p>
            <a:pPr marL="0" indent="0">
              <a:buNone/>
            </a:pPr>
            <a:r>
              <a:rPr lang="id-ID" sz="1600" dirty="0"/>
              <a:t>	</a:t>
            </a:r>
          </a:p>
          <a:p>
            <a:pPr marL="0" indent="0">
              <a:buNone/>
            </a:pPr>
            <a:r>
              <a:rPr lang="id-ID" sz="1600" dirty="0"/>
              <a:t>“Pajak 0.5% ditanggung pembeli”</a:t>
            </a:r>
          </a:p>
          <a:p>
            <a:pPr marL="0" indent="0">
              <a:buNone/>
            </a:pPr>
            <a:endParaRPr lang="id-ID" sz="1600" dirty="0"/>
          </a:p>
          <a:p>
            <a:pPr marL="0" indent="0">
              <a:buNone/>
            </a:pPr>
            <a:r>
              <a:rPr lang="id-ID" sz="1600" dirty="0"/>
              <a:t>Total: </a:t>
            </a:r>
          </a:p>
          <a:p>
            <a:pPr marL="0" indent="0">
              <a:buNone/>
            </a:pPr>
            <a:r>
              <a:rPr lang="id-ID" sz="1600" dirty="0"/>
              <a:t>Rp. 12.000 + pajak</a:t>
            </a:r>
          </a:p>
          <a:p>
            <a:pPr marL="0" indent="0">
              <a:buNone/>
            </a:pPr>
            <a:r>
              <a:rPr lang="id-ID" sz="1600" dirty="0"/>
              <a:t>Rp.12.060	</a:t>
            </a:r>
          </a:p>
          <a:p>
            <a:pPr marL="0" indent="0">
              <a:buNone/>
            </a:pPr>
            <a:endParaRPr lang="id-ID" sz="1600" dirty="0"/>
          </a:p>
        </p:txBody>
      </p:sp>
    </p:spTree>
    <p:extLst>
      <p:ext uri="{BB962C8B-B14F-4D97-AF65-F5344CB8AC3E}">
        <p14:creationId xmlns:p14="http://schemas.microsoft.com/office/powerpoint/2010/main" val="2482853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776" y="2822436"/>
            <a:ext cx="4442135" cy="895350"/>
          </a:xfrm>
        </p:spPr>
        <p:txBody>
          <a:bodyPr/>
          <a:lstStyle/>
          <a:p>
            <a:r>
              <a:rPr lang="id-ID" dirty="0"/>
              <a:t>Alamat</a:t>
            </a:r>
          </a:p>
        </p:txBody>
      </p:sp>
      <p:sp>
        <p:nvSpPr>
          <p:cNvPr id="4" name="Oval 3"/>
          <p:cNvSpPr/>
          <p:nvPr/>
        </p:nvSpPr>
        <p:spPr>
          <a:xfrm>
            <a:off x="2166425" y="1856935"/>
            <a:ext cx="2897945" cy="11113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Alamat Akun</a:t>
            </a:r>
          </a:p>
        </p:txBody>
      </p:sp>
      <p:sp>
        <p:nvSpPr>
          <p:cNvPr id="5" name="Oval 4"/>
          <p:cNvSpPr/>
          <p:nvPr/>
        </p:nvSpPr>
        <p:spPr>
          <a:xfrm>
            <a:off x="6736081" y="1814732"/>
            <a:ext cx="2897945" cy="11113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Alamat Lain</a:t>
            </a:r>
          </a:p>
        </p:txBody>
      </p:sp>
      <p:cxnSp>
        <p:nvCxnSpPr>
          <p:cNvPr id="7" name="Straight Arrow Connector 6"/>
          <p:cNvCxnSpPr>
            <a:stCxn id="4" idx="4"/>
          </p:cNvCxnSpPr>
          <p:nvPr/>
        </p:nvCxnSpPr>
        <p:spPr>
          <a:xfrm flipH="1">
            <a:off x="3615397" y="2968282"/>
            <a:ext cx="1" cy="506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461847" y="3474719"/>
            <a:ext cx="2321169" cy="11676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Langsung</a:t>
            </a:r>
          </a:p>
        </p:txBody>
      </p:sp>
      <p:cxnSp>
        <p:nvCxnSpPr>
          <p:cNvPr id="10" name="Straight Arrow Connector 9"/>
          <p:cNvCxnSpPr>
            <a:stCxn id="5" idx="4"/>
          </p:cNvCxnSpPr>
          <p:nvPr/>
        </p:nvCxnSpPr>
        <p:spPr>
          <a:xfrm flipH="1">
            <a:off x="8185053" y="2926079"/>
            <a:ext cx="1" cy="365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89786" y="3291839"/>
            <a:ext cx="4557932" cy="32316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Silahkan isi form Alamat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Nama: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No.Tlp: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Alamat: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86735" y="3953021"/>
            <a:ext cx="4123006" cy="281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398457" y="4529796"/>
            <a:ext cx="4123006" cy="281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86735" y="5104614"/>
            <a:ext cx="4123006" cy="11836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356D39-FD40-4303-B0D8-7F94E19BC732}"/>
              </a:ext>
            </a:extLst>
          </p:cNvPr>
          <p:cNvSpPr/>
          <p:nvPr/>
        </p:nvSpPr>
        <p:spPr>
          <a:xfrm>
            <a:off x="11293642" y="-14797"/>
            <a:ext cx="898358" cy="7363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pic>
        <p:nvPicPr>
          <p:cNvPr id="17" name="Graphic 16" descr="Play">
            <a:extLst>
              <a:ext uri="{FF2B5EF4-FFF2-40B4-BE49-F238E27FC236}">
                <a16:creationId xmlns:a16="http://schemas.microsoft.com/office/drawing/2014/main" id="{A6B665DB-8264-45B1-B52E-9DECD3285D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11426963" y="5690943"/>
            <a:ext cx="649706" cy="68981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C34CE5E-6E5B-46F0-AC00-D8656FFFD656}"/>
              </a:ext>
            </a:extLst>
          </p:cNvPr>
          <p:cNvSpPr/>
          <p:nvPr/>
        </p:nvSpPr>
        <p:spPr>
          <a:xfrm>
            <a:off x="11510212" y="577516"/>
            <a:ext cx="475733" cy="475733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" name="Oval 19">
            <a:hlinkClick r:id="rId4" action="ppaction://hlinksldjump"/>
            <a:extLst>
              <a:ext uri="{FF2B5EF4-FFF2-40B4-BE49-F238E27FC236}">
                <a16:creationId xmlns:a16="http://schemas.microsoft.com/office/drawing/2014/main" id="{D59C66E8-A513-4F3F-91A6-39767D5763CB}"/>
              </a:ext>
            </a:extLst>
          </p:cNvPr>
          <p:cNvSpPr/>
          <p:nvPr/>
        </p:nvSpPr>
        <p:spPr>
          <a:xfrm>
            <a:off x="11478128" y="3191133"/>
            <a:ext cx="475733" cy="475733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91499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227" y="1186741"/>
            <a:ext cx="4442135" cy="895350"/>
          </a:xfrm>
        </p:spPr>
        <p:txBody>
          <a:bodyPr/>
          <a:lstStyle/>
          <a:p>
            <a:r>
              <a:rPr lang="id-ID" dirty="0"/>
              <a:t>Metode pembayaran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283993" y="2049934"/>
            <a:ext cx="4442135" cy="101562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id-ID" sz="1800" dirty="0"/>
              <a:t>Metode Pembayaran:</a:t>
            </a:r>
          </a:p>
          <a:p>
            <a:pPr marL="514350" indent="-514350">
              <a:buAutoNum type="arabicPeriod"/>
            </a:pPr>
            <a:r>
              <a:rPr lang="id-ID" sz="1800" dirty="0"/>
              <a:t>Via Transfer</a:t>
            </a:r>
          </a:p>
          <a:p>
            <a:pPr marL="514350" indent="-514350">
              <a:buAutoNum type="arabicPeriod"/>
            </a:pPr>
            <a:r>
              <a:rPr lang="id-ID" sz="1800" dirty="0"/>
              <a:t>Cod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4647" y="1634416"/>
            <a:ext cx="3926058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Silahkan Pilih metode Pembayaran: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Via Transfer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2.    Cod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17367" y="3135364"/>
            <a:ext cx="2194560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Cod: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Tinggal menunggu dan bayar ditempat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53865" y="3131855"/>
            <a:ext cx="219456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Transfer: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Pembayaran dilakukan melalui Transfer Bank</a:t>
            </a:r>
          </a:p>
        </p:txBody>
      </p:sp>
      <p:cxnSp>
        <p:nvCxnSpPr>
          <p:cNvPr id="8" name="Straight Arrow Connector 7"/>
          <p:cNvCxnSpPr>
            <a:cxnSpLocks/>
            <a:stCxn id="4" idx="2"/>
            <a:endCxn id="5" idx="0"/>
          </p:cNvCxnSpPr>
          <p:nvPr/>
        </p:nvCxnSpPr>
        <p:spPr>
          <a:xfrm flipH="1">
            <a:off x="5814647" y="2557746"/>
            <a:ext cx="1963029" cy="577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" idx="2"/>
            <a:endCxn id="6" idx="0"/>
          </p:cNvCxnSpPr>
          <p:nvPr/>
        </p:nvCxnSpPr>
        <p:spPr>
          <a:xfrm>
            <a:off x="7777676" y="2557746"/>
            <a:ext cx="1673469" cy="574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53865" y="4617783"/>
            <a:ext cx="219456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No. Rek.....</a:t>
            </a:r>
          </a:p>
        </p:txBody>
      </p:sp>
      <p:cxnSp>
        <p:nvCxnSpPr>
          <p:cNvPr id="13" name="Straight Arrow Connector 12"/>
          <p:cNvCxnSpPr>
            <a:stCxn id="6" idx="2"/>
            <a:endCxn id="11" idx="0"/>
          </p:cNvCxnSpPr>
          <p:nvPr/>
        </p:nvCxnSpPr>
        <p:spPr>
          <a:xfrm>
            <a:off x="9451145" y="4332184"/>
            <a:ext cx="0" cy="285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796161" y="5546203"/>
            <a:ext cx="1758462" cy="77372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Selesai</a:t>
            </a:r>
          </a:p>
        </p:txBody>
      </p:sp>
      <p:cxnSp>
        <p:nvCxnSpPr>
          <p:cNvPr id="16" name="Straight Arrow Connector 15"/>
          <p:cNvCxnSpPr>
            <a:cxnSpLocks/>
            <a:endCxn id="14" idx="0"/>
          </p:cNvCxnSpPr>
          <p:nvPr/>
        </p:nvCxnSpPr>
        <p:spPr>
          <a:xfrm>
            <a:off x="5899639" y="4143502"/>
            <a:ext cx="1775753" cy="1402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1" idx="2"/>
            <a:endCxn id="14" idx="0"/>
          </p:cNvCxnSpPr>
          <p:nvPr/>
        </p:nvCxnSpPr>
        <p:spPr>
          <a:xfrm flipH="1">
            <a:off x="7675392" y="4987115"/>
            <a:ext cx="1775753" cy="559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414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0498D3A-B738-48EC-A39C-94C58B88932B}"/>
              </a:ext>
            </a:extLst>
          </p:cNvPr>
          <p:cNvGrpSpPr/>
          <p:nvPr/>
        </p:nvGrpSpPr>
        <p:grpSpPr>
          <a:xfrm>
            <a:off x="757282" y="1700808"/>
            <a:ext cx="10763205" cy="4083608"/>
            <a:chOff x="757282" y="1700808"/>
            <a:chExt cx="10763205" cy="4083608"/>
          </a:xfrm>
        </p:grpSpPr>
        <p:grpSp>
          <p:nvGrpSpPr>
            <p:cNvPr id="6" name="2b751056-6b97-492c-b763-340acee7e99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A759C196-DA28-4241-ABB5-975367026FE9}"/>
                </a:ext>
              </a:extLst>
            </p:cNvPr>
            <p:cNvGrpSpPr>
              <a:grpSpLocks noChangeAspect="1"/>
            </p:cNvGrpSpPr>
            <p:nvPr>
              <p:custDataLst>
                <p:tags r:id="rId2"/>
              </p:custDataLst>
            </p:nvPr>
          </p:nvGrpSpPr>
          <p:grpSpPr>
            <a:xfrm>
              <a:off x="757282" y="1700808"/>
              <a:ext cx="10763205" cy="4083608"/>
              <a:chOff x="1175743" y="1700808"/>
              <a:chExt cx="10344744" cy="4083608"/>
            </a:xfrm>
          </p:grpSpPr>
          <p:sp>
            <p:nvSpPr>
              <p:cNvPr id="7" name="iṡľïḑè">
                <a:extLst>
                  <a:ext uri="{FF2B5EF4-FFF2-40B4-BE49-F238E27FC236}">
                    <a16:creationId xmlns:a16="http://schemas.microsoft.com/office/drawing/2014/main" id="{48F70259-7598-4270-874A-6F50772D10F6}"/>
                  </a:ext>
                </a:extLst>
              </p:cNvPr>
              <p:cNvSpPr txBox="1"/>
              <p:nvPr/>
            </p:nvSpPr>
            <p:spPr bwMode="auto">
              <a:xfrm>
                <a:off x="3822192" y="1780800"/>
                <a:ext cx="7698295" cy="4003616"/>
              </a:xfrm>
              <a:prstGeom prst="rect">
                <a:avLst/>
              </a:prstGeom>
              <a:noFill/>
            </p:spPr>
            <p:txBody>
              <a:bodyPr wrap="square" tIns="0" anchor="t">
                <a:noAutofit/>
              </a:bodyPr>
              <a:lstStyle>
                <a:defPPr>
                  <a:defRPr lang="zh-CN"/>
                </a:defPPr>
                <a:lvl1pPr>
                  <a:defRPr sz="1600" b="1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742950" indent="-28575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Fact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Constraint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Action Enablers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Inferences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b="0" dirty="0">
                    <a:latin typeface="+mn-lt"/>
                    <a:ea typeface="+mn-ea"/>
                    <a:sym typeface="+mn-lt"/>
                  </a:rPr>
                  <a:t>Computations</a:t>
                </a:r>
              </a:p>
            </p:txBody>
          </p: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DA1FB18E-FA01-4588-BEF9-FB96A98A84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6888" y="1780800"/>
                <a:ext cx="0" cy="4003616"/>
              </a:xfrm>
              <a:prstGeom prst="line">
                <a:avLst/>
              </a:prstGeom>
              <a:solidFill>
                <a:srgbClr val="FFCC00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" name="išľïḋé">
                <a:extLst>
                  <a:ext uri="{FF2B5EF4-FFF2-40B4-BE49-F238E27FC236}">
                    <a16:creationId xmlns:a16="http://schemas.microsoft.com/office/drawing/2014/main" id="{0DB1D0A1-2667-455C-9387-D7ABF0A00B8C}"/>
                  </a:ext>
                </a:extLst>
              </p:cNvPr>
              <p:cNvSpPr txBox="1"/>
              <p:nvPr/>
            </p:nvSpPr>
            <p:spPr>
              <a:xfrm>
                <a:off x="1175743" y="1700808"/>
                <a:ext cx="2521108" cy="95410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8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Business Rule</a:t>
                </a:r>
                <a:endParaRPr lang="tr-TR" sz="2800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0" name="poetry_91022">
              <a:extLst>
                <a:ext uri="{FF2B5EF4-FFF2-40B4-BE49-F238E27FC236}">
                  <a16:creationId xmlns:a16="http://schemas.microsoft.com/office/drawing/2014/main" id="{ADAD6BE3-DC11-4582-9F68-50D831ADD0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379533" y="4867348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1" name="Title 10">
            <a:extLst>
              <a:ext uri="{FF2B5EF4-FFF2-40B4-BE49-F238E27FC236}">
                <a16:creationId xmlns:a16="http://schemas.microsoft.com/office/drawing/2014/main" id="{4B5B0B6D-9581-4FD6-939D-EBEA5DB0D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11933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715444" y="2533650"/>
            <a:ext cx="4442135" cy="895350"/>
          </a:xfrm>
        </p:spPr>
        <p:txBody>
          <a:bodyPr/>
          <a:lstStyle/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FACT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4716560" y="3429000"/>
            <a:ext cx="4442135" cy="1015623"/>
          </a:xfrm>
        </p:spPr>
        <p:txBody>
          <a:bodyPr>
            <a:normAutofit/>
          </a:bodyPr>
          <a:lstStyle/>
          <a:p>
            <a:pPr lvl="0"/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Pelanggan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harus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registrsi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akun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untuk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memesan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secara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online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lewat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aplikasi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3463471" y="3045510"/>
            <a:ext cx="1003207" cy="872251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4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pc="100" dirty="0">
              <a:solidFill>
                <a:schemeClr val="accent4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715444" y="2533650"/>
            <a:ext cx="4442135" cy="895350"/>
          </a:xfrm>
        </p:spPr>
        <p:txBody>
          <a:bodyPr/>
          <a:lstStyle/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CONSTRAINT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4716560" y="3429000"/>
            <a:ext cx="4442135" cy="1015623"/>
          </a:xfrm>
        </p:spPr>
        <p:txBody>
          <a:bodyPr>
            <a:normAutofit/>
          </a:bodyPr>
          <a:lstStyle/>
          <a:p>
            <a:pPr lvl="0"/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Setiap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pesanan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yang di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bawa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pulang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tidak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boleh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dikenakan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biaya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tambahan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setiap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pesanan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harus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siap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dalam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waktu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15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menit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..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3463471" y="3045510"/>
            <a:ext cx="1003207" cy="872251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4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/02</a:t>
            </a:r>
            <a:endParaRPr lang="zh-CN" altLang="en-US" spc="100" dirty="0">
              <a:solidFill>
                <a:schemeClr val="accent4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414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715444" y="2533650"/>
            <a:ext cx="4442135" cy="895350"/>
          </a:xfrm>
        </p:spPr>
        <p:txBody>
          <a:bodyPr/>
          <a:lstStyle/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ACTION ENABLERS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4716560" y="3429000"/>
            <a:ext cx="4442135" cy="1015623"/>
          </a:xfrm>
        </p:spPr>
        <p:txBody>
          <a:bodyPr>
            <a:normAutofit/>
          </a:bodyPr>
          <a:lstStyle/>
          <a:p>
            <a:pPr lvl="0"/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Jika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membawa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pasangan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maka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mendapatkan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diskon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50%.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3463471" y="3045510"/>
            <a:ext cx="1003207" cy="872251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4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/03</a:t>
            </a:r>
            <a:endParaRPr lang="zh-CN" altLang="en-US" spc="100" dirty="0">
              <a:solidFill>
                <a:schemeClr val="accent4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611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8E8076-7F64-4879-B43D-BA0C2C4D8710}"/>
              </a:ext>
            </a:extLst>
          </p:cNvPr>
          <p:cNvSpPr/>
          <p:nvPr/>
        </p:nvSpPr>
        <p:spPr>
          <a:xfrm>
            <a:off x="11293642" y="-14797"/>
            <a:ext cx="898358" cy="7363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715444" y="2533650"/>
            <a:ext cx="4442135" cy="895350"/>
          </a:xfrm>
        </p:spPr>
        <p:txBody>
          <a:bodyPr/>
          <a:lstStyle/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Inferences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4716560" y="3429000"/>
            <a:ext cx="4442135" cy="1015623"/>
          </a:xfrm>
        </p:spPr>
        <p:txBody>
          <a:bodyPr>
            <a:normAutofit/>
          </a:bodyPr>
          <a:lstStyle/>
          <a:p>
            <a:pPr lvl="0"/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Pada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aplikasi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diberi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waktu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3 jam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setelah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pemesanan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untuk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melakukan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pembayaran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Jika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setelah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3 jam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tidak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melakukan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pembayaran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, </a:t>
            </a:r>
            <a:r>
              <a:rPr lang="en-US" altLang="zh-CN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pesananan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akan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hangus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3463471" y="3045510"/>
            <a:ext cx="1003207" cy="872251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4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/04</a:t>
            </a:r>
            <a:endParaRPr lang="zh-CN" altLang="en-US" spc="100" dirty="0">
              <a:solidFill>
                <a:schemeClr val="accent4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phic 2" descr="Play">
            <a:extLst>
              <a:ext uri="{FF2B5EF4-FFF2-40B4-BE49-F238E27FC236}">
                <a16:creationId xmlns:a16="http://schemas.microsoft.com/office/drawing/2014/main" id="{10BE409F-1382-4B89-B215-0720A27281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 flipH="1">
            <a:off x="11426963" y="5690943"/>
            <a:ext cx="649706" cy="6898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1AD0273-3D35-4289-AFFD-A0BEF35DE9A8}"/>
              </a:ext>
            </a:extLst>
          </p:cNvPr>
          <p:cNvSpPr/>
          <p:nvPr/>
        </p:nvSpPr>
        <p:spPr>
          <a:xfrm>
            <a:off x="11510212" y="577516"/>
            <a:ext cx="475733" cy="475733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Oval 9">
            <a:hlinkClick r:id="rId5" action="ppaction://hlinksldjump"/>
            <a:extLst>
              <a:ext uri="{FF2B5EF4-FFF2-40B4-BE49-F238E27FC236}">
                <a16:creationId xmlns:a16="http://schemas.microsoft.com/office/drawing/2014/main" id="{8583B3FD-71E1-402B-905D-3E9E903C9BE0}"/>
              </a:ext>
            </a:extLst>
          </p:cNvPr>
          <p:cNvSpPr/>
          <p:nvPr/>
        </p:nvSpPr>
        <p:spPr>
          <a:xfrm>
            <a:off x="11478128" y="3191133"/>
            <a:ext cx="475733" cy="475733"/>
          </a:xfrm>
          <a:prstGeom prst="ellipse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73222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88592-BCF1-46F8-9047-82FB8F4A5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35AD1-34AC-454E-826E-1A1EDCEB6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E1EF1B-1EC9-4227-AF5D-7DAF3C617803}"/>
              </a:ext>
            </a:extLst>
          </p:cNvPr>
          <p:cNvSpPr/>
          <p:nvPr/>
        </p:nvSpPr>
        <p:spPr>
          <a:xfrm>
            <a:off x="665092" y="328383"/>
            <a:ext cx="1550504" cy="5698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pelanggan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E7C30D0-0633-467C-9432-D342A9F14172}"/>
              </a:ext>
            </a:extLst>
          </p:cNvPr>
          <p:cNvSpPr/>
          <p:nvPr/>
        </p:nvSpPr>
        <p:spPr>
          <a:xfrm>
            <a:off x="1544703" y="1151670"/>
            <a:ext cx="1285461" cy="34455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hp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27EE7C9-92F7-4926-A9CD-33CF0C75B33B}"/>
              </a:ext>
            </a:extLst>
          </p:cNvPr>
          <p:cNvSpPr/>
          <p:nvPr/>
        </p:nvSpPr>
        <p:spPr>
          <a:xfrm>
            <a:off x="214519" y="1152934"/>
            <a:ext cx="1258956" cy="34329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nama</a:t>
            </a:r>
            <a:endParaRPr kumimoji="0" lang="en-US" sz="1800" b="0" i="0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DCEFDBF-9E2F-4AF8-B61D-530C56BD4364}"/>
              </a:ext>
            </a:extLst>
          </p:cNvPr>
          <p:cNvSpPr/>
          <p:nvPr/>
        </p:nvSpPr>
        <p:spPr>
          <a:xfrm rot="10800000" flipV="1">
            <a:off x="6572255" y="1412963"/>
            <a:ext cx="1550503" cy="39425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alamat</a:t>
            </a:r>
            <a:endParaRPr kumimoji="0" lang="en-US" sz="1800" b="0" i="0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9B881E0E-2A60-468F-871F-0CDE1A1033C3}"/>
              </a:ext>
            </a:extLst>
          </p:cNvPr>
          <p:cNvSpPr/>
          <p:nvPr/>
        </p:nvSpPr>
        <p:spPr>
          <a:xfrm>
            <a:off x="3148632" y="166043"/>
            <a:ext cx="1550504" cy="894523"/>
          </a:xfrm>
          <a:prstGeom prst="diamond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daftar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4135F8-B396-4769-8F2E-AA3390E05054}"/>
              </a:ext>
            </a:extLst>
          </p:cNvPr>
          <p:cNvSpPr/>
          <p:nvPr/>
        </p:nvSpPr>
        <p:spPr>
          <a:xfrm>
            <a:off x="4579451" y="1304460"/>
            <a:ext cx="1550503" cy="61125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</a:t>
            </a:r>
            <a:r>
              <a:rPr kumimoji="0" lang="en-US" sz="1800" b="0" i="0" u="sng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anggota</a:t>
            </a:r>
            <a:endParaRPr kumimoji="0" lang="en-US" sz="1800" b="0" i="0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C5B55F-08CF-4F0D-8B14-F071698B0EB8}"/>
              </a:ext>
            </a:extLst>
          </p:cNvPr>
          <p:cNvSpPr/>
          <p:nvPr/>
        </p:nvSpPr>
        <p:spPr>
          <a:xfrm>
            <a:off x="5736537" y="179062"/>
            <a:ext cx="1285461" cy="89120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Pelanggan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tetap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Restoran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3C4276F0-CA1B-402A-992A-53AD756DD66B}"/>
              </a:ext>
            </a:extLst>
          </p:cNvPr>
          <p:cNvSpPr/>
          <p:nvPr/>
        </p:nvSpPr>
        <p:spPr>
          <a:xfrm>
            <a:off x="7757499" y="214896"/>
            <a:ext cx="1550504" cy="819542"/>
          </a:xfrm>
          <a:prstGeom prst="diamond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Pilih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Menu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DBF45C-8222-4790-B112-BB9E5132FA2A}"/>
              </a:ext>
            </a:extLst>
          </p:cNvPr>
          <p:cNvSpPr/>
          <p:nvPr/>
        </p:nvSpPr>
        <p:spPr>
          <a:xfrm>
            <a:off x="985636" y="2242572"/>
            <a:ext cx="1683026" cy="39425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Makanan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C8E8E5-B6ED-4357-BAD3-92DD01379DA1}"/>
              </a:ext>
            </a:extLst>
          </p:cNvPr>
          <p:cNvSpPr/>
          <p:nvPr/>
        </p:nvSpPr>
        <p:spPr>
          <a:xfrm>
            <a:off x="4338437" y="2262368"/>
            <a:ext cx="1683026" cy="39425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Minuman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29562DD-579C-4FD5-BA9D-9A84FB2ADCC8}"/>
              </a:ext>
            </a:extLst>
          </p:cNvPr>
          <p:cNvSpPr/>
          <p:nvPr/>
        </p:nvSpPr>
        <p:spPr>
          <a:xfrm>
            <a:off x="311450" y="2932708"/>
            <a:ext cx="1683026" cy="58669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</a:t>
            </a:r>
            <a:r>
              <a:rPr kumimoji="0" lang="en-US" sz="1800" b="0" i="0" u="sng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Makanan</a:t>
            </a:r>
            <a:endParaRPr kumimoji="0" lang="en-US" sz="1800" b="0" i="0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B314F45-6759-4CB6-8FD5-511EF649B4DD}"/>
              </a:ext>
            </a:extLst>
          </p:cNvPr>
          <p:cNvSpPr/>
          <p:nvPr/>
        </p:nvSpPr>
        <p:spPr>
          <a:xfrm>
            <a:off x="3563185" y="2817742"/>
            <a:ext cx="1550503" cy="61125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Nama </a:t>
            </a:r>
            <a:r>
              <a:rPr kumimoji="0" lang="en-US" sz="1800" b="0" i="0" u="sng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minuman</a:t>
            </a:r>
            <a:endParaRPr kumimoji="0" lang="en-US" sz="1800" b="0" i="0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808DA49-27FB-4EBF-A406-E4F8402F8BC5}"/>
              </a:ext>
            </a:extLst>
          </p:cNvPr>
          <p:cNvSpPr/>
          <p:nvPr/>
        </p:nvSpPr>
        <p:spPr>
          <a:xfrm>
            <a:off x="398806" y="3730320"/>
            <a:ext cx="1550503" cy="58669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Nama </a:t>
            </a:r>
            <a:r>
              <a:rPr kumimoji="0" lang="en-US" sz="1800" b="0" i="0" u="sng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makanan</a:t>
            </a:r>
            <a:endParaRPr kumimoji="0" lang="en-US" sz="1800" b="0" i="0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52E5280-FA85-4324-A90B-DCFCBC8213B7}"/>
              </a:ext>
            </a:extLst>
          </p:cNvPr>
          <p:cNvSpPr/>
          <p:nvPr/>
        </p:nvSpPr>
        <p:spPr>
          <a:xfrm>
            <a:off x="3563184" y="3718036"/>
            <a:ext cx="1550503" cy="61125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</a:t>
            </a:r>
            <a:r>
              <a:rPr kumimoji="0" lang="en-US" sz="1800" b="0" i="0" u="sng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minuman</a:t>
            </a:r>
            <a:endParaRPr kumimoji="0" lang="en-US" sz="1800" b="0" i="0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F9A7EF-8513-4B0F-BB4D-087FF77FCD0C}"/>
              </a:ext>
            </a:extLst>
          </p:cNvPr>
          <p:cNvSpPr/>
          <p:nvPr/>
        </p:nvSpPr>
        <p:spPr>
          <a:xfrm>
            <a:off x="7691238" y="2263900"/>
            <a:ext cx="1683026" cy="39425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Cemilan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338FCC-3592-4665-A60D-7B10BD7B4513}"/>
              </a:ext>
            </a:extLst>
          </p:cNvPr>
          <p:cNvSpPr/>
          <p:nvPr/>
        </p:nvSpPr>
        <p:spPr>
          <a:xfrm>
            <a:off x="10214125" y="2262368"/>
            <a:ext cx="1683026" cy="39425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Paket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A008370-A2F3-4F7B-8139-B475C01AA1AF}"/>
              </a:ext>
            </a:extLst>
          </p:cNvPr>
          <p:cNvSpPr/>
          <p:nvPr/>
        </p:nvSpPr>
        <p:spPr>
          <a:xfrm>
            <a:off x="6922197" y="2900800"/>
            <a:ext cx="1550503" cy="61125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Nama </a:t>
            </a:r>
            <a:r>
              <a:rPr kumimoji="0" lang="en-US" sz="1800" b="0" i="0" u="sng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cemilan</a:t>
            </a:r>
            <a:endParaRPr kumimoji="0" lang="en-US" sz="1800" b="0" i="0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0FA64C3-89D9-4D85-BD88-DFAFC91B5022}"/>
              </a:ext>
            </a:extLst>
          </p:cNvPr>
          <p:cNvSpPr/>
          <p:nvPr/>
        </p:nvSpPr>
        <p:spPr>
          <a:xfrm>
            <a:off x="6928700" y="3653858"/>
            <a:ext cx="1550503" cy="61125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</a:t>
            </a:r>
            <a:r>
              <a:rPr kumimoji="0" lang="en-US" sz="1800" b="0" i="0" u="sng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cemilan</a:t>
            </a: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1F6CBAC-3F15-4699-8402-0CC439A2329E}"/>
              </a:ext>
            </a:extLst>
          </p:cNvPr>
          <p:cNvCxnSpPr>
            <a:stCxn id="4" idx="2"/>
          </p:cNvCxnSpPr>
          <p:nvPr/>
        </p:nvCxnSpPr>
        <p:spPr>
          <a:xfrm flipH="1">
            <a:off x="843997" y="898227"/>
            <a:ext cx="596347" cy="2356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104ADA-922E-4A8B-83DC-BB1B3AA18F11}"/>
              </a:ext>
            </a:extLst>
          </p:cNvPr>
          <p:cNvCxnSpPr>
            <a:stCxn id="4" idx="2"/>
          </p:cNvCxnSpPr>
          <p:nvPr/>
        </p:nvCxnSpPr>
        <p:spPr>
          <a:xfrm>
            <a:off x="1440344" y="898227"/>
            <a:ext cx="775252" cy="2356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E66622D-27CD-41DB-826A-10E5334A3FDC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2215596" y="613305"/>
            <a:ext cx="9330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364CEAC-59F9-4B87-BABF-2B734C37724C}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4699136" y="613305"/>
            <a:ext cx="1037401" cy="113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9367085-7BD7-4D5F-B38A-F77D2B8427CD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7021998" y="624667"/>
            <a:ext cx="7355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BD18D7E-0291-487F-A1EE-D3937F8DC92F}"/>
              </a:ext>
            </a:extLst>
          </p:cNvPr>
          <p:cNvCxnSpPr>
            <a:stCxn id="12" idx="2"/>
            <a:endCxn id="9" idx="0"/>
          </p:cNvCxnSpPr>
          <p:nvPr/>
        </p:nvCxnSpPr>
        <p:spPr>
          <a:xfrm flipH="1">
            <a:off x="5354703" y="1070271"/>
            <a:ext cx="1024565" cy="2341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FF2E35C-1D80-491C-B6A1-433D6E392EB2}"/>
              </a:ext>
            </a:extLst>
          </p:cNvPr>
          <p:cNvCxnSpPr>
            <a:stCxn id="12" idx="2"/>
          </p:cNvCxnSpPr>
          <p:nvPr/>
        </p:nvCxnSpPr>
        <p:spPr>
          <a:xfrm>
            <a:off x="6379268" y="1070271"/>
            <a:ext cx="968238" cy="3426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B1C8463-C3C9-4A44-AB66-013C654A8F09}"/>
              </a:ext>
            </a:extLst>
          </p:cNvPr>
          <p:cNvCxnSpPr/>
          <p:nvPr/>
        </p:nvCxnSpPr>
        <p:spPr>
          <a:xfrm flipH="1">
            <a:off x="1827149" y="2002529"/>
            <a:ext cx="74087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9C51021F-5412-48F9-ABD9-3C824D1908D1}"/>
              </a:ext>
            </a:extLst>
          </p:cNvPr>
          <p:cNvSpPr/>
          <p:nvPr/>
        </p:nvSpPr>
        <p:spPr>
          <a:xfrm>
            <a:off x="10504827" y="3670410"/>
            <a:ext cx="1550503" cy="61125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Nama </a:t>
            </a:r>
            <a:r>
              <a:rPr kumimoji="0" lang="en-US" sz="1800" b="0" i="0" u="sng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paket</a:t>
            </a: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7F49D5D-40FA-40DB-85A0-DA75A1FEC55C}"/>
              </a:ext>
            </a:extLst>
          </p:cNvPr>
          <p:cNvSpPr/>
          <p:nvPr/>
        </p:nvSpPr>
        <p:spPr>
          <a:xfrm>
            <a:off x="10495723" y="2938447"/>
            <a:ext cx="1550503" cy="61125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</a:t>
            </a:r>
            <a:r>
              <a:rPr kumimoji="0" lang="en-US" sz="1800" b="0" i="0" u="sng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paket</a:t>
            </a:r>
            <a:endParaRPr kumimoji="0" lang="en-US" sz="1800" b="0" i="0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7A9EA85-42F1-4B05-8E29-0DFCB79017C4}"/>
              </a:ext>
            </a:extLst>
          </p:cNvPr>
          <p:cNvCxnSpPr>
            <a:endCxn id="16" idx="0"/>
          </p:cNvCxnSpPr>
          <p:nvPr/>
        </p:nvCxnSpPr>
        <p:spPr>
          <a:xfrm flipH="1">
            <a:off x="1152963" y="2656620"/>
            <a:ext cx="674186" cy="276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E3561FE-E511-4253-9192-DB088856FB84}"/>
              </a:ext>
            </a:extLst>
          </p:cNvPr>
          <p:cNvCxnSpPr/>
          <p:nvPr/>
        </p:nvCxnSpPr>
        <p:spPr>
          <a:xfrm>
            <a:off x="1827149" y="2656620"/>
            <a:ext cx="507332" cy="4546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70F3B79-8AAB-49C8-9988-073E49E1E7CE}"/>
              </a:ext>
            </a:extLst>
          </p:cNvPr>
          <p:cNvCxnSpPr>
            <a:endCxn id="18" idx="7"/>
          </p:cNvCxnSpPr>
          <p:nvPr/>
        </p:nvCxnSpPr>
        <p:spPr>
          <a:xfrm flipH="1">
            <a:off x="1722243" y="3123371"/>
            <a:ext cx="593171" cy="692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030ECDE-1DB0-4209-BBCF-CB30C6CFAC0A}"/>
              </a:ext>
            </a:extLst>
          </p:cNvPr>
          <p:cNvCxnSpPr>
            <a:stCxn id="15" idx="2"/>
          </p:cNvCxnSpPr>
          <p:nvPr/>
        </p:nvCxnSpPr>
        <p:spPr>
          <a:xfrm flipH="1">
            <a:off x="4338435" y="2656620"/>
            <a:ext cx="841515" cy="1380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AF84298-15AA-44EB-A745-E9652ADC513A}"/>
              </a:ext>
            </a:extLst>
          </p:cNvPr>
          <p:cNvCxnSpPr>
            <a:stCxn id="15" idx="2"/>
          </p:cNvCxnSpPr>
          <p:nvPr/>
        </p:nvCxnSpPr>
        <p:spPr>
          <a:xfrm>
            <a:off x="5179950" y="2656620"/>
            <a:ext cx="556587" cy="4833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22C6C5D-A71B-48AE-904D-53ECB8AF8892}"/>
              </a:ext>
            </a:extLst>
          </p:cNvPr>
          <p:cNvCxnSpPr>
            <a:endCxn id="19" idx="7"/>
          </p:cNvCxnSpPr>
          <p:nvPr/>
        </p:nvCxnSpPr>
        <p:spPr>
          <a:xfrm flipH="1">
            <a:off x="4886621" y="3166882"/>
            <a:ext cx="849916" cy="6406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C367C00-1F33-4A14-B21D-DE7474F63FFC}"/>
              </a:ext>
            </a:extLst>
          </p:cNvPr>
          <p:cNvCxnSpPr>
            <a:stCxn id="20" idx="2"/>
          </p:cNvCxnSpPr>
          <p:nvPr/>
        </p:nvCxnSpPr>
        <p:spPr>
          <a:xfrm flipH="1">
            <a:off x="7691238" y="2658152"/>
            <a:ext cx="841513" cy="2257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A8C1FFC-AE73-460F-940D-53D27F9BEE57}"/>
              </a:ext>
            </a:extLst>
          </p:cNvPr>
          <p:cNvCxnSpPr/>
          <p:nvPr/>
        </p:nvCxnSpPr>
        <p:spPr>
          <a:xfrm>
            <a:off x="8532751" y="2691263"/>
            <a:ext cx="499846" cy="475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0148344-D428-4970-967A-BBA489FC664F}"/>
              </a:ext>
            </a:extLst>
          </p:cNvPr>
          <p:cNvCxnSpPr>
            <a:stCxn id="21" idx="2"/>
            <a:endCxn id="43" idx="0"/>
          </p:cNvCxnSpPr>
          <p:nvPr/>
        </p:nvCxnSpPr>
        <p:spPr>
          <a:xfrm>
            <a:off x="11055638" y="2656620"/>
            <a:ext cx="215337" cy="2818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3B47CC8-5BA1-44C3-AD96-0F4674B2DDE5}"/>
              </a:ext>
            </a:extLst>
          </p:cNvPr>
          <p:cNvCxnSpPr>
            <a:stCxn id="21" idx="2"/>
          </p:cNvCxnSpPr>
          <p:nvPr/>
        </p:nvCxnSpPr>
        <p:spPr>
          <a:xfrm flipH="1">
            <a:off x="10214124" y="2656620"/>
            <a:ext cx="841514" cy="4833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FDB24F7-6F8B-4DEA-9483-EF5CDA1CB7AC}"/>
              </a:ext>
            </a:extLst>
          </p:cNvPr>
          <p:cNvCxnSpPr>
            <a:endCxn id="42" idx="1"/>
          </p:cNvCxnSpPr>
          <p:nvPr/>
        </p:nvCxnSpPr>
        <p:spPr>
          <a:xfrm>
            <a:off x="10214124" y="3123371"/>
            <a:ext cx="517769" cy="636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F4D6E6A-B846-43F2-AE73-EC23F1FAE187}"/>
              </a:ext>
            </a:extLst>
          </p:cNvPr>
          <p:cNvCxnSpPr>
            <a:endCxn id="15" idx="0"/>
          </p:cNvCxnSpPr>
          <p:nvPr/>
        </p:nvCxnSpPr>
        <p:spPr>
          <a:xfrm>
            <a:off x="5179950" y="2002529"/>
            <a:ext cx="0" cy="2598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E0BA697-5A72-4D73-9A87-78BD49E20DF8}"/>
              </a:ext>
            </a:extLst>
          </p:cNvPr>
          <p:cNvCxnSpPr>
            <a:endCxn id="20" idx="0"/>
          </p:cNvCxnSpPr>
          <p:nvPr/>
        </p:nvCxnSpPr>
        <p:spPr>
          <a:xfrm>
            <a:off x="8532751" y="2002529"/>
            <a:ext cx="0" cy="261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7B60417-59B0-45F0-81B8-FB6CC4F19AF3}"/>
              </a:ext>
            </a:extLst>
          </p:cNvPr>
          <p:cNvCxnSpPr/>
          <p:nvPr/>
        </p:nvCxnSpPr>
        <p:spPr>
          <a:xfrm>
            <a:off x="9235930" y="2002529"/>
            <a:ext cx="18197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C323CA0-505A-452D-823A-E894917B4F27}"/>
              </a:ext>
            </a:extLst>
          </p:cNvPr>
          <p:cNvCxnSpPr>
            <a:endCxn id="21" idx="0"/>
          </p:cNvCxnSpPr>
          <p:nvPr/>
        </p:nvCxnSpPr>
        <p:spPr>
          <a:xfrm>
            <a:off x="11055638" y="1980541"/>
            <a:ext cx="0" cy="2818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750C459-209A-4D1E-A2F7-0B699D4AD1FA}"/>
              </a:ext>
            </a:extLst>
          </p:cNvPr>
          <p:cNvCxnSpPr>
            <a:stCxn id="13" idx="2"/>
          </p:cNvCxnSpPr>
          <p:nvPr/>
        </p:nvCxnSpPr>
        <p:spPr>
          <a:xfrm>
            <a:off x="8532751" y="1034438"/>
            <a:ext cx="0" cy="984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8A151E64-8DF6-4EA2-ADF9-D56B27375D88}"/>
              </a:ext>
            </a:extLst>
          </p:cNvPr>
          <p:cNvCxnSpPr/>
          <p:nvPr/>
        </p:nvCxnSpPr>
        <p:spPr>
          <a:xfrm>
            <a:off x="2531165" y="265662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1A8C92B-14C6-4BDC-9DED-26C921830DC1}"/>
              </a:ext>
            </a:extLst>
          </p:cNvPr>
          <p:cNvCxnSpPr>
            <a:endCxn id="14" idx="0"/>
          </p:cNvCxnSpPr>
          <p:nvPr/>
        </p:nvCxnSpPr>
        <p:spPr>
          <a:xfrm>
            <a:off x="1827149" y="2002529"/>
            <a:ext cx="0" cy="2400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Diamond 91">
            <a:extLst>
              <a:ext uri="{FF2B5EF4-FFF2-40B4-BE49-F238E27FC236}">
                <a16:creationId xmlns:a16="http://schemas.microsoft.com/office/drawing/2014/main" id="{5D83044C-B81E-400D-A1E1-13DED4E26E75}"/>
              </a:ext>
            </a:extLst>
          </p:cNvPr>
          <p:cNvSpPr/>
          <p:nvPr/>
        </p:nvSpPr>
        <p:spPr>
          <a:xfrm>
            <a:off x="5743162" y="4329294"/>
            <a:ext cx="1272209" cy="1174088"/>
          </a:xfrm>
          <a:prstGeom prst="diamond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PESANAN READY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E10F607-981D-49A3-839E-B2EE6D45C19E}"/>
              </a:ext>
            </a:extLst>
          </p:cNvPr>
          <p:cNvCxnSpPr>
            <a:stCxn id="14" idx="3"/>
          </p:cNvCxnSpPr>
          <p:nvPr/>
        </p:nvCxnSpPr>
        <p:spPr>
          <a:xfrm>
            <a:off x="2668662" y="2439698"/>
            <a:ext cx="3476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CB59806-35B5-4242-B4FF-97CE86E4A726}"/>
              </a:ext>
            </a:extLst>
          </p:cNvPr>
          <p:cNvCxnSpPr/>
          <p:nvPr/>
        </p:nvCxnSpPr>
        <p:spPr>
          <a:xfrm>
            <a:off x="3016309" y="2439698"/>
            <a:ext cx="0" cy="24622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275E38CD-C01F-4483-AFDF-F9CF9F53ECA4}"/>
              </a:ext>
            </a:extLst>
          </p:cNvPr>
          <p:cNvCxnSpPr>
            <a:stCxn id="15" idx="3"/>
          </p:cNvCxnSpPr>
          <p:nvPr/>
        </p:nvCxnSpPr>
        <p:spPr>
          <a:xfrm>
            <a:off x="6021463" y="2459494"/>
            <a:ext cx="3578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0C53A806-C09C-4C62-B57C-C1A8CD121609}"/>
              </a:ext>
            </a:extLst>
          </p:cNvPr>
          <p:cNvCxnSpPr/>
          <p:nvPr/>
        </p:nvCxnSpPr>
        <p:spPr>
          <a:xfrm>
            <a:off x="6379267" y="2459494"/>
            <a:ext cx="0" cy="1822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1F07831-D873-4E11-B0F8-923DCD8F646B}"/>
              </a:ext>
            </a:extLst>
          </p:cNvPr>
          <p:cNvCxnSpPr>
            <a:stCxn id="20" idx="1"/>
          </p:cNvCxnSpPr>
          <p:nvPr/>
        </p:nvCxnSpPr>
        <p:spPr>
          <a:xfrm flipH="1" flipV="1">
            <a:off x="6379267" y="2459494"/>
            <a:ext cx="1311971" cy="1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4CD26F6-96FE-487A-B1F0-72AC834BC469}"/>
              </a:ext>
            </a:extLst>
          </p:cNvPr>
          <p:cNvCxnSpPr/>
          <p:nvPr/>
        </p:nvCxnSpPr>
        <p:spPr>
          <a:xfrm flipH="1">
            <a:off x="9860452" y="2448132"/>
            <a:ext cx="353672" cy="21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5BE73802-DE86-4399-A4F0-FA3552830508}"/>
              </a:ext>
            </a:extLst>
          </p:cNvPr>
          <p:cNvCxnSpPr/>
          <p:nvPr/>
        </p:nvCxnSpPr>
        <p:spPr>
          <a:xfrm>
            <a:off x="9846365" y="2412583"/>
            <a:ext cx="0" cy="2489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4645C6FD-A12B-4E3B-BD45-C168F12858EF}"/>
              </a:ext>
            </a:extLst>
          </p:cNvPr>
          <p:cNvCxnSpPr>
            <a:endCxn id="92" idx="3"/>
          </p:cNvCxnSpPr>
          <p:nvPr/>
        </p:nvCxnSpPr>
        <p:spPr>
          <a:xfrm flipH="1">
            <a:off x="7015371" y="4901939"/>
            <a:ext cx="2845081" cy="143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47A044C7-FB9C-4797-89B1-49D68FAEB85C}"/>
              </a:ext>
            </a:extLst>
          </p:cNvPr>
          <p:cNvCxnSpPr>
            <a:endCxn id="23" idx="7"/>
          </p:cNvCxnSpPr>
          <p:nvPr/>
        </p:nvCxnSpPr>
        <p:spPr>
          <a:xfrm flipH="1">
            <a:off x="8252137" y="3166882"/>
            <a:ext cx="780460" cy="5764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30422C38-A2CF-4CBD-8E7A-D729F16D2398}"/>
              </a:ext>
            </a:extLst>
          </p:cNvPr>
          <p:cNvCxnSpPr>
            <a:endCxn id="92" idx="1"/>
          </p:cNvCxnSpPr>
          <p:nvPr/>
        </p:nvCxnSpPr>
        <p:spPr>
          <a:xfrm>
            <a:off x="3016309" y="4901939"/>
            <a:ext cx="2726853" cy="143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29045669-4315-466C-AA1B-96A7401E8820}"/>
              </a:ext>
            </a:extLst>
          </p:cNvPr>
          <p:cNvSpPr/>
          <p:nvPr/>
        </p:nvSpPr>
        <p:spPr>
          <a:xfrm>
            <a:off x="5500482" y="5698521"/>
            <a:ext cx="1757568" cy="88336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Pengantar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Makanan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BCB6C527-5C43-4309-8873-B9D09ABD8F9E}"/>
              </a:ext>
            </a:extLst>
          </p:cNvPr>
          <p:cNvSpPr/>
          <p:nvPr/>
        </p:nvSpPr>
        <p:spPr>
          <a:xfrm>
            <a:off x="8394417" y="5215538"/>
            <a:ext cx="1683026" cy="598615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 </a:t>
            </a:r>
            <a:r>
              <a:rPr kumimoji="0" lang="en-US" sz="1800" b="0" i="0" u="sng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Pengantar</a:t>
            </a:r>
            <a:endParaRPr kumimoji="0" lang="en-US" sz="1800" b="0" i="0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9CD37E19-35E7-41C9-A28D-B8A57A16B67B}"/>
              </a:ext>
            </a:extLst>
          </p:cNvPr>
          <p:cNvSpPr/>
          <p:nvPr/>
        </p:nvSpPr>
        <p:spPr>
          <a:xfrm>
            <a:off x="8449102" y="5987162"/>
            <a:ext cx="1588186" cy="708795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Nama </a:t>
            </a:r>
            <a:r>
              <a:rPr kumimoji="0" lang="en-US" sz="1400" b="0" i="0" u="sng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pengantar</a:t>
            </a:r>
            <a:endParaRPr kumimoji="0" lang="en-US" sz="1400" b="0" i="0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B21DDAF9-4BC5-4B4C-9224-7E9E7749979D}"/>
              </a:ext>
            </a:extLst>
          </p:cNvPr>
          <p:cNvCxnSpPr>
            <a:stCxn id="92" idx="2"/>
            <a:endCxn id="121" idx="0"/>
          </p:cNvCxnSpPr>
          <p:nvPr/>
        </p:nvCxnSpPr>
        <p:spPr>
          <a:xfrm flipH="1">
            <a:off x="6379266" y="5503382"/>
            <a:ext cx="1" cy="195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24099E8A-B28D-40F7-85E3-3F7FE514A207}"/>
              </a:ext>
            </a:extLst>
          </p:cNvPr>
          <p:cNvCxnSpPr>
            <a:stCxn id="121" idx="3"/>
            <a:endCxn id="122" idx="2"/>
          </p:cNvCxnSpPr>
          <p:nvPr/>
        </p:nvCxnSpPr>
        <p:spPr>
          <a:xfrm flipV="1">
            <a:off x="7258050" y="5514846"/>
            <a:ext cx="1136367" cy="6253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EF45C49-284F-4B8A-98F5-92531ED3DB08}"/>
              </a:ext>
            </a:extLst>
          </p:cNvPr>
          <p:cNvCxnSpPr>
            <a:stCxn id="121" idx="3"/>
            <a:endCxn id="123" idx="2"/>
          </p:cNvCxnSpPr>
          <p:nvPr/>
        </p:nvCxnSpPr>
        <p:spPr>
          <a:xfrm>
            <a:off x="7258050" y="6140205"/>
            <a:ext cx="1191052" cy="2013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335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A6A819F1-33AF-45D7-8BF6-2B0A9769CAD4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6" imgW="347" imgH="348" progId="TCLayout.ActiveDocument.1">
                  <p:embed/>
                </p:oleObj>
              </mc:Choice>
              <mc:Fallback>
                <p:oleObj name="think-cell Slide" r:id="rId6" imgW="347" imgH="34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A6A819F1-33AF-45D7-8BF6-2B0A9769CA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FF51F16D-1BAD-46EE-A6F4-B8B94C9DF62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C01FB4-DC49-44A6-A0F2-A561CC04E02C}"/>
              </a:ext>
            </a:extLst>
          </p:cNvPr>
          <p:cNvSpPr/>
          <p:nvPr/>
        </p:nvSpPr>
        <p:spPr>
          <a:xfrm>
            <a:off x="1387302" y="5300397"/>
            <a:ext cx="9417396" cy="300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err="1">
                <a:solidFill>
                  <a:srgbClr val="FFFFFF">
                    <a:lumMod val="65000"/>
                  </a:srgbClr>
                </a:solidFill>
                <a:latin typeface="Arial"/>
                <a:ea typeface="微软雅黑"/>
              </a:rPr>
              <a:t>Kepuasan</a:t>
            </a:r>
            <a:r>
              <a:rPr lang="en-US" altLang="zh-CN" sz="1200" dirty="0">
                <a:solidFill>
                  <a:srgbClr val="FFFFFF">
                    <a:lumMod val="65000"/>
                  </a:srgbClr>
                </a:solidFill>
                <a:latin typeface="Arial"/>
                <a:ea typeface="微软雅黑"/>
              </a:rPr>
              <a:t> </a:t>
            </a:r>
            <a:r>
              <a:rPr lang="en-US" altLang="zh-CN" sz="1200" dirty="0" err="1">
                <a:solidFill>
                  <a:srgbClr val="FFFFFF">
                    <a:lumMod val="65000"/>
                  </a:srgbClr>
                </a:solidFill>
                <a:latin typeface="Arial"/>
                <a:ea typeface="微软雅黑"/>
              </a:rPr>
              <a:t>anda</a:t>
            </a:r>
            <a:r>
              <a:rPr lang="en-US" altLang="zh-CN" sz="1200" dirty="0">
                <a:solidFill>
                  <a:srgbClr val="FFFFFF">
                    <a:lumMod val="65000"/>
                  </a:srgbClr>
                </a:solidFill>
                <a:latin typeface="Arial"/>
                <a:ea typeface="微软雅黑"/>
              </a:rPr>
              <a:t> </a:t>
            </a:r>
            <a:r>
              <a:rPr lang="en-US" altLang="zh-CN" sz="1200" dirty="0" err="1">
                <a:solidFill>
                  <a:srgbClr val="FFFFFF">
                    <a:lumMod val="65000"/>
                  </a:srgbClr>
                </a:solidFill>
                <a:latin typeface="Arial"/>
                <a:ea typeface="微软雅黑"/>
              </a:rPr>
              <a:t>adalah</a:t>
            </a:r>
            <a:r>
              <a:rPr lang="en-US" altLang="zh-CN" sz="1200" dirty="0">
                <a:solidFill>
                  <a:srgbClr val="FFFFFF">
                    <a:lumMod val="65000"/>
                  </a:srgbClr>
                </a:solidFill>
                <a:latin typeface="Arial"/>
                <a:ea typeface="微软雅黑"/>
              </a:rPr>
              <a:t> </a:t>
            </a:r>
            <a:r>
              <a:rPr lang="en-US" altLang="zh-CN" sz="1200" dirty="0" err="1">
                <a:solidFill>
                  <a:srgbClr val="FFFFFF">
                    <a:lumMod val="65000"/>
                  </a:srgbClr>
                </a:solidFill>
                <a:latin typeface="Arial"/>
                <a:ea typeface="微软雅黑"/>
              </a:rPr>
              <a:t>kebahagian</a:t>
            </a:r>
            <a:r>
              <a:rPr lang="en-US" altLang="zh-CN" sz="1200" dirty="0">
                <a:solidFill>
                  <a:srgbClr val="FFFFFF">
                    <a:lumMod val="65000"/>
                  </a:srgbClr>
                </a:solidFill>
                <a:latin typeface="Arial"/>
                <a:ea typeface="微软雅黑"/>
              </a:rPr>
              <a:t> kami. </a:t>
            </a:r>
            <a:r>
              <a:rPr lang="en-US" altLang="zh-CN" sz="1200" dirty="0" err="1">
                <a:solidFill>
                  <a:srgbClr val="FFFFFF">
                    <a:lumMod val="65000"/>
                  </a:srgbClr>
                </a:solidFill>
                <a:latin typeface="Arial"/>
                <a:ea typeface="微软雅黑"/>
              </a:rPr>
              <a:t>Lapar</a:t>
            </a:r>
            <a:r>
              <a:rPr lang="en-US" altLang="zh-CN" sz="1200" dirty="0">
                <a:solidFill>
                  <a:srgbClr val="FFFFFF">
                    <a:lumMod val="65000"/>
                  </a:srgbClr>
                </a:solidFill>
                <a:latin typeface="Arial"/>
                <a:ea typeface="微软雅黑"/>
              </a:rPr>
              <a:t>? </a:t>
            </a:r>
            <a:r>
              <a:rPr lang="en-US" altLang="zh-CN" sz="1200" dirty="0" err="1">
                <a:solidFill>
                  <a:srgbClr val="FFFFFF">
                    <a:lumMod val="65000"/>
                  </a:srgbClr>
                </a:solidFill>
                <a:latin typeface="Arial"/>
                <a:ea typeface="微软雅黑"/>
              </a:rPr>
              <a:t>Asupan</a:t>
            </a:r>
            <a:r>
              <a:rPr lang="en-US" altLang="zh-CN" sz="1200" dirty="0">
                <a:solidFill>
                  <a:srgbClr val="FFFFFF">
                    <a:lumMod val="65000"/>
                  </a:srgbClr>
                </a:solidFill>
                <a:latin typeface="Arial"/>
                <a:ea typeface="微软雅黑"/>
              </a:rPr>
              <a:t> </a:t>
            </a:r>
            <a:r>
              <a:rPr lang="en-US" altLang="zh-CN" sz="1200" dirty="0" err="1">
                <a:solidFill>
                  <a:srgbClr val="FFFFFF">
                    <a:lumMod val="65000"/>
                  </a:srgbClr>
                </a:solidFill>
                <a:latin typeface="Arial"/>
                <a:ea typeface="微软雅黑"/>
              </a:rPr>
              <a:t>aja</a:t>
            </a:r>
            <a:r>
              <a:rPr lang="en-US" altLang="zh-CN" sz="1200" dirty="0">
                <a:solidFill>
                  <a:srgbClr val="FFFFFF">
                    <a:lumMod val="65000"/>
                  </a:srgbClr>
                </a:solidFill>
                <a:latin typeface="Arial"/>
                <a:ea typeface="微软雅黑"/>
              </a:rPr>
              <a:t>!!!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6" name="图片 5" descr="图片包含 物体&#10;&#10;自动生成的说明">
            <a:extLst>
              <a:ext uri="{FF2B5EF4-FFF2-40B4-BE49-F238E27FC236}">
                <a16:creationId xmlns:a16="http://schemas.microsoft.com/office/drawing/2014/main" id="{8D6B1C27-7E8E-4F9C-8FF9-A3963318AA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225" y="1374775"/>
            <a:ext cx="4781550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1166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THINKCELLUNDODONOTDELETE" val="0"/>
  <p:tag name="ISLIDE.THEME" val="f2f23123-4b4c-477b-ad56-7ce2e363171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b751056-6b97-492c-b763-340acee7e99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Smkff3fSzGMOuItfjj3Fw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FFFF00"/>
      </a:accent1>
      <a:accent2>
        <a:srgbClr val="001A22"/>
      </a:accent2>
      <a:accent3>
        <a:srgbClr val="505050"/>
      </a:accent3>
      <a:accent4>
        <a:srgbClr val="001B22"/>
      </a:accent4>
      <a:accent5>
        <a:srgbClr val="F9A91C"/>
      </a:accent5>
      <a:accent6>
        <a:srgbClr val="85D3D3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1_主题5">
  <a:themeElements>
    <a:clrScheme name="房利美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14E98"/>
      </a:accent1>
      <a:accent2>
        <a:srgbClr val="83B01F"/>
      </a:accent2>
      <a:accent3>
        <a:srgbClr val="116FD4"/>
      </a:accent3>
      <a:accent4>
        <a:srgbClr val="013161"/>
      </a:accent4>
      <a:accent5>
        <a:srgbClr val="074482"/>
      </a:accent5>
      <a:accent6>
        <a:srgbClr val="608907"/>
      </a:accent6>
      <a:hlink>
        <a:srgbClr val="014E98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FFF00"/>
    </a:accent1>
    <a:accent2>
      <a:srgbClr val="001A22"/>
    </a:accent2>
    <a:accent3>
      <a:srgbClr val="505050"/>
    </a:accent3>
    <a:accent4>
      <a:srgbClr val="001B22"/>
    </a:accent4>
    <a:accent5>
      <a:srgbClr val="F9A91C"/>
    </a:accent5>
    <a:accent6>
      <a:srgbClr val="85D3D3"/>
    </a:accent6>
    <a:hlink>
      <a:srgbClr val="4276A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5"/>
    </a:dk2>
    <a:lt2>
      <a:srgbClr val="F0F0F0"/>
    </a:lt2>
    <a:accent1>
      <a:srgbClr val="014E98"/>
    </a:accent1>
    <a:accent2>
      <a:srgbClr val="83B01F"/>
    </a:accent2>
    <a:accent3>
      <a:srgbClr val="116FD4"/>
    </a:accent3>
    <a:accent4>
      <a:srgbClr val="013161"/>
    </a:accent4>
    <a:accent5>
      <a:srgbClr val="074482"/>
    </a:accent5>
    <a:accent6>
      <a:srgbClr val="608907"/>
    </a:accent6>
    <a:hlink>
      <a:srgbClr val="014E98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FFF00"/>
    </a:accent1>
    <a:accent2>
      <a:srgbClr val="001A22"/>
    </a:accent2>
    <a:accent3>
      <a:srgbClr val="505050"/>
    </a:accent3>
    <a:accent4>
      <a:srgbClr val="001B22"/>
    </a:accent4>
    <a:accent5>
      <a:srgbClr val="F9A91C"/>
    </a:accent5>
    <a:accent6>
      <a:srgbClr val="85D3D3"/>
    </a:accent6>
    <a:hlink>
      <a:srgbClr val="4276AA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FFF00"/>
    </a:accent1>
    <a:accent2>
      <a:srgbClr val="001A22"/>
    </a:accent2>
    <a:accent3>
      <a:srgbClr val="505050"/>
    </a:accent3>
    <a:accent4>
      <a:srgbClr val="001B22"/>
    </a:accent4>
    <a:accent5>
      <a:srgbClr val="F9A91C"/>
    </a:accent5>
    <a:accent6>
      <a:srgbClr val="85D3D3"/>
    </a:accent6>
    <a:hlink>
      <a:srgbClr val="4276AA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FFF00"/>
    </a:accent1>
    <a:accent2>
      <a:srgbClr val="001A22"/>
    </a:accent2>
    <a:accent3>
      <a:srgbClr val="505050"/>
    </a:accent3>
    <a:accent4>
      <a:srgbClr val="001B22"/>
    </a:accent4>
    <a:accent5>
      <a:srgbClr val="F9A91C"/>
    </a:accent5>
    <a:accent6>
      <a:srgbClr val="85D3D3"/>
    </a:accent6>
    <a:hlink>
      <a:srgbClr val="4276AA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FFF00"/>
    </a:accent1>
    <a:accent2>
      <a:srgbClr val="001A22"/>
    </a:accent2>
    <a:accent3>
      <a:srgbClr val="505050"/>
    </a:accent3>
    <a:accent4>
      <a:srgbClr val="001B22"/>
    </a:accent4>
    <a:accent5>
      <a:srgbClr val="F9A91C"/>
    </a:accent5>
    <a:accent6>
      <a:srgbClr val="85D3D3"/>
    </a:accent6>
    <a:hlink>
      <a:srgbClr val="4276AA"/>
    </a:hlink>
    <a:folHlink>
      <a:srgbClr val="BFBFBF"/>
    </a:folHlink>
  </a:clrScheme>
</a:themeOverride>
</file>

<file path=ppt/theme/themeOverride7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FFF00"/>
    </a:accent1>
    <a:accent2>
      <a:srgbClr val="001A22"/>
    </a:accent2>
    <a:accent3>
      <a:srgbClr val="505050"/>
    </a:accent3>
    <a:accent4>
      <a:srgbClr val="001B22"/>
    </a:accent4>
    <a:accent5>
      <a:srgbClr val="F9A91C"/>
    </a:accent5>
    <a:accent6>
      <a:srgbClr val="85D3D3"/>
    </a:accent6>
    <a:hlink>
      <a:srgbClr val="4276AA"/>
    </a:hlink>
    <a:folHlink>
      <a:srgbClr val="BFBFBF"/>
    </a:folHlink>
  </a:clrScheme>
</a:themeOverride>
</file>

<file path=ppt/theme/themeOverride8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5"/>
    </a:dk2>
    <a:lt2>
      <a:srgbClr val="F0F0F0"/>
    </a:lt2>
    <a:accent1>
      <a:srgbClr val="014E98"/>
    </a:accent1>
    <a:accent2>
      <a:srgbClr val="83B01F"/>
    </a:accent2>
    <a:accent3>
      <a:srgbClr val="116FD4"/>
    </a:accent3>
    <a:accent4>
      <a:srgbClr val="013161"/>
    </a:accent4>
    <a:accent5>
      <a:srgbClr val="074482"/>
    </a:accent5>
    <a:accent6>
      <a:srgbClr val="608907"/>
    </a:accent6>
    <a:hlink>
      <a:srgbClr val="014E98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73</TotalTime>
  <Words>508</Words>
  <Application>Microsoft Office PowerPoint</Application>
  <PresentationFormat>Widescreen</PresentationFormat>
  <Paragraphs>236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31" baseType="lpstr">
      <vt:lpstr>等线</vt:lpstr>
      <vt:lpstr>微软雅黑</vt:lpstr>
      <vt:lpstr>宋体</vt:lpstr>
      <vt:lpstr>Arial</vt:lpstr>
      <vt:lpstr>Berlin Sans FB Demi</vt:lpstr>
      <vt:lpstr>Calibri</vt:lpstr>
      <vt:lpstr>Hugme</vt:lpstr>
      <vt:lpstr>Impact</vt:lpstr>
      <vt:lpstr>Times New Roman</vt:lpstr>
      <vt:lpstr>Trebuchet MS</vt:lpstr>
      <vt:lpstr>Wingdings</vt:lpstr>
      <vt:lpstr>主题5</vt:lpstr>
      <vt:lpstr>1_主题5</vt:lpstr>
      <vt:lpstr>Office Theme</vt:lpstr>
      <vt:lpstr>think-cell Slide</vt:lpstr>
      <vt:lpstr>ASUPAN FOOD &amp; RESORT</vt:lpstr>
      <vt:lpstr>PowerPoint Presentation</vt:lpstr>
      <vt:lpstr>PowerPoint Presentation</vt:lpstr>
      <vt:lpstr>PowerPoint Presentation</vt:lpstr>
      <vt:lpstr>Sign in dan sign out</vt:lpstr>
      <vt:lpstr>Menu</vt:lpstr>
      <vt:lpstr>Tampilan Rincian</vt:lpstr>
      <vt:lpstr>Alamat</vt:lpstr>
      <vt:lpstr>Metode pembayaran</vt:lpstr>
      <vt:lpstr>PowerPoint Presentation</vt:lpstr>
      <vt:lpstr>FACT</vt:lpstr>
      <vt:lpstr>CONSTRAINT</vt:lpstr>
      <vt:lpstr>ACTION ENABLERS</vt:lpstr>
      <vt:lpstr>Inferences</vt:lpstr>
      <vt:lpstr>    </vt:lpstr>
      <vt:lpstr>PowerPoint Presentation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Muhammad  Aulia</cp:lastModifiedBy>
  <cp:revision>9</cp:revision>
  <cp:lastPrinted>2019-01-31T16:00:00Z</cp:lastPrinted>
  <dcterms:created xsi:type="dcterms:W3CDTF">2019-01-31T16:00:00Z</dcterms:created>
  <dcterms:modified xsi:type="dcterms:W3CDTF">2019-03-18T01:51:19Z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