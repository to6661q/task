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Override2.xml" ContentType="application/vnd.openxmlformats-officedocument.themeOverride+xml"/>
  <Override PartName="/ppt/tags/tag3.xml" ContentType="application/vnd.openxmlformats-officedocument.presentationml.tags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ags/tag4.xml" ContentType="application/vnd.openxmlformats-officedocument.presentationml.tags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83" r:id="rId2"/>
    <p:sldId id="269" r:id="rId3"/>
    <p:sldId id="258" r:id="rId4"/>
    <p:sldId id="308" r:id="rId5"/>
    <p:sldId id="314" r:id="rId6"/>
    <p:sldId id="317" r:id="rId7"/>
    <p:sldId id="319" r:id="rId8"/>
    <p:sldId id="284" r:id="rId9"/>
    <p:sldId id="295" r:id="rId10"/>
    <p:sldId id="288" r:id="rId11"/>
    <p:sldId id="320" r:id="rId12"/>
    <p:sldId id="327" r:id="rId13"/>
    <p:sldId id="328" r:id="rId14"/>
    <p:sldId id="329" r:id="rId15"/>
    <p:sldId id="330" r:id="rId16"/>
    <p:sldId id="331" r:id="rId17"/>
    <p:sldId id="332" r:id="rId18"/>
    <p:sldId id="333" r:id="rId19"/>
    <p:sldId id="334" r:id="rId20"/>
    <p:sldId id="315" r:id="rId21"/>
    <p:sldId id="316" r:id="rId22"/>
    <p:sldId id="261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31B8"/>
    <a:srgbClr val="FB6077"/>
    <a:srgbClr val="FBA854"/>
    <a:srgbClr val="FE705F"/>
    <a:srgbClr val="FAB452"/>
    <a:srgbClr val="FE6F5F"/>
    <a:srgbClr val="6132BB"/>
    <a:srgbClr val="2E247F"/>
    <a:srgbClr val="5529CD"/>
    <a:srgbClr val="7434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56" autoAdjust="0"/>
    <p:restoredTop sz="96187" autoAdjust="0"/>
  </p:normalViewPr>
  <p:slideViewPr>
    <p:cSldViewPr snapToGrid="0">
      <p:cViewPr varScale="1">
        <p:scale>
          <a:sx n="68" d="100"/>
          <a:sy n="68" d="100"/>
        </p:scale>
        <p:origin x="822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393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78E0E4-DC06-4041-AFA7-BB6F527FFA3F}" type="datetimeFigureOut">
              <a:rPr lang="zh-CN" altLang="en-US" smtClean="0"/>
              <a:t>2019/7/2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B7432-8BB0-4EFA-A417-EFCDC17B281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2019/7/2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0" y="0"/>
            <a:ext cx="12264740" cy="7061151"/>
            <a:chOff x="0" y="0"/>
            <a:chExt cx="12264740" cy="7061151"/>
          </a:xfrm>
        </p:grpSpPr>
        <p:grpSp>
          <p:nvGrpSpPr>
            <p:cNvPr id="2" name="组合 1"/>
            <p:cNvGrpSpPr/>
            <p:nvPr userDrawn="1"/>
          </p:nvGrpSpPr>
          <p:grpSpPr>
            <a:xfrm>
              <a:off x="0" y="0"/>
              <a:ext cx="12192000" cy="6956415"/>
              <a:chOff x="0" y="0"/>
              <a:chExt cx="12192000" cy="6956415"/>
            </a:xfrm>
          </p:grpSpPr>
          <p:sp>
            <p:nvSpPr>
              <p:cNvPr id="5" name="Rectangle 5"/>
              <p:cNvSpPr>
                <a:spLocks noChangeArrowheads="1"/>
              </p:cNvSpPr>
              <p:nvPr userDrawn="1"/>
            </p:nvSpPr>
            <p:spPr bwMode="auto">
              <a:xfrm>
                <a:off x="0" y="0"/>
                <a:ext cx="12192000" cy="6853238"/>
              </a:xfrm>
              <a:prstGeom prst="rect">
                <a:avLst/>
              </a:prstGeom>
              <a:gradFill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dirty="0"/>
              </a:p>
            </p:txBody>
          </p:sp>
          <p:sp>
            <p:nvSpPr>
              <p:cNvPr id="78" name="Freeform 33"/>
              <p:cNvSpPr/>
              <p:nvPr userDrawn="1"/>
            </p:nvSpPr>
            <p:spPr bwMode="auto">
              <a:xfrm>
                <a:off x="4697412" y="2720785"/>
                <a:ext cx="7494588" cy="3846512"/>
              </a:xfrm>
              <a:custGeom>
                <a:avLst/>
                <a:gdLst>
                  <a:gd name="T0" fmla="*/ 4721 w 4721"/>
                  <a:gd name="T1" fmla="*/ 0 h 2423"/>
                  <a:gd name="T2" fmla="*/ 0 w 4721"/>
                  <a:gd name="T3" fmla="*/ 2091 h 2423"/>
                  <a:gd name="T4" fmla="*/ 0 w 4721"/>
                  <a:gd name="T5" fmla="*/ 2423 h 2423"/>
                  <a:gd name="T6" fmla="*/ 4721 w 4721"/>
                  <a:gd name="T7" fmla="*/ 1739 h 2423"/>
                  <a:gd name="T8" fmla="*/ 4721 w 4721"/>
                  <a:gd name="T9" fmla="*/ 0 h 24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721" h="2423">
                    <a:moveTo>
                      <a:pt x="4721" y="0"/>
                    </a:moveTo>
                    <a:lnTo>
                      <a:pt x="0" y="2091"/>
                    </a:lnTo>
                    <a:lnTo>
                      <a:pt x="0" y="2423"/>
                    </a:lnTo>
                    <a:lnTo>
                      <a:pt x="4721" y="1739"/>
                    </a:lnTo>
                    <a:lnTo>
                      <a:pt x="472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>
                      <a:alpha val="29000"/>
                    </a:schemeClr>
                  </a:gs>
                  <a:gs pos="100000">
                    <a:schemeClr val="accent2">
                      <a:alpha val="1000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baseline="0" dirty="0"/>
              </a:p>
            </p:txBody>
          </p:sp>
          <p:sp>
            <p:nvSpPr>
              <p:cNvPr id="72" name="Freeform 29"/>
              <p:cNvSpPr/>
              <p:nvPr userDrawn="1"/>
            </p:nvSpPr>
            <p:spPr bwMode="auto">
              <a:xfrm>
                <a:off x="7591911" y="0"/>
                <a:ext cx="4573587" cy="3898900"/>
              </a:xfrm>
              <a:custGeom>
                <a:avLst/>
                <a:gdLst>
                  <a:gd name="T0" fmla="*/ 0 w 2881"/>
                  <a:gd name="T1" fmla="*/ 0 h 2456"/>
                  <a:gd name="T2" fmla="*/ 2881 w 2881"/>
                  <a:gd name="T3" fmla="*/ 2456 h 2456"/>
                  <a:gd name="T4" fmla="*/ 2881 w 2881"/>
                  <a:gd name="T5" fmla="*/ 989 h 2456"/>
                  <a:gd name="T6" fmla="*/ 2080 w 2881"/>
                  <a:gd name="T7" fmla="*/ 0 h 2456"/>
                  <a:gd name="T8" fmla="*/ 0 w 2881"/>
                  <a:gd name="T9" fmla="*/ 0 h 2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81" h="2456">
                    <a:moveTo>
                      <a:pt x="0" y="0"/>
                    </a:moveTo>
                    <a:lnTo>
                      <a:pt x="2881" y="2456"/>
                    </a:lnTo>
                    <a:lnTo>
                      <a:pt x="2881" y="989"/>
                    </a:lnTo>
                    <a:lnTo>
                      <a:pt x="208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dirty="0"/>
              </a:p>
            </p:txBody>
          </p:sp>
          <p:sp>
            <p:nvSpPr>
              <p:cNvPr id="16" name="Freeform 11"/>
              <p:cNvSpPr/>
              <p:nvPr userDrawn="1"/>
            </p:nvSpPr>
            <p:spPr bwMode="auto">
              <a:xfrm>
                <a:off x="3986213" y="1322388"/>
                <a:ext cx="2671763" cy="2670175"/>
              </a:xfrm>
              <a:custGeom>
                <a:avLst/>
                <a:gdLst>
                  <a:gd name="T0" fmla="*/ 1683 w 1683"/>
                  <a:gd name="T1" fmla="*/ 0 h 1682"/>
                  <a:gd name="T2" fmla="*/ 352 w 1683"/>
                  <a:gd name="T3" fmla="*/ 357 h 1682"/>
                  <a:gd name="T4" fmla="*/ 0 w 1683"/>
                  <a:gd name="T5" fmla="*/ 1682 h 1682"/>
                  <a:gd name="T6" fmla="*/ 1331 w 1683"/>
                  <a:gd name="T7" fmla="*/ 1325 h 1682"/>
                  <a:gd name="T8" fmla="*/ 1683 w 1683"/>
                  <a:gd name="T9" fmla="*/ 0 h 16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83" h="1682">
                    <a:moveTo>
                      <a:pt x="1683" y="0"/>
                    </a:moveTo>
                    <a:lnTo>
                      <a:pt x="352" y="357"/>
                    </a:lnTo>
                    <a:lnTo>
                      <a:pt x="0" y="1682"/>
                    </a:lnTo>
                    <a:lnTo>
                      <a:pt x="1331" y="1325"/>
                    </a:lnTo>
                    <a:lnTo>
                      <a:pt x="168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94" name="组合 93"/>
              <p:cNvGrpSpPr/>
              <p:nvPr userDrawn="1"/>
            </p:nvGrpSpPr>
            <p:grpSpPr>
              <a:xfrm>
                <a:off x="574318" y="6112428"/>
                <a:ext cx="1672540" cy="801020"/>
                <a:chOff x="574318" y="6112428"/>
                <a:chExt cx="1672540" cy="801020"/>
              </a:xfrm>
            </p:grpSpPr>
            <p:sp>
              <p:nvSpPr>
                <p:cNvPr id="221" name="任意多边形: 形状 220"/>
                <p:cNvSpPr/>
                <p:nvPr userDrawn="1"/>
              </p:nvSpPr>
              <p:spPr bwMode="auto">
                <a:xfrm rot="15705384" flipH="1">
                  <a:off x="735608" y="6058477"/>
                  <a:ext cx="678260" cy="1000840"/>
                </a:xfrm>
                <a:custGeom>
                  <a:avLst/>
                  <a:gdLst>
                    <a:gd name="connsiteX0" fmla="*/ 0 w 678260"/>
                    <a:gd name="connsiteY0" fmla="*/ 1000840 h 1000840"/>
                    <a:gd name="connsiteX1" fmla="*/ 678260 w 678260"/>
                    <a:gd name="connsiteY1" fmla="*/ 818918 h 1000840"/>
                    <a:gd name="connsiteX2" fmla="*/ 559616 w 678260"/>
                    <a:gd name="connsiteY2" fmla="*/ 0 h 1000840"/>
                    <a:gd name="connsiteX3" fmla="*/ 243348 w 678260"/>
                    <a:gd name="connsiteY3" fmla="*/ 84829 h 10008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78260" h="1000840">
                      <a:moveTo>
                        <a:pt x="0" y="1000840"/>
                      </a:moveTo>
                      <a:lnTo>
                        <a:pt x="678260" y="818918"/>
                      </a:lnTo>
                      <a:lnTo>
                        <a:pt x="559616" y="0"/>
                      </a:lnTo>
                      <a:lnTo>
                        <a:pt x="243348" y="84829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2" name="任意多边形: 形状 221"/>
                <p:cNvSpPr/>
                <p:nvPr userDrawn="1"/>
              </p:nvSpPr>
              <p:spPr bwMode="auto">
                <a:xfrm rot="15705384" flipH="1">
                  <a:off x="1419521" y="6086111"/>
                  <a:ext cx="801020" cy="853654"/>
                </a:xfrm>
                <a:custGeom>
                  <a:avLst/>
                  <a:gdLst>
                    <a:gd name="connsiteX0" fmla="*/ 0 w 801020"/>
                    <a:gd name="connsiteY0" fmla="*/ 183065 h 853654"/>
                    <a:gd name="connsiteX1" fmla="*/ 668515 w 801020"/>
                    <a:gd name="connsiteY1" fmla="*/ 853654 h 853654"/>
                    <a:gd name="connsiteX2" fmla="*/ 801020 w 801020"/>
                    <a:gd name="connsiteY2" fmla="*/ 817904 h 853654"/>
                    <a:gd name="connsiteX3" fmla="*/ 682523 w 801020"/>
                    <a:gd name="connsiteY3" fmla="*/ 0 h 8536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01020" h="853654">
                      <a:moveTo>
                        <a:pt x="0" y="183065"/>
                      </a:moveTo>
                      <a:lnTo>
                        <a:pt x="668515" y="853654"/>
                      </a:lnTo>
                      <a:lnTo>
                        <a:pt x="801020" y="817904"/>
                      </a:lnTo>
                      <a:lnTo>
                        <a:pt x="68252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5"/>
                    </a:gs>
                    <a:gs pos="100000">
                      <a:schemeClr val="accent6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3" name="组合 92"/>
              <p:cNvGrpSpPr/>
              <p:nvPr userDrawn="1"/>
            </p:nvGrpSpPr>
            <p:grpSpPr>
              <a:xfrm>
                <a:off x="5262345" y="4756712"/>
                <a:ext cx="971580" cy="968155"/>
                <a:chOff x="5262345" y="4756712"/>
                <a:chExt cx="971580" cy="968155"/>
              </a:xfrm>
            </p:grpSpPr>
            <p:sp>
              <p:nvSpPr>
                <p:cNvPr id="157" name="Freeform 10"/>
                <p:cNvSpPr/>
                <p:nvPr userDrawn="1"/>
              </p:nvSpPr>
              <p:spPr bwMode="auto">
                <a:xfrm rot="13500000" flipH="1">
                  <a:off x="5262184" y="5047566"/>
                  <a:ext cx="542093" cy="541771"/>
                </a:xfrm>
                <a:custGeom>
                  <a:avLst/>
                  <a:gdLst>
                    <a:gd name="T0" fmla="*/ 1683 w 1683"/>
                    <a:gd name="T1" fmla="*/ 0 h 1682"/>
                    <a:gd name="T2" fmla="*/ 352 w 1683"/>
                    <a:gd name="T3" fmla="*/ 357 h 1682"/>
                    <a:gd name="T4" fmla="*/ 0 w 1683"/>
                    <a:gd name="T5" fmla="*/ 1682 h 1682"/>
                    <a:gd name="T6" fmla="*/ 1331 w 1683"/>
                    <a:gd name="T7" fmla="*/ 1325 h 1682"/>
                    <a:gd name="T8" fmla="*/ 1683 w 1683"/>
                    <a:gd name="T9" fmla="*/ 0 h 16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683" h="1682">
                      <a:moveTo>
                        <a:pt x="1683" y="0"/>
                      </a:moveTo>
                      <a:lnTo>
                        <a:pt x="352" y="357"/>
                      </a:lnTo>
                      <a:lnTo>
                        <a:pt x="0" y="1682"/>
                      </a:lnTo>
                      <a:lnTo>
                        <a:pt x="1331" y="1325"/>
                      </a:lnTo>
                      <a:lnTo>
                        <a:pt x="1683" y="0"/>
                      </a:lnTo>
                      <a:close/>
                    </a:path>
                  </a:pathLst>
                </a:custGeom>
                <a:gradFill>
                  <a:gsLst>
                    <a:gs pos="800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8" name="Freeform 12"/>
                <p:cNvSpPr/>
                <p:nvPr userDrawn="1"/>
              </p:nvSpPr>
              <p:spPr bwMode="auto">
                <a:xfrm rot="13500000" flipH="1">
                  <a:off x="5651570" y="5142512"/>
                  <a:ext cx="426781" cy="737929"/>
                </a:xfrm>
                <a:custGeom>
                  <a:avLst/>
                  <a:gdLst>
                    <a:gd name="T0" fmla="*/ 352 w 1325"/>
                    <a:gd name="T1" fmla="*/ 0 h 2291"/>
                    <a:gd name="T2" fmla="*/ 0 w 1325"/>
                    <a:gd name="T3" fmla="*/ 1325 h 2291"/>
                    <a:gd name="T4" fmla="*/ 974 w 1325"/>
                    <a:gd name="T5" fmla="*/ 2291 h 2291"/>
                    <a:gd name="T6" fmla="*/ 1325 w 1325"/>
                    <a:gd name="T7" fmla="*/ 968 h 2291"/>
                    <a:gd name="T8" fmla="*/ 352 w 1325"/>
                    <a:gd name="T9" fmla="*/ 0 h 22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25" h="2291">
                      <a:moveTo>
                        <a:pt x="352" y="0"/>
                      </a:moveTo>
                      <a:lnTo>
                        <a:pt x="0" y="1325"/>
                      </a:lnTo>
                      <a:lnTo>
                        <a:pt x="974" y="2291"/>
                      </a:lnTo>
                      <a:lnTo>
                        <a:pt x="1325" y="968"/>
                      </a:lnTo>
                      <a:lnTo>
                        <a:pt x="35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4"/>
                    </a:gs>
                    <a:gs pos="95000">
                      <a:schemeClr val="accent3"/>
                    </a:gs>
                  </a:gsLst>
                  <a:lin ang="13200000" scaled="0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9" name="Freeform 13"/>
                <p:cNvSpPr/>
                <p:nvPr userDrawn="1"/>
              </p:nvSpPr>
              <p:spPr bwMode="auto">
                <a:xfrm rot="13500000" flipH="1">
                  <a:off x="5494197" y="4914218"/>
                  <a:ext cx="742438" cy="427425"/>
                </a:xfrm>
                <a:custGeom>
                  <a:avLst/>
                  <a:gdLst>
                    <a:gd name="T0" fmla="*/ 1331 w 2305"/>
                    <a:gd name="T1" fmla="*/ 0 h 1327"/>
                    <a:gd name="T2" fmla="*/ 0 w 2305"/>
                    <a:gd name="T3" fmla="*/ 357 h 1327"/>
                    <a:gd name="T4" fmla="*/ 967 w 2305"/>
                    <a:gd name="T5" fmla="*/ 1327 h 1327"/>
                    <a:gd name="T6" fmla="*/ 2305 w 2305"/>
                    <a:gd name="T7" fmla="*/ 966 h 1327"/>
                    <a:gd name="T8" fmla="*/ 1331 w 2305"/>
                    <a:gd name="T9" fmla="*/ 0 h 13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305" h="1327">
                      <a:moveTo>
                        <a:pt x="1331" y="0"/>
                      </a:moveTo>
                      <a:lnTo>
                        <a:pt x="0" y="357"/>
                      </a:lnTo>
                      <a:lnTo>
                        <a:pt x="967" y="1327"/>
                      </a:lnTo>
                      <a:lnTo>
                        <a:pt x="2305" y="966"/>
                      </a:lnTo>
                      <a:lnTo>
                        <a:pt x="133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5"/>
                    </a:gs>
                    <a:gs pos="100000">
                      <a:schemeClr val="accent6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01" name="Freeform 12"/>
              <p:cNvSpPr/>
              <p:nvPr userDrawn="1"/>
            </p:nvSpPr>
            <p:spPr bwMode="auto">
              <a:xfrm rot="16997146" flipH="1">
                <a:off x="9022231" y="3928986"/>
                <a:ext cx="276941" cy="478847"/>
              </a:xfrm>
              <a:custGeom>
                <a:avLst/>
                <a:gdLst>
                  <a:gd name="T0" fmla="*/ 352 w 1325"/>
                  <a:gd name="T1" fmla="*/ 0 h 2291"/>
                  <a:gd name="T2" fmla="*/ 0 w 1325"/>
                  <a:gd name="T3" fmla="*/ 1325 h 2291"/>
                  <a:gd name="T4" fmla="*/ 974 w 1325"/>
                  <a:gd name="T5" fmla="*/ 2291 h 2291"/>
                  <a:gd name="T6" fmla="*/ 1325 w 1325"/>
                  <a:gd name="T7" fmla="*/ 968 h 2291"/>
                  <a:gd name="T8" fmla="*/ 352 w 1325"/>
                  <a:gd name="T9" fmla="*/ 0 h 22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25" h="2291">
                    <a:moveTo>
                      <a:pt x="352" y="0"/>
                    </a:moveTo>
                    <a:lnTo>
                      <a:pt x="0" y="1325"/>
                    </a:lnTo>
                    <a:lnTo>
                      <a:pt x="974" y="2291"/>
                    </a:lnTo>
                    <a:lnTo>
                      <a:pt x="1325" y="968"/>
                    </a:lnTo>
                    <a:lnTo>
                      <a:pt x="352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4"/>
                  </a:gs>
                  <a:gs pos="95000">
                    <a:schemeClr val="accent3"/>
                  </a:gs>
                </a:gsLst>
                <a:lin ang="132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90" name="组合 89"/>
              <p:cNvGrpSpPr/>
              <p:nvPr userDrawn="1"/>
            </p:nvGrpSpPr>
            <p:grpSpPr>
              <a:xfrm>
                <a:off x="11543700" y="3554956"/>
                <a:ext cx="486551" cy="507555"/>
                <a:chOff x="11543700" y="3554956"/>
                <a:chExt cx="486551" cy="507555"/>
              </a:xfrm>
            </p:grpSpPr>
            <p:sp>
              <p:nvSpPr>
                <p:cNvPr id="204" name="Freeform 10"/>
                <p:cNvSpPr/>
                <p:nvPr userDrawn="1"/>
              </p:nvSpPr>
              <p:spPr bwMode="auto">
                <a:xfrm rot="1800000" flipH="1">
                  <a:off x="11741622" y="3660734"/>
                  <a:ext cx="288629" cy="288458"/>
                </a:xfrm>
                <a:custGeom>
                  <a:avLst/>
                  <a:gdLst>
                    <a:gd name="T0" fmla="*/ 1683 w 1683"/>
                    <a:gd name="T1" fmla="*/ 0 h 1682"/>
                    <a:gd name="T2" fmla="*/ 352 w 1683"/>
                    <a:gd name="T3" fmla="*/ 357 h 1682"/>
                    <a:gd name="T4" fmla="*/ 0 w 1683"/>
                    <a:gd name="T5" fmla="*/ 1682 h 1682"/>
                    <a:gd name="T6" fmla="*/ 1331 w 1683"/>
                    <a:gd name="T7" fmla="*/ 1325 h 1682"/>
                    <a:gd name="T8" fmla="*/ 1683 w 1683"/>
                    <a:gd name="T9" fmla="*/ 0 h 16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683" h="1682">
                      <a:moveTo>
                        <a:pt x="1683" y="0"/>
                      </a:moveTo>
                      <a:lnTo>
                        <a:pt x="352" y="357"/>
                      </a:lnTo>
                      <a:lnTo>
                        <a:pt x="0" y="1682"/>
                      </a:lnTo>
                      <a:lnTo>
                        <a:pt x="1331" y="1325"/>
                      </a:lnTo>
                      <a:lnTo>
                        <a:pt x="1683" y="0"/>
                      </a:lnTo>
                      <a:close/>
                    </a:path>
                  </a:pathLst>
                </a:custGeom>
                <a:gradFill>
                  <a:gsLst>
                    <a:gs pos="7000">
                      <a:srgbClr val="FE6F5F"/>
                    </a:gs>
                    <a:gs pos="100000">
                      <a:srgbClr val="FAB452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5" name="Freeform 12"/>
                <p:cNvSpPr/>
                <p:nvPr userDrawn="1"/>
              </p:nvSpPr>
              <p:spPr bwMode="auto">
                <a:xfrm rot="1800000" flipH="1">
                  <a:off x="11575113" y="3554956"/>
                  <a:ext cx="227234" cy="392900"/>
                </a:xfrm>
                <a:custGeom>
                  <a:avLst/>
                  <a:gdLst>
                    <a:gd name="T0" fmla="*/ 352 w 1325"/>
                    <a:gd name="T1" fmla="*/ 0 h 2291"/>
                    <a:gd name="T2" fmla="*/ 0 w 1325"/>
                    <a:gd name="T3" fmla="*/ 1325 h 2291"/>
                    <a:gd name="T4" fmla="*/ 974 w 1325"/>
                    <a:gd name="T5" fmla="*/ 2291 h 2291"/>
                    <a:gd name="T6" fmla="*/ 1325 w 1325"/>
                    <a:gd name="T7" fmla="*/ 968 h 2291"/>
                    <a:gd name="T8" fmla="*/ 352 w 1325"/>
                    <a:gd name="T9" fmla="*/ 0 h 22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25" h="2291">
                      <a:moveTo>
                        <a:pt x="352" y="0"/>
                      </a:moveTo>
                      <a:lnTo>
                        <a:pt x="0" y="1325"/>
                      </a:lnTo>
                      <a:lnTo>
                        <a:pt x="974" y="2291"/>
                      </a:lnTo>
                      <a:lnTo>
                        <a:pt x="1325" y="968"/>
                      </a:lnTo>
                      <a:lnTo>
                        <a:pt x="35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BE27EB"/>
                    </a:gs>
                    <a:gs pos="95000">
                      <a:srgbClr val="4B34B0"/>
                    </a:gs>
                  </a:gsLst>
                  <a:lin ang="13200000" scaled="0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6" name="Freeform 13"/>
                <p:cNvSpPr/>
                <p:nvPr userDrawn="1"/>
              </p:nvSpPr>
              <p:spPr bwMode="auto">
                <a:xfrm rot="1800000" flipH="1">
                  <a:off x="11543700" y="3834935"/>
                  <a:ext cx="395301" cy="227576"/>
                </a:xfrm>
                <a:custGeom>
                  <a:avLst/>
                  <a:gdLst>
                    <a:gd name="T0" fmla="*/ 1331 w 2305"/>
                    <a:gd name="T1" fmla="*/ 0 h 1327"/>
                    <a:gd name="T2" fmla="*/ 0 w 2305"/>
                    <a:gd name="T3" fmla="*/ 357 h 1327"/>
                    <a:gd name="T4" fmla="*/ 967 w 2305"/>
                    <a:gd name="T5" fmla="*/ 1327 h 1327"/>
                    <a:gd name="T6" fmla="*/ 2305 w 2305"/>
                    <a:gd name="T7" fmla="*/ 966 h 1327"/>
                    <a:gd name="T8" fmla="*/ 1331 w 2305"/>
                    <a:gd name="T9" fmla="*/ 0 h 13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305" h="1327">
                      <a:moveTo>
                        <a:pt x="1331" y="0"/>
                      </a:moveTo>
                      <a:lnTo>
                        <a:pt x="0" y="357"/>
                      </a:lnTo>
                      <a:lnTo>
                        <a:pt x="967" y="1327"/>
                      </a:lnTo>
                      <a:lnTo>
                        <a:pt x="2305" y="966"/>
                      </a:lnTo>
                      <a:lnTo>
                        <a:pt x="133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5A1E4"/>
                    </a:gs>
                    <a:gs pos="100000">
                      <a:srgbClr val="6AD6BC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" name="组合 91"/>
              <p:cNvGrpSpPr/>
              <p:nvPr userDrawn="1"/>
            </p:nvGrpSpPr>
            <p:grpSpPr>
              <a:xfrm>
                <a:off x="7225218" y="768537"/>
                <a:ext cx="826939" cy="785759"/>
                <a:chOff x="7225218" y="768537"/>
                <a:chExt cx="826939" cy="785759"/>
              </a:xfrm>
            </p:grpSpPr>
            <p:sp>
              <p:nvSpPr>
                <p:cNvPr id="208" name="Freeform 10"/>
                <p:cNvSpPr/>
                <p:nvPr userDrawn="1"/>
              </p:nvSpPr>
              <p:spPr bwMode="auto">
                <a:xfrm rot="19856460" flipH="1">
                  <a:off x="7415241" y="768537"/>
                  <a:ext cx="470248" cy="469968"/>
                </a:xfrm>
                <a:custGeom>
                  <a:avLst/>
                  <a:gdLst>
                    <a:gd name="T0" fmla="*/ 1683 w 1683"/>
                    <a:gd name="T1" fmla="*/ 0 h 1682"/>
                    <a:gd name="T2" fmla="*/ 352 w 1683"/>
                    <a:gd name="T3" fmla="*/ 357 h 1682"/>
                    <a:gd name="T4" fmla="*/ 0 w 1683"/>
                    <a:gd name="T5" fmla="*/ 1682 h 1682"/>
                    <a:gd name="T6" fmla="*/ 1331 w 1683"/>
                    <a:gd name="T7" fmla="*/ 1325 h 1682"/>
                    <a:gd name="T8" fmla="*/ 1683 w 1683"/>
                    <a:gd name="T9" fmla="*/ 0 h 16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683" h="1682">
                      <a:moveTo>
                        <a:pt x="1683" y="0"/>
                      </a:moveTo>
                      <a:lnTo>
                        <a:pt x="352" y="357"/>
                      </a:lnTo>
                      <a:lnTo>
                        <a:pt x="0" y="1682"/>
                      </a:lnTo>
                      <a:lnTo>
                        <a:pt x="1331" y="1325"/>
                      </a:lnTo>
                      <a:lnTo>
                        <a:pt x="168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9" name="Freeform 12"/>
                <p:cNvSpPr/>
                <p:nvPr userDrawn="1"/>
              </p:nvSpPr>
              <p:spPr bwMode="auto">
                <a:xfrm rot="19856460" flipH="1">
                  <a:off x="7225218" y="914167"/>
                  <a:ext cx="370219" cy="640129"/>
                </a:xfrm>
                <a:custGeom>
                  <a:avLst/>
                  <a:gdLst>
                    <a:gd name="T0" fmla="*/ 352 w 1325"/>
                    <a:gd name="T1" fmla="*/ 0 h 2291"/>
                    <a:gd name="T2" fmla="*/ 0 w 1325"/>
                    <a:gd name="T3" fmla="*/ 1325 h 2291"/>
                    <a:gd name="T4" fmla="*/ 974 w 1325"/>
                    <a:gd name="T5" fmla="*/ 2291 h 2291"/>
                    <a:gd name="T6" fmla="*/ 1325 w 1325"/>
                    <a:gd name="T7" fmla="*/ 968 h 2291"/>
                    <a:gd name="T8" fmla="*/ 352 w 1325"/>
                    <a:gd name="T9" fmla="*/ 0 h 22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25" h="2291">
                      <a:moveTo>
                        <a:pt x="352" y="0"/>
                      </a:moveTo>
                      <a:lnTo>
                        <a:pt x="0" y="1325"/>
                      </a:lnTo>
                      <a:lnTo>
                        <a:pt x="974" y="2291"/>
                      </a:lnTo>
                      <a:lnTo>
                        <a:pt x="1325" y="968"/>
                      </a:lnTo>
                      <a:lnTo>
                        <a:pt x="35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4"/>
                    </a:gs>
                    <a:gs pos="95000">
                      <a:schemeClr val="accent3"/>
                    </a:gs>
                  </a:gsLst>
                  <a:lin ang="13200000" scaled="0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0" name="Freeform 13"/>
                <p:cNvSpPr/>
                <p:nvPr userDrawn="1"/>
              </p:nvSpPr>
              <p:spPr bwMode="auto">
                <a:xfrm rot="19856460" flipH="1">
                  <a:off x="7408116" y="1140602"/>
                  <a:ext cx="644041" cy="370777"/>
                </a:xfrm>
                <a:custGeom>
                  <a:avLst/>
                  <a:gdLst>
                    <a:gd name="T0" fmla="*/ 1331 w 2305"/>
                    <a:gd name="T1" fmla="*/ 0 h 1327"/>
                    <a:gd name="T2" fmla="*/ 0 w 2305"/>
                    <a:gd name="T3" fmla="*/ 357 h 1327"/>
                    <a:gd name="T4" fmla="*/ 967 w 2305"/>
                    <a:gd name="T5" fmla="*/ 1327 h 1327"/>
                    <a:gd name="T6" fmla="*/ 2305 w 2305"/>
                    <a:gd name="T7" fmla="*/ 966 h 1327"/>
                    <a:gd name="T8" fmla="*/ 1331 w 2305"/>
                    <a:gd name="T9" fmla="*/ 0 h 13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305" h="1327">
                      <a:moveTo>
                        <a:pt x="1331" y="0"/>
                      </a:moveTo>
                      <a:lnTo>
                        <a:pt x="0" y="357"/>
                      </a:lnTo>
                      <a:lnTo>
                        <a:pt x="967" y="1327"/>
                      </a:lnTo>
                      <a:lnTo>
                        <a:pt x="2305" y="966"/>
                      </a:lnTo>
                      <a:lnTo>
                        <a:pt x="133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5"/>
                    </a:gs>
                    <a:gs pos="100000">
                      <a:schemeClr val="accent6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27" name="Freeform 13"/>
              <p:cNvSpPr/>
              <p:nvPr userDrawn="1"/>
            </p:nvSpPr>
            <p:spPr bwMode="auto">
              <a:xfrm rot="20362958" flipH="1">
                <a:off x="9926861" y="2048003"/>
                <a:ext cx="278990" cy="160616"/>
              </a:xfrm>
              <a:custGeom>
                <a:avLst/>
                <a:gdLst>
                  <a:gd name="T0" fmla="*/ 1331 w 2305"/>
                  <a:gd name="T1" fmla="*/ 0 h 1327"/>
                  <a:gd name="T2" fmla="*/ 0 w 2305"/>
                  <a:gd name="T3" fmla="*/ 357 h 1327"/>
                  <a:gd name="T4" fmla="*/ 967 w 2305"/>
                  <a:gd name="T5" fmla="*/ 1327 h 1327"/>
                  <a:gd name="T6" fmla="*/ 2305 w 2305"/>
                  <a:gd name="T7" fmla="*/ 966 h 1327"/>
                  <a:gd name="T8" fmla="*/ 1331 w 2305"/>
                  <a:gd name="T9" fmla="*/ 0 h 13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05" h="1327">
                    <a:moveTo>
                      <a:pt x="1331" y="0"/>
                    </a:moveTo>
                    <a:lnTo>
                      <a:pt x="0" y="357"/>
                    </a:lnTo>
                    <a:lnTo>
                      <a:pt x="967" y="1327"/>
                    </a:lnTo>
                    <a:lnTo>
                      <a:pt x="2305" y="966"/>
                    </a:lnTo>
                    <a:lnTo>
                      <a:pt x="133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5"/>
                  </a:gs>
                  <a:gs pos="100000">
                    <a:schemeClr val="accent6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9" name="Freeform 10"/>
              <p:cNvSpPr/>
              <p:nvPr userDrawn="1"/>
            </p:nvSpPr>
            <p:spPr bwMode="auto">
              <a:xfrm rot="20362958" flipH="1">
                <a:off x="10626926" y="4466570"/>
                <a:ext cx="203705" cy="203584"/>
              </a:xfrm>
              <a:custGeom>
                <a:avLst/>
                <a:gdLst>
                  <a:gd name="T0" fmla="*/ 1683 w 1683"/>
                  <a:gd name="T1" fmla="*/ 0 h 1682"/>
                  <a:gd name="T2" fmla="*/ 352 w 1683"/>
                  <a:gd name="T3" fmla="*/ 357 h 1682"/>
                  <a:gd name="T4" fmla="*/ 0 w 1683"/>
                  <a:gd name="T5" fmla="*/ 1682 h 1682"/>
                  <a:gd name="T6" fmla="*/ 1331 w 1683"/>
                  <a:gd name="T7" fmla="*/ 1325 h 1682"/>
                  <a:gd name="T8" fmla="*/ 1683 w 1683"/>
                  <a:gd name="T9" fmla="*/ 0 h 16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83" h="1682">
                    <a:moveTo>
                      <a:pt x="1683" y="0"/>
                    </a:moveTo>
                    <a:lnTo>
                      <a:pt x="352" y="357"/>
                    </a:lnTo>
                    <a:lnTo>
                      <a:pt x="0" y="1682"/>
                    </a:lnTo>
                    <a:lnTo>
                      <a:pt x="1331" y="1325"/>
                    </a:lnTo>
                    <a:lnTo>
                      <a:pt x="1683" y="0"/>
                    </a:lnTo>
                    <a:close/>
                  </a:path>
                </a:pathLst>
              </a:custGeom>
              <a:gradFill>
                <a:gsLst>
                  <a:gs pos="700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2" name="Freeform 10"/>
              <p:cNvSpPr/>
              <p:nvPr userDrawn="1"/>
            </p:nvSpPr>
            <p:spPr bwMode="auto">
              <a:xfrm rot="20362958" flipH="1">
                <a:off x="11689285" y="2417316"/>
                <a:ext cx="424485" cy="424233"/>
              </a:xfrm>
              <a:custGeom>
                <a:avLst/>
                <a:gdLst>
                  <a:gd name="T0" fmla="*/ 1683 w 1683"/>
                  <a:gd name="T1" fmla="*/ 0 h 1682"/>
                  <a:gd name="T2" fmla="*/ 352 w 1683"/>
                  <a:gd name="T3" fmla="*/ 357 h 1682"/>
                  <a:gd name="T4" fmla="*/ 0 w 1683"/>
                  <a:gd name="T5" fmla="*/ 1682 h 1682"/>
                  <a:gd name="T6" fmla="*/ 1331 w 1683"/>
                  <a:gd name="T7" fmla="*/ 1325 h 1682"/>
                  <a:gd name="T8" fmla="*/ 1683 w 1683"/>
                  <a:gd name="T9" fmla="*/ 0 h 16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83" h="1682">
                    <a:moveTo>
                      <a:pt x="1683" y="0"/>
                    </a:moveTo>
                    <a:lnTo>
                      <a:pt x="352" y="357"/>
                    </a:lnTo>
                    <a:lnTo>
                      <a:pt x="0" y="1682"/>
                    </a:lnTo>
                    <a:lnTo>
                      <a:pt x="1331" y="1325"/>
                    </a:lnTo>
                    <a:lnTo>
                      <a:pt x="168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91" name="组合 90"/>
              <p:cNvGrpSpPr/>
              <p:nvPr userDrawn="1"/>
            </p:nvGrpSpPr>
            <p:grpSpPr>
              <a:xfrm>
                <a:off x="11045403" y="736711"/>
                <a:ext cx="507898" cy="481906"/>
                <a:chOff x="11045403" y="736711"/>
                <a:chExt cx="507898" cy="481906"/>
              </a:xfrm>
            </p:grpSpPr>
            <p:sp>
              <p:nvSpPr>
                <p:cNvPr id="234" name="Freeform 10"/>
                <p:cNvSpPr/>
                <p:nvPr userDrawn="1"/>
              </p:nvSpPr>
              <p:spPr bwMode="auto">
                <a:xfrm rot="17100000" flipH="1">
                  <a:off x="11100472" y="736800"/>
                  <a:ext cx="300884" cy="300705"/>
                </a:xfrm>
                <a:custGeom>
                  <a:avLst/>
                  <a:gdLst>
                    <a:gd name="T0" fmla="*/ 1683 w 1683"/>
                    <a:gd name="T1" fmla="*/ 0 h 1682"/>
                    <a:gd name="T2" fmla="*/ 352 w 1683"/>
                    <a:gd name="T3" fmla="*/ 357 h 1682"/>
                    <a:gd name="T4" fmla="*/ 0 w 1683"/>
                    <a:gd name="T5" fmla="*/ 1682 h 1682"/>
                    <a:gd name="T6" fmla="*/ 1331 w 1683"/>
                    <a:gd name="T7" fmla="*/ 1325 h 1682"/>
                    <a:gd name="T8" fmla="*/ 1683 w 1683"/>
                    <a:gd name="T9" fmla="*/ 0 h 16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683" h="1682">
                      <a:moveTo>
                        <a:pt x="1683" y="0"/>
                      </a:moveTo>
                      <a:lnTo>
                        <a:pt x="352" y="357"/>
                      </a:lnTo>
                      <a:lnTo>
                        <a:pt x="0" y="1682"/>
                      </a:lnTo>
                      <a:lnTo>
                        <a:pt x="1331" y="1325"/>
                      </a:lnTo>
                      <a:lnTo>
                        <a:pt x="168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5" name="Freeform 12"/>
                <p:cNvSpPr/>
                <p:nvPr userDrawn="1"/>
              </p:nvSpPr>
              <p:spPr bwMode="auto">
                <a:xfrm rot="17100000" flipH="1">
                  <a:off x="11131753" y="895386"/>
                  <a:ext cx="236881" cy="409581"/>
                </a:xfrm>
                <a:custGeom>
                  <a:avLst/>
                  <a:gdLst>
                    <a:gd name="T0" fmla="*/ 352 w 1325"/>
                    <a:gd name="T1" fmla="*/ 0 h 2291"/>
                    <a:gd name="T2" fmla="*/ 0 w 1325"/>
                    <a:gd name="T3" fmla="*/ 1325 h 2291"/>
                    <a:gd name="T4" fmla="*/ 974 w 1325"/>
                    <a:gd name="T5" fmla="*/ 2291 h 2291"/>
                    <a:gd name="T6" fmla="*/ 1325 w 1325"/>
                    <a:gd name="T7" fmla="*/ 968 h 2291"/>
                    <a:gd name="T8" fmla="*/ 352 w 1325"/>
                    <a:gd name="T9" fmla="*/ 0 h 22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25" h="2291">
                      <a:moveTo>
                        <a:pt x="352" y="0"/>
                      </a:moveTo>
                      <a:lnTo>
                        <a:pt x="0" y="1325"/>
                      </a:lnTo>
                      <a:lnTo>
                        <a:pt x="974" y="2291"/>
                      </a:lnTo>
                      <a:lnTo>
                        <a:pt x="1325" y="968"/>
                      </a:lnTo>
                      <a:lnTo>
                        <a:pt x="35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4"/>
                    </a:gs>
                    <a:gs pos="95000">
                      <a:schemeClr val="accent3"/>
                    </a:gs>
                  </a:gsLst>
                  <a:lin ang="13200000" scaled="0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6" name="Freeform 13"/>
                <p:cNvSpPr/>
                <p:nvPr userDrawn="1"/>
              </p:nvSpPr>
              <p:spPr bwMode="auto">
                <a:xfrm rot="17100000" flipH="1">
                  <a:off x="11228640" y="875335"/>
                  <a:ext cx="412084" cy="237239"/>
                </a:xfrm>
                <a:custGeom>
                  <a:avLst/>
                  <a:gdLst>
                    <a:gd name="T0" fmla="*/ 1331 w 2305"/>
                    <a:gd name="T1" fmla="*/ 0 h 1327"/>
                    <a:gd name="T2" fmla="*/ 0 w 2305"/>
                    <a:gd name="T3" fmla="*/ 357 h 1327"/>
                    <a:gd name="T4" fmla="*/ 967 w 2305"/>
                    <a:gd name="T5" fmla="*/ 1327 h 1327"/>
                    <a:gd name="T6" fmla="*/ 2305 w 2305"/>
                    <a:gd name="T7" fmla="*/ 966 h 1327"/>
                    <a:gd name="T8" fmla="*/ 1331 w 2305"/>
                    <a:gd name="T9" fmla="*/ 0 h 13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305" h="1327">
                      <a:moveTo>
                        <a:pt x="1331" y="0"/>
                      </a:moveTo>
                      <a:lnTo>
                        <a:pt x="0" y="357"/>
                      </a:lnTo>
                      <a:lnTo>
                        <a:pt x="967" y="1327"/>
                      </a:lnTo>
                      <a:lnTo>
                        <a:pt x="2305" y="966"/>
                      </a:lnTo>
                      <a:lnTo>
                        <a:pt x="133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5"/>
                    </a:gs>
                    <a:gs pos="100000">
                      <a:schemeClr val="accent6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38" name="任意多边形: 形状 237"/>
              <p:cNvSpPr/>
              <p:nvPr userDrawn="1"/>
            </p:nvSpPr>
            <p:spPr bwMode="auto">
              <a:xfrm rot="20362958" flipH="1">
                <a:off x="7731741" y="6524273"/>
                <a:ext cx="562812" cy="432142"/>
              </a:xfrm>
              <a:custGeom>
                <a:avLst/>
                <a:gdLst>
                  <a:gd name="connsiteX0" fmla="*/ 80430 w 562812"/>
                  <a:gd name="connsiteY0" fmla="*/ 129384 h 432142"/>
                  <a:gd name="connsiteX1" fmla="*/ 0 w 562812"/>
                  <a:gd name="connsiteY1" fmla="*/ 432142 h 432142"/>
                  <a:gd name="connsiteX2" fmla="*/ 497759 w 562812"/>
                  <a:gd name="connsiteY2" fmla="*/ 244874 h 432142"/>
                  <a:gd name="connsiteX3" fmla="*/ 562812 w 562812"/>
                  <a:gd name="connsiteY3" fmla="*/ 0 h 4321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2812" h="432142">
                    <a:moveTo>
                      <a:pt x="80430" y="129384"/>
                    </a:moveTo>
                    <a:lnTo>
                      <a:pt x="0" y="432142"/>
                    </a:lnTo>
                    <a:lnTo>
                      <a:pt x="497759" y="244874"/>
                    </a:lnTo>
                    <a:lnTo>
                      <a:pt x="562812" y="0"/>
                    </a:lnTo>
                    <a:close/>
                  </a:path>
                </a:pathLst>
              </a:custGeom>
              <a:gradFill>
                <a:gsLst>
                  <a:gs pos="7000">
                    <a:schemeClr val="accent1"/>
                  </a:gs>
                  <a:gs pos="100000">
                    <a:srgbClr val="FAB452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45" name="Freeform 33"/>
              <p:cNvSpPr/>
              <p:nvPr userDrawn="1"/>
            </p:nvSpPr>
            <p:spPr bwMode="auto">
              <a:xfrm flipH="1">
                <a:off x="6333" y="4085233"/>
                <a:ext cx="7494588" cy="2670175"/>
              </a:xfrm>
              <a:custGeom>
                <a:avLst/>
                <a:gdLst>
                  <a:gd name="T0" fmla="*/ 4721 w 4721"/>
                  <a:gd name="T1" fmla="*/ 0 h 2423"/>
                  <a:gd name="T2" fmla="*/ 0 w 4721"/>
                  <a:gd name="T3" fmla="*/ 2091 h 2423"/>
                  <a:gd name="T4" fmla="*/ 0 w 4721"/>
                  <a:gd name="T5" fmla="*/ 2423 h 2423"/>
                  <a:gd name="T6" fmla="*/ 4721 w 4721"/>
                  <a:gd name="T7" fmla="*/ 1739 h 2423"/>
                  <a:gd name="T8" fmla="*/ 4721 w 4721"/>
                  <a:gd name="T9" fmla="*/ 0 h 24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721" h="2423">
                    <a:moveTo>
                      <a:pt x="4721" y="0"/>
                    </a:moveTo>
                    <a:lnTo>
                      <a:pt x="0" y="2091"/>
                    </a:lnTo>
                    <a:lnTo>
                      <a:pt x="0" y="2423"/>
                    </a:lnTo>
                    <a:lnTo>
                      <a:pt x="4721" y="1739"/>
                    </a:lnTo>
                    <a:lnTo>
                      <a:pt x="472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>
                      <a:lumMod val="60000"/>
                      <a:lumOff val="40000"/>
                      <a:alpha val="9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baseline="0" dirty="0"/>
              </a:p>
            </p:txBody>
          </p:sp>
          <p:grpSp>
            <p:nvGrpSpPr>
              <p:cNvPr id="41" name="组合 40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    <p:cNvGrpSpPr/>
              <p:nvPr userDrawn="1"/>
            </p:nvGrpSpPr>
            <p:grpSpPr>
              <a:xfrm>
                <a:off x="6657976" y="1368580"/>
                <a:ext cx="4272129" cy="4640448"/>
                <a:chOff x="3950910" y="1316832"/>
                <a:chExt cx="3858736" cy="4191415"/>
              </a:xfrm>
            </p:grpSpPr>
            <p:sp>
              <p:nvSpPr>
                <p:cNvPr id="42" name="íSľiďe"/>
                <p:cNvSpPr/>
                <p:nvPr userDrawn="1"/>
              </p:nvSpPr>
              <p:spPr bwMode="auto">
                <a:xfrm>
                  <a:off x="4170964" y="3766878"/>
                  <a:ext cx="481692" cy="270302"/>
                </a:xfrm>
                <a:custGeom>
                  <a:avLst/>
                  <a:gdLst>
                    <a:gd name="T0" fmla="*/ 110 w 134"/>
                    <a:gd name="T1" fmla="*/ 11 h 75"/>
                    <a:gd name="T2" fmla="*/ 102 w 134"/>
                    <a:gd name="T3" fmla="*/ 7 h 75"/>
                    <a:gd name="T4" fmla="*/ 102 w 134"/>
                    <a:gd name="T5" fmla="*/ 7 h 75"/>
                    <a:gd name="T6" fmla="*/ 86 w 134"/>
                    <a:gd name="T7" fmla="*/ 0 h 75"/>
                    <a:gd name="T8" fmla="*/ 87 w 134"/>
                    <a:gd name="T9" fmla="*/ 3 h 75"/>
                    <a:gd name="T10" fmla="*/ 49 w 134"/>
                    <a:gd name="T11" fmla="*/ 3 h 75"/>
                    <a:gd name="T12" fmla="*/ 50 w 134"/>
                    <a:gd name="T13" fmla="*/ 0 h 75"/>
                    <a:gd name="T14" fmla="*/ 31 w 134"/>
                    <a:gd name="T15" fmla="*/ 8 h 75"/>
                    <a:gd name="T16" fmla="*/ 31 w 134"/>
                    <a:gd name="T17" fmla="*/ 8 h 75"/>
                    <a:gd name="T18" fmla="*/ 24 w 134"/>
                    <a:gd name="T19" fmla="*/ 11 h 75"/>
                    <a:gd name="T20" fmla="*/ 24 w 134"/>
                    <a:gd name="T21" fmla="*/ 61 h 75"/>
                    <a:gd name="T22" fmla="*/ 110 w 134"/>
                    <a:gd name="T23" fmla="*/ 61 h 75"/>
                    <a:gd name="T24" fmla="*/ 110 w 134"/>
                    <a:gd name="T25" fmla="*/ 11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34" h="75">
                      <a:moveTo>
                        <a:pt x="110" y="11"/>
                      </a:moveTo>
                      <a:cubicBezTo>
                        <a:pt x="108" y="10"/>
                        <a:pt x="105" y="9"/>
                        <a:pt x="102" y="7"/>
                      </a:cubicBezTo>
                      <a:cubicBezTo>
                        <a:pt x="102" y="7"/>
                        <a:pt x="102" y="7"/>
                        <a:pt x="102" y="7"/>
                      </a:cubicBezTo>
                      <a:cubicBezTo>
                        <a:pt x="86" y="0"/>
                        <a:pt x="86" y="0"/>
                        <a:pt x="86" y="0"/>
                      </a:cubicBezTo>
                      <a:cubicBezTo>
                        <a:pt x="87" y="3"/>
                        <a:pt x="87" y="3"/>
                        <a:pt x="87" y="3"/>
                      </a:cubicBezTo>
                      <a:cubicBezTo>
                        <a:pt x="75" y="1"/>
                        <a:pt x="62" y="1"/>
                        <a:pt x="49" y="3"/>
                      </a:cubicBezTo>
                      <a:cubicBezTo>
                        <a:pt x="50" y="0"/>
                        <a:pt x="50" y="0"/>
                        <a:pt x="50" y="0"/>
                      </a:cubicBezTo>
                      <a:cubicBezTo>
                        <a:pt x="31" y="8"/>
                        <a:pt x="31" y="8"/>
                        <a:pt x="31" y="8"/>
                      </a:cubicBezTo>
                      <a:cubicBezTo>
                        <a:pt x="31" y="8"/>
                        <a:pt x="31" y="8"/>
                        <a:pt x="31" y="8"/>
                      </a:cubicBezTo>
                      <a:cubicBezTo>
                        <a:pt x="29" y="9"/>
                        <a:pt x="26" y="10"/>
                        <a:pt x="24" y="11"/>
                      </a:cubicBezTo>
                      <a:cubicBezTo>
                        <a:pt x="0" y="25"/>
                        <a:pt x="0" y="47"/>
                        <a:pt x="24" y="61"/>
                      </a:cubicBezTo>
                      <a:cubicBezTo>
                        <a:pt x="48" y="75"/>
                        <a:pt x="86" y="75"/>
                        <a:pt x="110" y="61"/>
                      </a:cubicBezTo>
                      <a:cubicBezTo>
                        <a:pt x="134" y="47"/>
                        <a:pt x="134" y="25"/>
                        <a:pt x="110" y="11"/>
                      </a:cubicBezTo>
                      <a:close/>
                    </a:path>
                  </a:pathLst>
                </a:custGeom>
                <a:solidFill>
                  <a:srgbClr val="983BE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3" name="îṩḷíde"/>
                <p:cNvSpPr/>
                <p:nvPr userDrawn="1"/>
              </p:nvSpPr>
              <p:spPr bwMode="auto">
                <a:xfrm>
                  <a:off x="4300917" y="3749550"/>
                  <a:ext cx="221786" cy="129953"/>
                </a:xfrm>
                <a:custGeom>
                  <a:avLst/>
                  <a:gdLst>
                    <a:gd name="T0" fmla="*/ 51 w 62"/>
                    <a:gd name="T1" fmla="*/ 29 h 36"/>
                    <a:gd name="T2" fmla="*/ 11 w 62"/>
                    <a:gd name="T3" fmla="*/ 29 h 36"/>
                    <a:gd name="T4" fmla="*/ 11 w 62"/>
                    <a:gd name="T5" fmla="*/ 6 h 36"/>
                    <a:gd name="T6" fmla="*/ 51 w 62"/>
                    <a:gd name="T7" fmla="*/ 6 h 36"/>
                    <a:gd name="T8" fmla="*/ 51 w 62"/>
                    <a:gd name="T9" fmla="*/ 29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2" h="36">
                      <a:moveTo>
                        <a:pt x="51" y="29"/>
                      </a:moveTo>
                      <a:cubicBezTo>
                        <a:pt x="40" y="36"/>
                        <a:pt x="22" y="36"/>
                        <a:pt x="11" y="29"/>
                      </a:cubicBezTo>
                      <a:cubicBezTo>
                        <a:pt x="0" y="23"/>
                        <a:pt x="0" y="13"/>
                        <a:pt x="11" y="6"/>
                      </a:cubicBezTo>
                      <a:cubicBezTo>
                        <a:pt x="22" y="0"/>
                        <a:pt x="40" y="0"/>
                        <a:pt x="51" y="6"/>
                      </a:cubicBezTo>
                      <a:cubicBezTo>
                        <a:pt x="62" y="13"/>
                        <a:pt x="62" y="23"/>
                        <a:pt x="51" y="29"/>
                      </a:cubicBezTo>
                      <a:close/>
                    </a:path>
                  </a:pathLst>
                </a:custGeom>
                <a:solidFill>
                  <a:srgbClr val="8A2A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4" name="ï$líďê"/>
                <p:cNvSpPr/>
                <p:nvPr userDrawn="1"/>
              </p:nvSpPr>
              <p:spPr bwMode="auto">
                <a:xfrm>
                  <a:off x="4375423" y="3352761"/>
                  <a:ext cx="72774" cy="474761"/>
                </a:xfrm>
                <a:custGeom>
                  <a:avLst/>
                  <a:gdLst>
                    <a:gd name="T0" fmla="*/ 10 w 20"/>
                    <a:gd name="T1" fmla="*/ 132 h 132"/>
                    <a:gd name="T2" fmla="*/ 10 w 20"/>
                    <a:gd name="T3" fmla="*/ 132 h 132"/>
                    <a:gd name="T4" fmla="*/ 0 w 20"/>
                    <a:gd name="T5" fmla="*/ 122 h 132"/>
                    <a:gd name="T6" fmla="*/ 0 w 20"/>
                    <a:gd name="T7" fmla="*/ 0 h 132"/>
                    <a:gd name="T8" fmla="*/ 20 w 20"/>
                    <a:gd name="T9" fmla="*/ 0 h 132"/>
                    <a:gd name="T10" fmla="*/ 20 w 20"/>
                    <a:gd name="T11" fmla="*/ 122 h 132"/>
                    <a:gd name="T12" fmla="*/ 10 w 20"/>
                    <a:gd name="T13" fmla="*/ 132 h 1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0" h="132">
                      <a:moveTo>
                        <a:pt x="10" y="132"/>
                      </a:moveTo>
                      <a:cubicBezTo>
                        <a:pt x="10" y="132"/>
                        <a:pt x="10" y="132"/>
                        <a:pt x="10" y="132"/>
                      </a:cubicBezTo>
                      <a:cubicBezTo>
                        <a:pt x="5" y="132"/>
                        <a:pt x="0" y="128"/>
                        <a:pt x="0" y="122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0" y="0"/>
                        <a:pt x="20" y="0"/>
                        <a:pt x="20" y="0"/>
                      </a:cubicBezTo>
                      <a:cubicBezTo>
                        <a:pt x="20" y="122"/>
                        <a:pt x="20" y="122"/>
                        <a:pt x="20" y="122"/>
                      </a:cubicBezTo>
                      <a:cubicBezTo>
                        <a:pt x="20" y="128"/>
                        <a:pt x="15" y="132"/>
                        <a:pt x="10" y="132"/>
                      </a:cubicBezTo>
                      <a:close/>
                    </a:path>
                  </a:pathLst>
                </a:custGeom>
                <a:solidFill>
                  <a:srgbClr val="8A2A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5" name="iṥḷíḍè"/>
                <p:cNvSpPr/>
                <p:nvPr userDrawn="1"/>
              </p:nvSpPr>
              <p:spPr bwMode="auto">
                <a:xfrm>
                  <a:off x="4371958" y="3331969"/>
                  <a:ext cx="79704" cy="43318"/>
                </a:xfrm>
                <a:custGeom>
                  <a:avLst/>
                  <a:gdLst>
                    <a:gd name="T0" fmla="*/ 18 w 22"/>
                    <a:gd name="T1" fmla="*/ 10 h 12"/>
                    <a:gd name="T2" fmla="*/ 4 w 22"/>
                    <a:gd name="T3" fmla="*/ 10 h 12"/>
                    <a:gd name="T4" fmla="*/ 4 w 22"/>
                    <a:gd name="T5" fmla="*/ 2 h 12"/>
                    <a:gd name="T6" fmla="*/ 18 w 22"/>
                    <a:gd name="T7" fmla="*/ 2 h 12"/>
                    <a:gd name="T8" fmla="*/ 18 w 22"/>
                    <a:gd name="T9" fmla="*/ 1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12">
                      <a:moveTo>
                        <a:pt x="18" y="10"/>
                      </a:moveTo>
                      <a:cubicBezTo>
                        <a:pt x="14" y="12"/>
                        <a:pt x="8" y="12"/>
                        <a:pt x="4" y="10"/>
                      </a:cubicBezTo>
                      <a:cubicBezTo>
                        <a:pt x="0" y="8"/>
                        <a:pt x="0" y="4"/>
                        <a:pt x="4" y="2"/>
                      </a:cubicBezTo>
                      <a:cubicBezTo>
                        <a:pt x="8" y="0"/>
                        <a:pt x="14" y="0"/>
                        <a:pt x="18" y="2"/>
                      </a:cubicBezTo>
                      <a:cubicBezTo>
                        <a:pt x="22" y="4"/>
                        <a:pt x="22" y="8"/>
                        <a:pt x="18" y="10"/>
                      </a:cubicBezTo>
                      <a:close/>
                    </a:path>
                  </a:pathLst>
                </a:custGeom>
                <a:solidFill>
                  <a:srgbClr val="983BE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6" name="ïṥļíḑê"/>
                <p:cNvSpPr/>
                <p:nvPr userDrawn="1"/>
              </p:nvSpPr>
              <p:spPr bwMode="auto">
                <a:xfrm>
                  <a:off x="4382354" y="2924783"/>
                  <a:ext cx="58912" cy="443573"/>
                </a:xfrm>
                <a:custGeom>
                  <a:avLst/>
                  <a:gdLst>
                    <a:gd name="T0" fmla="*/ 8 w 16"/>
                    <a:gd name="T1" fmla="*/ 123 h 123"/>
                    <a:gd name="T2" fmla="*/ 8 w 16"/>
                    <a:gd name="T3" fmla="*/ 123 h 123"/>
                    <a:gd name="T4" fmla="*/ 0 w 16"/>
                    <a:gd name="T5" fmla="*/ 115 h 123"/>
                    <a:gd name="T6" fmla="*/ 0 w 16"/>
                    <a:gd name="T7" fmla="*/ 0 h 123"/>
                    <a:gd name="T8" fmla="*/ 16 w 16"/>
                    <a:gd name="T9" fmla="*/ 0 h 123"/>
                    <a:gd name="T10" fmla="*/ 16 w 16"/>
                    <a:gd name="T11" fmla="*/ 115 h 123"/>
                    <a:gd name="T12" fmla="*/ 8 w 16"/>
                    <a:gd name="T13" fmla="*/ 123 h 1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6" h="123">
                      <a:moveTo>
                        <a:pt x="8" y="123"/>
                      </a:moveTo>
                      <a:cubicBezTo>
                        <a:pt x="8" y="123"/>
                        <a:pt x="8" y="123"/>
                        <a:pt x="8" y="123"/>
                      </a:cubicBezTo>
                      <a:cubicBezTo>
                        <a:pt x="4" y="123"/>
                        <a:pt x="0" y="119"/>
                        <a:pt x="0" y="115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16" y="115"/>
                        <a:pt x="16" y="115"/>
                        <a:pt x="16" y="115"/>
                      </a:cubicBezTo>
                      <a:cubicBezTo>
                        <a:pt x="16" y="119"/>
                        <a:pt x="12" y="123"/>
                        <a:pt x="8" y="123"/>
                      </a:cubicBezTo>
                      <a:close/>
                    </a:path>
                  </a:pathLst>
                </a:custGeom>
                <a:solidFill>
                  <a:srgbClr val="8A2A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7" name="işḷïde"/>
                <p:cNvSpPr/>
                <p:nvPr userDrawn="1"/>
              </p:nvSpPr>
              <p:spPr bwMode="auto">
                <a:xfrm>
                  <a:off x="4818996" y="3098053"/>
                  <a:ext cx="103962" cy="60645"/>
                </a:xfrm>
                <a:custGeom>
                  <a:avLst/>
                  <a:gdLst>
                    <a:gd name="T0" fmla="*/ 0 w 29"/>
                    <a:gd name="T1" fmla="*/ 12 h 17"/>
                    <a:gd name="T2" fmla="*/ 0 w 29"/>
                    <a:gd name="T3" fmla="*/ 8 h 17"/>
                    <a:gd name="T4" fmla="*/ 7 w 29"/>
                    <a:gd name="T5" fmla="*/ 7 h 17"/>
                    <a:gd name="T6" fmla="*/ 14 w 29"/>
                    <a:gd name="T7" fmla="*/ 1 h 17"/>
                    <a:gd name="T8" fmla="*/ 19 w 29"/>
                    <a:gd name="T9" fmla="*/ 1 h 17"/>
                    <a:gd name="T10" fmla="*/ 24 w 29"/>
                    <a:gd name="T11" fmla="*/ 4 h 17"/>
                    <a:gd name="T12" fmla="*/ 29 w 29"/>
                    <a:gd name="T13" fmla="*/ 3 h 17"/>
                    <a:gd name="T14" fmla="*/ 29 w 29"/>
                    <a:gd name="T15" fmla="*/ 8 h 17"/>
                    <a:gd name="T16" fmla="*/ 29 w 29"/>
                    <a:gd name="T17" fmla="*/ 8 h 17"/>
                    <a:gd name="T18" fmla="*/ 28 w 29"/>
                    <a:gd name="T19" fmla="*/ 9 h 17"/>
                    <a:gd name="T20" fmla="*/ 11 w 29"/>
                    <a:gd name="T21" fmla="*/ 17 h 17"/>
                    <a:gd name="T22" fmla="*/ 7 w 29"/>
                    <a:gd name="T23" fmla="*/ 17 h 17"/>
                    <a:gd name="T24" fmla="*/ 1 w 29"/>
                    <a:gd name="T25" fmla="*/ 13 h 17"/>
                    <a:gd name="T26" fmla="*/ 0 w 29"/>
                    <a:gd name="T27" fmla="*/ 12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17">
                      <a:moveTo>
                        <a:pt x="0" y="12"/>
                      </a:move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7" y="7"/>
                        <a:pt x="7" y="7"/>
                        <a:pt x="7" y="7"/>
                      </a:cubicBezTo>
                      <a:cubicBezTo>
                        <a:pt x="14" y="1"/>
                        <a:pt x="14" y="1"/>
                        <a:pt x="14" y="1"/>
                      </a:cubicBezTo>
                      <a:cubicBezTo>
                        <a:pt x="15" y="0"/>
                        <a:pt x="17" y="0"/>
                        <a:pt x="19" y="1"/>
                      </a:cubicBezTo>
                      <a:cubicBezTo>
                        <a:pt x="24" y="4"/>
                        <a:pt x="24" y="4"/>
                        <a:pt x="24" y="4"/>
                      </a:cubicBezTo>
                      <a:cubicBezTo>
                        <a:pt x="29" y="3"/>
                        <a:pt x="29" y="3"/>
                        <a:pt x="29" y="3"/>
                      </a:cubicBezTo>
                      <a:cubicBezTo>
                        <a:pt x="29" y="8"/>
                        <a:pt x="29" y="8"/>
                        <a:pt x="29" y="8"/>
                      </a:cubicBezTo>
                      <a:cubicBezTo>
                        <a:pt x="29" y="8"/>
                        <a:pt x="29" y="8"/>
                        <a:pt x="29" y="8"/>
                      </a:cubicBezTo>
                      <a:cubicBezTo>
                        <a:pt x="29" y="9"/>
                        <a:pt x="29" y="9"/>
                        <a:pt x="28" y="9"/>
                      </a:cubicBezTo>
                      <a:cubicBezTo>
                        <a:pt x="11" y="17"/>
                        <a:pt x="11" y="17"/>
                        <a:pt x="11" y="17"/>
                      </a:cubicBezTo>
                      <a:cubicBezTo>
                        <a:pt x="10" y="17"/>
                        <a:pt x="8" y="17"/>
                        <a:pt x="7" y="17"/>
                      </a:cubicBezTo>
                      <a:cubicBezTo>
                        <a:pt x="1" y="13"/>
                        <a:pt x="1" y="13"/>
                        <a:pt x="1" y="13"/>
                      </a:cubicBezTo>
                      <a:cubicBezTo>
                        <a:pt x="1" y="13"/>
                        <a:pt x="0" y="13"/>
                        <a:pt x="0" y="12"/>
                      </a:cubicBezTo>
                      <a:close/>
                    </a:path>
                  </a:pathLst>
                </a:custGeom>
                <a:solidFill>
                  <a:srgbClr val="B45EF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8" name="iṣḷiďê"/>
                <p:cNvSpPr/>
                <p:nvPr userDrawn="1"/>
              </p:nvSpPr>
              <p:spPr bwMode="auto">
                <a:xfrm>
                  <a:off x="4818996" y="3084192"/>
                  <a:ext cx="103962" cy="60645"/>
                </a:xfrm>
                <a:custGeom>
                  <a:avLst/>
                  <a:gdLst>
                    <a:gd name="T0" fmla="*/ 1 w 29"/>
                    <a:gd name="T1" fmla="*/ 10 h 17"/>
                    <a:gd name="T2" fmla="*/ 14 w 29"/>
                    <a:gd name="T3" fmla="*/ 1 h 17"/>
                    <a:gd name="T4" fmla="*/ 19 w 29"/>
                    <a:gd name="T5" fmla="*/ 1 h 17"/>
                    <a:gd name="T6" fmla="*/ 28 w 29"/>
                    <a:gd name="T7" fmla="*/ 6 h 17"/>
                    <a:gd name="T8" fmla="*/ 28 w 29"/>
                    <a:gd name="T9" fmla="*/ 9 h 17"/>
                    <a:gd name="T10" fmla="*/ 11 w 29"/>
                    <a:gd name="T11" fmla="*/ 16 h 17"/>
                    <a:gd name="T12" fmla="*/ 7 w 29"/>
                    <a:gd name="T13" fmla="*/ 16 h 17"/>
                    <a:gd name="T14" fmla="*/ 1 w 29"/>
                    <a:gd name="T15" fmla="*/ 13 h 17"/>
                    <a:gd name="T16" fmla="*/ 1 w 29"/>
                    <a:gd name="T17" fmla="*/ 10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9" h="17">
                      <a:moveTo>
                        <a:pt x="1" y="10"/>
                      </a:moveTo>
                      <a:cubicBezTo>
                        <a:pt x="14" y="1"/>
                        <a:pt x="14" y="1"/>
                        <a:pt x="14" y="1"/>
                      </a:cubicBezTo>
                      <a:cubicBezTo>
                        <a:pt x="15" y="0"/>
                        <a:pt x="17" y="0"/>
                        <a:pt x="19" y="1"/>
                      </a:cubicBezTo>
                      <a:cubicBezTo>
                        <a:pt x="28" y="6"/>
                        <a:pt x="28" y="6"/>
                        <a:pt x="28" y="6"/>
                      </a:cubicBezTo>
                      <a:cubicBezTo>
                        <a:pt x="29" y="7"/>
                        <a:pt x="29" y="8"/>
                        <a:pt x="28" y="9"/>
                      </a:cubicBezTo>
                      <a:cubicBezTo>
                        <a:pt x="11" y="16"/>
                        <a:pt x="11" y="16"/>
                        <a:pt x="11" y="16"/>
                      </a:cubicBezTo>
                      <a:cubicBezTo>
                        <a:pt x="10" y="17"/>
                        <a:pt x="8" y="17"/>
                        <a:pt x="7" y="16"/>
                      </a:cubicBezTo>
                      <a:cubicBezTo>
                        <a:pt x="1" y="13"/>
                        <a:pt x="1" y="13"/>
                        <a:pt x="1" y="13"/>
                      </a:cubicBezTo>
                      <a:cubicBezTo>
                        <a:pt x="0" y="12"/>
                        <a:pt x="0" y="11"/>
                        <a:pt x="1" y="10"/>
                      </a:cubicBezTo>
                      <a:close/>
                    </a:path>
                  </a:pathLst>
                </a:custGeom>
                <a:solidFill>
                  <a:srgbClr val="8A2A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9" name="íṡļïḋè"/>
                <p:cNvSpPr/>
                <p:nvPr userDrawn="1"/>
              </p:nvSpPr>
              <p:spPr bwMode="auto">
                <a:xfrm>
                  <a:off x="4602407" y="3108449"/>
                  <a:ext cx="237381" cy="90101"/>
                </a:xfrm>
                <a:custGeom>
                  <a:avLst/>
                  <a:gdLst>
                    <a:gd name="T0" fmla="*/ 39 w 66"/>
                    <a:gd name="T1" fmla="*/ 25 h 25"/>
                    <a:gd name="T2" fmla="*/ 44 w 66"/>
                    <a:gd name="T3" fmla="*/ 24 h 25"/>
                    <a:gd name="T4" fmla="*/ 64 w 66"/>
                    <a:gd name="T5" fmla="*/ 12 h 25"/>
                    <a:gd name="T6" fmla="*/ 65 w 66"/>
                    <a:gd name="T7" fmla="*/ 9 h 25"/>
                    <a:gd name="T8" fmla="*/ 62 w 66"/>
                    <a:gd name="T9" fmla="*/ 8 h 25"/>
                    <a:gd name="T10" fmla="*/ 42 w 66"/>
                    <a:gd name="T11" fmla="*/ 20 h 25"/>
                    <a:gd name="T12" fmla="*/ 36 w 66"/>
                    <a:gd name="T13" fmla="*/ 20 h 25"/>
                    <a:gd name="T14" fmla="*/ 3 w 66"/>
                    <a:gd name="T15" fmla="*/ 1 h 25"/>
                    <a:gd name="T16" fmla="*/ 0 w 66"/>
                    <a:gd name="T17" fmla="*/ 2 h 25"/>
                    <a:gd name="T18" fmla="*/ 1 w 66"/>
                    <a:gd name="T19" fmla="*/ 5 h 25"/>
                    <a:gd name="T20" fmla="*/ 34 w 66"/>
                    <a:gd name="T21" fmla="*/ 24 h 25"/>
                    <a:gd name="T22" fmla="*/ 39 w 66"/>
                    <a:gd name="T23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66" h="25">
                      <a:moveTo>
                        <a:pt x="39" y="25"/>
                      </a:moveTo>
                      <a:cubicBezTo>
                        <a:pt x="41" y="25"/>
                        <a:pt x="43" y="25"/>
                        <a:pt x="44" y="24"/>
                      </a:cubicBezTo>
                      <a:cubicBezTo>
                        <a:pt x="64" y="12"/>
                        <a:pt x="64" y="12"/>
                        <a:pt x="64" y="12"/>
                      </a:cubicBezTo>
                      <a:cubicBezTo>
                        <a:pt x="66" y="12"/>
                        <a:pt x="66" y="10"/>
                        <a:pt x="65" y="9"/>
                      </a:cubicBezTo>
                      <a:cubicBezTo>
                        <a:pt x="65" y="8"/>
                        <a:pt x="63" y="8"/>
                        <a:pt x="62" y="8"/>
                      </a:cubicBezTo>
                      <a:cubicBezTo>
                        <a:pt x="42" y="20"/>
                        <a:pt x="42" y="20"/>
                        <a:pt x="42" y="20"/>
                      </a:cubicBezTo>
                      <a:cubicBezTo>
                        <a:pt x="41" y="21"/>
                        <a:pt x="38" y="21"/>
                        <a:pt x="36" y="20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2" y="0"/>
                        <a:pt x="1" y="0"/>
                        <a:pt x="0" y="2"/>
                      </a:cubicBezTo>
                      <a:cubicBezTo>
                        <a:pt x="0" y="3"/>
                        <a:pt x="0" y="4"/>
                        <a:pt x="1" y="5"/>
                      </a:cubicBezTo>
                      <a:cubicBezTo>
                        <a:pt x="34" y="24"/>
                        <a:pt x="34" y="24"/>
                        <a:pt x="34" y="24"/>
                      </a:cubicBezTo>
                      <a:cubicBezTo>
                        <a:pt x="36" y="25"/>
                        <a:pt x="37" y="25"/>
                        <a:pt x="39" y="25"/>
                      </a:cubicBezTo>
                      <a:close/>
                    </a:path>
                  </a:pathLst>
                </a:custGeom>
                <a:solidFill>
                  <a:srgbClr val="B45EF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50" name="ïSļiḓe"/>
                <p:cNvSpPr/>
                <p:nvPr userDrawn="1"/>
              </p:nvSpPr>
              <p:spPr bwMode="auto">
                <a:xfrm>
                  <a:off x="4061803" y="2716858"/>
                  <a:ext cx="731202" cy="464365"/>
                </a:xfrm>
                <a:custGeom>
                  <a:avLst/>
                  <a:gdLst>
                    <a:gd name="T0" fmla="*/ 203 w 203"/>
                    <a:gd name="T1" fmla="*/ 64 h 129"/>
                    <a:gd name="T2" fmla="*/ 198 w 203"/>
                    <a:gd name="T3" fmla="*/ 61 h 129"/>
                    <a:gd name="T4" fmla="*/ 130 w 203"/>
                    <a:gd name="T5" fmla="*/ 11 h 129"/>
                    <a:gd name="T6" fmla="*/ 95 w 203"/>
                    <a:gd name="T7" fmla="*/ 5 h 129"/>
                    <a:gd name="T8" fmla="*/ 94 w 203"/>
                    <a:gd name="T9" fmla="*/ 5 h 129"/>
                    <a:gd name="T10" fmla="*/ 94 w 203"/>
                    <a:gd name="T11" fmla="*/ 5 h 129"/>
                    <a:gd name="T12" fmla="*/ 0 w 203"/>
                    <a:gd name="T13" fmla="*/ 60 h 129"/>
                    <a:gd name="T14" fmla="*/ 8 w 203"/>
                    <a:gd name="T15" fmla="*/ 63 h 129"/>
                    <a:gd name="T16" fmla="*/ 41 w 203"/>
                    <a:gd name="T17" fmla="*/ 77 h 129"/>
                    <a:gd name="T18" fmla="*/ 86 w 203"/>
                    <a:gd name="T19" fmla="*/ 109 h 129"/>
                    <a:gd name="T20" fmla="*/ 121 w 203"/>
                    <a:gd name="T21" fmla="*/ 128 h 129"/>
                    <a:gd name="T22" fmla="*/ 123 w 203"/>
                    <a:gd name="T23" fmla="*/ 129 h 129"/>
                    <a:gd name="T24" fmla="*/ 146 w 203"/>
                    <a:gd name="T25" fmla="*/ 105 h 129"/>
                    <a:gd name="T26" fmla="*/ 193 w 203"/>
                    <a:gd name="T27" fmla="*/ 73 h 129"/>
                    <a:gd name="T28" fmla="*/ 198 w 203"/>
                    <a:gd name="T29" fmla="*/ 76 h 129"/>
                    <a:gd name="T30" fmla="*/ 203 w 203"/>
                    <a:gd name="T31" fmla="*/ 64 h 1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203" h="129">
                      <a:moveTo>
                        <a:pt x="203" y="64"/>
                      </a:moveTo>
                      <a:cubicBezTo>
                        <a:pt x="201" y="63"/>
                        <a:pt x="200" y="62"/>
                        <a:pt x="198" y="61"/>
                      </a:cubicBezTo>
                      <a:cubicBezTo>
                        <a:pt x="130" y="11"/>
                        <a:pt x="130" y="11"/>
                        <a:pt x="130" y="11"/>
                      </a:cubicBezTo>
                      <a:cubicBezTo>
                        <a:pt x="117" y="2"/>
                        <a:pt x="105" y="0"/>
                        <a:pt x="95" y="5"/>
                      </a:cubicBezTo>
                      <a:cubicBezTo>
                        <a:pt x="94" y="5"/>
                        <a:pt x="94" y="5"/>
                        <a:pt x="94" y="5"/>
                      </a:cubicBezTo>
                      <a:cubicBezTo>
                        <a:pt x="94" y="5"/>
                        <a:pt x="94" y="5"/>
                        <a:pt x="94" y="5"/>
                      </a:cubicBezTo>
                      <a:cubicBezTo>
                        <a:pt x="0" y="60"/>
                        <a:pt x="0" y="60"/>
                        <a:pt x="0" y="60"/>
                      </a:cubicBezTo>
                      <a:cubicBezTo>
                        <a:pt x="8" y="63"/>
                        <a:pt x="8" y="63"/>
                        <a:pt x="8" y="63"/>
                      </a:cubicBezTo>
                      <a:cubicBezTo>
                        <a:pt x="41" y="77"/>
                        <a:pt x="41" y="77"/>
                        <a:pt x="41" y="77"/>
                      </a:cubicBezTo>
                      <a:cubicBezTo>
                        <a:pt x="86" y="109"/>
                        <a:pt x="86" y="109"/>
                        <a:pt x="86" y="109"/>
                      </a:cubicBezTo>
                      <a:cubicBezTo>
                        <a:pt x="121" y="128"/>
                        <a:pt x="121" y="128"/>
                        <a:pt x="121" y="128"/>
                      </a:cubicBezTo>
                      <a:cubicBezTo>
                        <a:pt x="123" y="129"/>
                        <a:pt x="123" y="129"/>
                        <a:pt x="123" y="129"/>
                      </a:cubicBezTo>
                      <a:cubicBezTo>
                        <a:pt x="131" y="122"/>
                        <a:pt x="141" y="116"/>
                        <a:pt x="146" y="105"/>
                      </a:cubicBezTo>
                      <a:cubicBezTo>
                        <a:pt x="154" y="90"/>
                        <a:pt x="179" y="86"/>
                        <a:pt x="193" y="73"/>
                      </a:cubicBezTo>
                      <a:cubicBezTo>
                        <a:pt x="195" y="74"/>
                        <a:pt x="196" y="75"/>
                        <a:pt x="198" y="76"/>
                      </a:cubicBezTo>
                      <a:cubicBezTo>
                        <a:pt x="201" y="73"/>
                        <a:pt x="201" y="69"/>
                        <a:pt x="203" y="64"/>
                      </a:cubicBezTo>
                      <a:close/>
                    </a:path>
                  </a:pathLst>
                </a:custGeom>
                <a:solidFill>
                  <a:srgbClr val="8A2A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51" name="îSḷidè"/>
                <p:cNvSpPr/>
                <p:nvPr userDrawn="1"/>
              </p:nvSpPr>
              <p:spPr bwMode="auto">
                <a:xfrm>
                  <a:off x="4505376" y="2867604"/>
                  <a:ext cx="421048" cy="320551"/>
                </a:xfrm>
                <a:custGeom>
                  <a:avLst/>
                  <a:gdLst>
                    <a:gd name="T0" fmla="*/ 110 w 117"/>
                    <a:gd name="T1" fmla="*/ 0 h 89"/>
                    <a:gd name="T2" fmla="*/ 106 w 117"/>
                    <a:gd name="T3" fmla="*/ 1 h 89"/>
                    <a:gd name="T4" fmla="*/ 106 w 117"/>
                    <a:gd name="T5" fmla="*/ 1 h 89"/>
                    <a:gd name="T6" fmla="*/ 14 w 117"/>
                    <a:gd name="T7" fmla="*/ 55 h 89"/>
                    <a:gd name="T8" fmla="*/ 17 w 117"/>
                    <a:gd name="T9" fmla="*/ 68 h 89"/>
                    <a:gd name="T10" fmla="*/ 21 w 117"/>
                    <a:gd name="T11" fmla="*/ 67 h 89"/>
                    <a:gd name="T12" fmla="*/ 0 w 117"/>
                    <a:gd name="T13" fmla="*/ 87 h 89"/>
                    <a:gd name="T14" fmla="*/ 11 w 117"/>
                    <a:gd name="T15" fmla="*/ 89 h 89"/>
                    <a:gd name="T16" fmla="*/ 101 w 117"/>
                    <a:gd name="T17" fmla="*/ 36 h 89"/>
                    <a:gd name="T18" fmla="*/ 102 w 117"/>
                    <a:gd name="T19" fmla="*/ 36 h 89"/>
                    <a:gd name="T20" fmla="*/ 106 w 117"/>
                    <a:gd name="T21" fmla="*/ 33 h 89"/>
                    <a:gd name="T22" fmla="*/ 106 w 117"/>
                    <a:gd name="T23" fmla="*/ 33 h 89"/>
                    <a:gd name="T24" fmla="*/ 106 w 117"/>
                    <a:gd name="T25" fmla="*/ 33 h 89"/>
                    <a:gd name="T26" fmla="*/ 117 w 117"/>
                    <a:gd name="T27" fmla="*/ 7 h 89"/>
                    <a:gd name="T28" fmla="*/ 117 w 117"/>
                    <a:gd name="T29" fmla="*/ 6 h 89"/>
                    <a:gd name="T30" fmla="*/ 110 w 117"/>
                    <a:gd name="T31" fmla="*/ 0 h 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117" h="89">
                      <a:moveTo>
                        <a:pt x="110" y="0"/>
                      </a:moveTo>
                      <a:cubicBezTo>
                        <a:pt x="109" y="0"/>
                        <a:pt x="107" y="0"/>
                        <a:pt x="106" y="1"/>
                      </a:cubicBezTo>
                      <a:cubicBezTo>
                        <a:pt x="106" y="1"/>
                        <a:pt x="106" y="1"/>
                        <a:pt x="106" y="1"/>
                      </a:cubicBezTo>
                      <a:cubicBezTo>
                        <a:pt x="14" y="55"/>
                        <a:pt x="14" y="55"/>
                        <a:pt x="14" y="55"/>
                      </a:cubicBezTo>
                      <a:cubicBezTo>
                        <a:pt x="17" y="68"/>
                        <a:pt x="17" y="68"/>
                        <a:pt x="17" y="68"/>
                      </a:cubicBezTo>
                      <a:cubicBezTo>
                        <a:pt x="21" y="67"/>
                        <a:pt x="21" y="67"/>
                        <a:pt x="21" y="67"/>
                      </a:cubicBezTo>
                      <a:cubicBezTo>
                        <a:pt x="16" y="75"/>
                        <a:pt x="7" y="80"/>
                        <a:pt x="0" y="87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ubicBezTo>
                        <a:pt x="101" y="36"/>
                        <a:pt x="101" y="36"/>
                        <a:pt x="101" y="36"/>
                      </a:cubicBezTo>
                      <a:cubicBezTo>
                        <a:pt x="101" y="36"/>
                        <a:pt x="102" y="36"/>
                        <a:pt x="102" y="36"/>
                      </a:cubicBezTo>
                      <a:cubicBezTo>
                        <a:pt x="103" y="35"/>
                        <a:pt x="105" y="34"/>
                        <a:pt x="106" y="33"/>
                      </a:cubicBezTo>
                      <a:cubicBezTo>
                        <a:pt x="106" y="33"/>
                        <a:pt x="106" y="33"/>
                        <a:pt x="106" y="33"/>
                      </a:cubicBezTo>
                      <a:cubicBezTo>
                        <a:pt x="106" y="33"/>
                        <a:pt x="106" y="33"/>
                        <a:pt x="106" y="33"/>
                      </a:cubicBezTo>
                      <a:cubicBezTo>
                        <a:pt x="113" y="28"/>
                        <a:pt x="117" y="19"/>
                        <a:pt x="117" y="7"/>
                      </a:cubicBezTo>
                      <a:cubicBezTo>
                        <a:pt x="117" y="6"/>
                        <a:pt x="117" y="6"/>
                        <a:pt x="117" y="6"/>
                      </a:cubicBezTo>
                      <a:cubicBezTo>
                        <a:pt x="117" y="3"/>
                        <a:pt x="114" y="0"/>
                        <a:pt x="110" y="0"/>
                      </a:cubicBezTo>
                      <a:close/>
                    </a:path>
                  </a:pathLst>
                </a:custGeom>
                <a:solidFill>
                  <a:srgbClr val="721BD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52" name="íSḻïḋe"/>
                <p:cNvSpPr/>
                <p:nvPr userDrawn="1"/>
              </p:nvSpPr>
              <p:spPr bwMode="auto">
                <a:xfrm>
                  <a:off x="4448197" y="2723789"/>
                  <a:ext cx="64111" cy="20792"/>
                </a:xfrm>
                <a:custGeom>
                  <a:avLst/>
                  <a:gdLst>
                    <a:gd name="T0" fmla="*/ 0 w 18"/>
                    <a:gd name="T1" fmla="*/ 0 h 6"/>
                    <a:gd name="T2" fmla="*/ 18 w 18"/>
                    <a:gd name="T3" fmla="*/ 6 h 6"/>
                    <a:gd name="T4" fmla="*/ 0 w 18"/>
                    <a:gd name="T5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8" h="6">
                      <a:moveTo>
                        <a:pt x="0" y="0"/>
                      </a:moveTo>
                      <a:cubicBezTo>
                        <a:pt x="6" y="0"/>
                        <a:pt x="12" y="2"/>
                        <a:pt x="18" y="6"/>
                      </a:cubicBezTo>
                      <a:cubicBezTo>
                        <a:pt x="12" y="2"/>
                        <a:pt x="6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EAEAE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53" name="íš1iḍè"/>
                <p:cNvSpPr/>
                <p:nvPr userDrawn="1"/>
              </p:nvSpPr>
              <p:spPr bwMode="auto">
                <a:xfrm>
                  <a:off x="4061803" y="2794830"/>
                  <a:ext cx="537139" cy="386394"/>
                </a:xfrm>
                <a:custGeom>
                  <a:avLst/>
                  <a:gdLst>
                    <a:gd name="T0" fmla="*/ 149 w 149"/>
                    <a:gd name="T1" fmla="*/ 79 h 107"/>
                    <a:gd name="T2" fmla="*/ 149 w 149"/>
                    <a:gd name="T3" fmla="*/ 78 h 107"/>
                    <a:gd name="T4" fmla="*/ 142 w 149"/>
                    <a:gd name="T5" fmla="*/ 71 h 107"/>
                    <a:gd name="T6" fmla="*/ 136 w 149"/>
                    <a:gd name="T7" fmla="*/ 78 h 107"/>
                    <a:gd name="T8" fmla="*/ 136 w 149"/>
                    <a:gd name="T9" fmla="*/ 79 h 107"/>
                    <a:gd name="T10" fmla="*/ 129 w 149"/>
                    <a:gd name="T11" fmla="*/ 96 h 107"/>
                    <a:gd name="T12" fmla="*/ 107 w 149"/>
                    <a:gd name="T13" fmla="*/ 91 h 107"/>
                    <a:gd name="T14" fmla="*/ 39 w 149"/>
                    <a:gd name="T15" fmla="*/ 41 h 107"/>
                    <a:gd name="T16" fmla="*/ 9 w 149"/>
                    <a:gd name="T17" fmla="*/ 32 h 107"/>
                    <a:gd name="T18" fmla="*/ 65 w 149"/>
                    <a:gd name="T19" fmla="*/ 0 h 107"/>
                    <a:gd name="T20" fmla="*/ 0 w 149"/>
                    <a:gd name="T21" fmla="*/ 38 h 107"/>
                    <a:gd name="T22" fmla="*/ 8 w 149"/>
                    <a:gd name="T23" fmla="*/ 41 h 107"/>
                    <a:gd name="T24" fmla="*/ 41 w 149"/>
                    <a:gd name="T25" fmla="*/ 55 h 107"/>
                    <a:gd name="T26" fmla="*/ 86 w 149"/>
                    <a:gd name="T27" fmla="*/ 87 h 107"/>
                    <a:gd name="T28" fmla="*/ 121 w 149"/>
                    <a:gd name="T29" fmla="*/ 106 h 107"/>
                    <a:gd name="T30" fmla="*/ 123 w 149"/>
                    <a:gd name="T31" fmla="*/ 107 h 107"/>
                    <a:gd name="T32" fmla="*/ 146 w 149"/>
                    <a:gd name="T33" fmla="*/ 83 h 107"/>
                    <a:gd name="T34" fmla="*/ 149 w 149"/>
                    <a:gd name="T35" fmla="*/ 79 h 107"/>
                    <a:gd name="T36" fmla="*/ 149 w 149"/>
                    <a:gd name="T37" fmla="*/ 79 h 1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49" h="107">
                      <a:moveTo>
                        <a:pt x="149" y="79"/>
                      </a:moveTo>
                      <a:cubicBezTo>
                        <a:pt x="149" y="78"/>
                        <a:pt x="149" y="78"/>
                        <a:pt x="149" y="78"/>
                      </a:cubicBezTo>
                      <a:cubicBezTo>
                        <a:pt x="149" y="74"/>
                        <a:pt x="146" y="71"/>
                        <a:pt x="142" y="71"/>
                      </a:cubicBezTo>
                      <a:cubicBezTo>
                        <a:pt x="139" y="71"/>
                        <a:pt x="136" y="74"/>
                        <a:pt x="136" y="78"/>
                      </a:cubicBezTo>
                      <a:cubicBezTo>
                        <a:pt x="136" y="79"/>
                        <a:pt x="136" y="79"/>
                        <a:pt x="136" y="79"/>
                      </a:cubicBezTo>
                      <a:cubicBezTo>
                        <a:pt x="136" y="87"/>
                        <a:pt x="133" y="94"/>
                        <a:pt x="129" y="96"/>
                      </a:cubicBezTo>
                      <a:cubicBezTo>
                        <a:pt x="123" y="99"/>
                        <a:pt x="115" y="97"/>
                        <a:pt x="107" y="91"/>
                      </a:cubicBezTo>
                      <a:cubicBezTo>
                        <a:pt x="39" y="41"/>
                        <a:pt x="39" y="41"/>
                        <a:pt x="39" y="41"/>
                      </a:cubicBezTo>
                      <a:cubicBezTo>
                        <a:pt x="28" y="33"/>
                        <a:pt x="18" y="30"/>
                        <a:pt x="9" y="32"/>
                      </a:cubicBezTo>
                      <a:cubicBezTo>
                        <a:pt x="65" y="0"/>
                        <a:pt x="65" y="0"/>
                        <a:pt x="65" y="0"/>
                      </a:cubicBezTo>
                      <a:cubicBezTo>
                        <a:pt x="0" y="38"/>
                        <a:pt x="0" y="38"/>
                        <a:pt x="0" y="38"/>
                      </a:cubicBezTo>
                      <a:cubicBezTo>
                        <a:pt x="8" y="41"/>
                        <a:pt x="8" y="41"/>
                        <a:pt x="8" y="41"/>
                      </a:cubicBezTo>
                      <a:cubicBezTo>
                        <a:pt x="41" y="55"/>
                        <a:pt x="41" y="55"/>
                        <a:pt x="41" y="55"/>
                      </a:cubicBezTo>
                      <a:cubicBezTo>
                        <a:pt x="86" y="87"/>
                        <a:pt x="86" y="87"/>
                        <a:pt x="86" y="87"/>
                      </a:cubicBezTo>
                      <a:cubicBezTo>
                        <a:pt x="121" y="106"/>
                        <a:pt x="121" y="106"/>
                        <a:pt x="121" y="106"/>
                      </a:cubicBezTo>
                      <a:cubicBezTo>
                        <a:pt x="123" y="107"/>
                        <a:pt x="123" y="107"/>
                        <a:pt x="123" y="107"/>
                      </a:cubicBezTo>
                      <a:cubicBezTo>
                        <a:pt x="131" y="100"/>
                        <a:pt x="141" y="94"/>
                        <a:pt x="146" y="83"/>
                      </a:cubicBezTo>
                      <a:cubicBezTo>
                        <a:pt x="147" y="82"/>
                        <a:pt x="148" y="81"/>
                        <a:pt x="149" y="79"/>
                      </a:cubicBezTo>
                      <a:cubicBezTo>
                        <a:pt x="149" y="79"/>
                        <a:pt x="149" y="79"/>
                        <a:pt x="149" y="79"/>
                      </a:cubicBezTo>
                      <a:close/>
                    </a:path>
                  </a:pathLst>
                </a:custGeom>
                <a:solidFill>
                  <a:srgbClr val="B45EF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54" name="iSļïďê"/>
                <p:cNvSpPr/>
                <p:nvPr userDrawn="1"/>
              </p:nvSpPr>
              <p:spPr bwMode="auto">
                <a:xfrm>
                  <a:off x="4018486" y="2907456"/>
                  <a:ext cx="573526" cy="291095"/>
                </a:xfrm>
                <a:custGeom>
                  <a:avLst/>
                  <a:gdLst>
                    <a:gd name="T0" fmla="*/ 133 w 159"/>
                    <a:gd name="T1" fmla="*/ 81 h 81"/>
                    <a:gd name="T2" fmla="*/ 110 w 159"/>
                    <a:gd name="T3" fmla="*/ 72 h 81"/>
                    <a:gd name="T4" fmla="*/ 41 w 159"/>
                    <a:gd name="T5" fmla="*/ 22 h 81"/>
                    <a:gd name="T6" fmla="*/ 20 w 159"/>
                    <a:gd name="T7" fmla="*/ 17 h 81"/>
                    <a:gd name="T8" fmla="*/ 12 w 159"/>
                    <a:gd name="T9" fmla="*/ 34 h 81"/>
                    <a:gd name="T10" fmla="*/ 6 w 159"/>
                    <a:gd name="T11" fmla="*/ 40 h 81"/>
                    <a:gd name="T12" fmla="*/ 0 w 159"/>
                    <a:gd name="T13" fmla="*/ 34 h 81"/>
                    <a:gd name="T14" fmla="*/ 14 w 159"/>
                    <a:gd name="T15" fmla="*/ 5 h 81"/>
                    <a:gd name="T16" fmla="*/ 49 w 159"/>
                    <a:gd name="T17" fmla="*/ 12 h 81"/>
                    <a:gd name="T18" fmla="*/ 117 w 159"/>
                    <a:gd name="T19" fmla="*/ 62 h 81"/>
                    <a:gd name="T20" fmla="*/ 139 w 159"/>
                    <a:gd name="T21" fmla="*/ 67 h 81"/>
                    <a:gd name="T22" fmla="*/ 146 w 159"/>
                    <a:gd name="T23" fmla="*/ 50 h 81"/>
                    <a:gd name="T24" fmla="*/ 146 w 159"/>
                    <a:gd name="T25" fmla="*/ 49 h 81"/>
                    <a:gd name="T26" fmla="*/ 153 w 159"/>
                    <a:gd name="T27" fmla="*/ 42 h 81"/>
                    <a:gd name="T28" fmla="*/ 159 w 159"/>
                    <a:gd name="T29" fmla="*/ 49 h 81"/>
                    <a:gd name="T30" fmla="*/ 159 w 159"/>
                    <a:gd name="T31" fmla="*/ 50 h 81"/>
                    <a:gd name="T32" fmla="*/ 145 w 159"/>
                    <a:gd name="T33" fmla="*/ 78 h 81"/>
                    <a:gd name="T34" fmla="*/ 133 w 159"/>
                    <a:gd name="T35" fmla="*/ 81 h 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59" h="81">
                      <a:moveTo>
                        <a:pt x="133" y="81"/>
                      </a:moveTo>
                      <a:cubicBezTo>
                        <a:pt x="126" y="81"/>
                        <a:pt x="118" y="78"/>
                        <a:pt x="110" y="72"/>
                      </a:cubicBezTo>
                      <a:cubicBezTo>
                        <a:pt x="41" y="22"/>
                        <a:pt x="41" y="22"/>
                        <a:pt x="41" y="22"/>
                      </a:cubicBezTo>
                      <a:cubicBezTo>
                        <a:pt x="33" y="16"/>
                        <a:pt x="25" y="14"/>
                        <a:pt x="20" y="17"/>
                      </a:cubicBezTo>
                      <a:cubicBezTo>
                        <a:pt x="15" y="19"/>
                        <a:pt x="12" y="25"/>
                        <a:pt x="12" y="34"/>
                      </a:cubicBezTo>
                      <a:cubicBezTo>
                        <a:pt x="12" y="37"/>
                        <a:pt x="10" y="40"/>
                        <a:pt x="6" y="40"/>
                      </a:cubicBezTo>
                      <a:cubicBezTo>
                        <a:pt x="3" y="40"/>
                        <a:pt x="0" y="37"/>
                        <a:pt x="0" y="34"/>
                      </a:cubicBezTo>
                      <a:cubicBezTo>
                        <a:pt x="0" y="20"/>
                        <a:pt x="5" y="10"/>
                        <a:pt x="14" y="5"/>
                      </a:cubicBezTo>
                      <a:cubicBezTo>
                        <a:pt x="24" y="0"/>
                        <a:pt x="37" y="3"/>
                        <a:pt x="49" y="12"/>
                      </a:cubicBezTo>
                      <a:cubicBezTo>
                        <a:pt x="117" y="62"/>
                        <a:pt x="117" y="62"/>
                        <a:pt x="117" y="62"/>
                      </a:cubicBezTo>
                      <a:cubicBezTo>
                        <a:pt x="125" y="68"/>
                        <a:pt x="133" y="70"/>
                        <a:pt x="139" y="67"/>
                      </a:cubicBezTo>
                      <a:cubicBezTo>
                        <a:pt x="143" y="65"/>
                        <a:pt x="146" y="58"/>
                        <a:pt x="146" y="50"/>
                      </a:cubicBezTo>
                      <a:cubicBezTo>
                        <a:pt x="146" y="49"/>
                        <a:pt x="146" y="49"/>
                        <a:pt x="146" y="49"/>
                      </a:cubicBezTo>
                      <a:cubicBezTo>
                        <a:pt x="146" y="45"/>
                        <a:pt x="149" y="42"/>
                        <a:pt x="153" y="42"/>
                      </a:cubicBezTo>
                      <a:cubicBezTo>
                        <a:pt x="156" y="42"/>
                        <a:pt x="159" y="45"/>
                        <a:pt x="159" y="49"/>
                      </a:cubicBezTo>
                      <a:cubicBezTo>
                        <a:pt x="159" y="50"/>
                        <a:pt x="159" y="50"/>
                        <a:pt x="159" y="50"/>
                      </a:cubicBezTo>
                      <a:cubicBezTo>
                        <a:pt x="159" y="63"/>
                        <a:pt x="154" y="74"/>
                        <a:pt x="145" y="78"/>
                      </a:cubicBezTo>
                      <a:cubicBezTo>
                        <a:pt x="141" y="80"/>
                        <a:pt x="137" y="81"/>
                        <a:pt x="133" y="81"/>
                      </a:cubicBezTo>
                      <a:close/>
                    </a:path>
                  </a:pathLst>
                </a:custGeom>
                <a:solidFill>
                  <a:srgbClr val="983BE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55" name="ïşlíḍè"/>
                <p:cNvSpPr/>
                <p:nvPr userDrawn="1"/>
              </p:nvSpPr>
              <p:spPr bwMode="auto">
                <a:xfrm>
                  <a:off x="4158835" y="3576280"/>
                  <a:ext cx="188865" cy="263371"/>
                </a:xfrm>
                <a:custGeom>
                  <a:avLst/>
                  <a:gdLst>
                    <a:gd name="T0" fmla="*/ 41 w 52"/>
                    <a:gd name="T1" fmla="*/ 7 h 73"/>
                    <a:gd name="T2" fmla="*/ 20 w 52"/>
                    <a:gd name="T3" fmla="*/ 10 h 73"/>
                    <a:gd name="T4" fmla="*/ 0 w 52"/>
                    <a:gd name="T5" fmla="*/ 58 h 73"/>
                    <a:gd name="T6" fmla="*/ 20 w 52"/>
                    <a:gd name="T7" fmla="*/ 68 h 73"/>
                    <a:gd name="T8" fmla="*/ 51 w 52"/>
                    <a:gd name="T9" fmla="*/ 27 h 73"/>
                    <a:gd name="T10" fmla="*/ 47 w 52"/>
                    <a:gd name="T11" fmla="*/ 11 h 73"/>
                    <a:gd name="T12" fmla="*/ 41 w 52"/>
                    <a:gd name="T13" fmla="*/ 7 h 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2" h="73">
                      <a:moveTo>
                        <a:pt x="41" y="7"/>
                      </a:moveTo>
                      <a:cubicBezTo>
                        <a:pt x="41" y="7"/>
                        <a:pt x="28" y="0"/>
                        <a:pt x="20" y="10"/>
                      </a:cubicBezTo>
                      <a:cubicBezTo>
                        <a:pt x="12" y="20"/>
                        <a:pt x="1" y="42"/>
                        <a:pt x="0" y="58"/>
                      </a:cubicBezTo>
                      <a:cubicBezTo>
                        <a:pt x="0" y="73"/>
                        <a:pt x="13" y="72"/>
                        <a:pt x="20" y="68"/>
                      </a:cubicBezTo>
                      <a:cubicBezTo>
                        <a:pt x="28" y="65"/>
                        <a:pt x="49" y="33"/>
                        <a:pt x="51" y="27"/>
                      </a:cubicBezTo>
                      <a:cubicBezTo>
                        <a:pt x="52" y="21"/>
                        <a:pt x="49" y="12"/>
                        <a:pt x="47" y="11"/>
                      </a:cubicBezTo>
                      <a:cubicBezTo>
                        <a:pt x="45" y="9"/>
                        <a:pt x="41" y="7"/>
                        <a:pt x="41" y="7"/>
                      </a:cubicBezTo>
                      <a:close/>
                    </a:path>
                  </a:pathLst>
                </a:custGeom>
                <a:solidFill>
                  <a:srgbClr val="173D7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56" name="íSlîḋe"/>
                <p:cNvSpPr/>
                <p:nvPr userDrawn="1"/>
              </p:nvSpPr>
              <p:spPr bwMode="auto">
                <a:xfrm>
                  <a:off x="4228143" y="3555487"/>
                  <a:ext cx="90101" cy="114359"/>
                </a:xfrm>
                <a:custGeom>
                  <a:avLst/>
                  <a:gdLst>
                    <a:gd name="T0" fmla="*/ 25 w 25"/>
                    <a:gd name="T1" fmla="*/ 10 h 32"/>
                    <a:gd name="T2" fmla="*/ 25 w 25"/>
                    <a:gd name="T3" fmla="*/ 23 h 32"/>
                    <a:gd name="T4" fmla="*/ 21 w 25"/>
                    <a:gd name="T5" fmla="*/ 30 h 32"/>
                    <a:gd name="T6" fmla="*/ 12 w 25"/>
                    <a:gd name="T7" fmla="*/ 31 h 32"/>
                    <a:gd name="T8" fmla="*/ 0 w 25"/>
                    <a:gd name="T9" fmla="*/ 14 h 32"/>
                    <a:gd name="T10" fmla="*/ 25 w 25"/>
                    <a:gd name="T11" fmla="*/ 10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5" h="32">
                      <a:moveTo>
                        <a:pt x="25" y="10"/>
                      </a:moveTo>
                      <a:cubicBezTo>
                        <a:pt x="25" y="23"/>
                        <a:pt x="25" y="23"/>
                        <a:pt x="25" y="23"/>
                      </a:cubicBezTo>
                      <a:cubicBezTo>
                        <a:pt x="25" y="26"/>
                        <a:pt x="24" y="28"/>
                        <a:pt x="21" y="30"/>
                      </a:cubicBezTo>
                      <a:cubicBezTo>
                        <a:pt x="19" y="31"/>
                        <a:pt x="16" y="32"/>
                        <a:pt x="12" y="31"/>
                      </a:cubicBezTo>
                      <a:cubicBezTo>
                        <a:pt x="2" y="30"/>
                        <a:pt x="1" y="27"/>
                        <a:pt x="0" y="14"/>
                      </a:cubicBezTo>
                      <a:cubicBezTo>
                        <a:pt x="0" y="0"/>
                        <a:pt x="25" y="10"/>
                        <a:pt x="25" y="10"/>
                      </a:cubicBezTo>
                      <a:close/>
                    </a:path>
                  </a:pathLst>
                </a:custGeom>
                <a:solidFill>
                  <a:srgbClr val="E8A2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57" name="íSľíḓê"/>
                <p:cNvSpPr/>
                <p:nvPr userDrawn="1"/>
              </p:nvSpPr>
              <p:spPr bwMode="auto">
                <a:xfrm>
                  <a:off x="3990763" y="3486179"/>
                  <a:ext cx="187132" cy="263371"/>
                </a:xfrm>
                <a:custGeom>
                  <a:avLst/>
                  <a:gdLst>
                    <a:gd name="T0" fmla="*/ 41 w 52"/>
                    <a:gd name="T1" fmla="*/ 6 h 73"/>
                    <a:gd name="T2" fmla="*/ 20 w 52"/>
                    <a:gd name="T3" fmla="*/ 9 h 73"/>
                    <a:gd name="T4" fmla="*/ 0 w 52"/>
                    <a:gd name="T5" fmla="*/ 57 h 73"/>
                    <a:gd name="T6" fmla="*/ 20 w 52"/>
                    <a:gd name="T7" fmla="*/ 68 h 73"/>
                    <a:gd name="T8" fmla="*/ 51 w 52"/>
                    <a:gd name="T9" fmla="*/ 26 h 73"/>
                    <a:gd name="T10" fmla="*/ 47 w 52"/>
                    <a:gd name="T11" fmla="*/ 10 h 73"/>
                    <a:gd name="T12" fmla="*/ 41 w 52"/>
                    <a:gd name="T13" fmla="*/ 6 h 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2" h="73">
                      <a:moveTo>
                        <a:pt x="41" y="6"/>
                      </a:moveTo>
                      <a:cubicBezTo>
                        <a:pt x="41" y="6"/>
                        <a:pt x="28" y="0"/>
                        <a:pt x="20" y="9"/>
                      </a:cubicBezTo>
                      <a:cubicBezTo>
                        <a:pt x="12" y="19"/>
                        <a:pt x="1" y="42"/>
                        <a:pt x="0" y="57"/>
                      </a:cubicBezTo>
                      <a:cubicBezTo>
                        <a:pt x="0" y="73"/>
                        <a:pt x="13" y="71"/>
                        <a:pt x="20" y="68"/>
                      </a:cubicBezTo>
                      <a:cubicBezTo>
                        <a:pt x="28" y="64"/>
                        <a:pt x="49" y="33"/>
                        <a:pt x="51" y="26"/>
                      </a:cubicBezTo>
                      <a:cubicBezTo>
                        <a:pt x="52" y="20"/>
                        <a:pt x="49" y="12"/>
                        <a:pt x="47" y="10"/>
                      </a:cubicBezTo>
                      <a:cubicBezTo>
                        <a:pt x="45" y="9"/>
                        <a:pt x="41" y="6"/>
                        <a:pt x="41" y="6"/>
                      </a:cubicBezTo>
                      <a:close/>
                    </a:path>
                  </a:pathLst>
                </a:custGeom>
                <a:solidFill>
                  <a:srgbClr val="173D7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58" name="ïṥ1íḓè"/>
                <p:cNvSpPr/>
                <p:nvPr userDrawn="1"/>
              </p:nvSpPr>
              <p:spPr bwMode="auto">
                <a:xfrm>
                  <a:off x="4054872" y="3465387"/>
                  <a:ext cx="93566" cy="110893"/>
                </a:xfrm>
                <a:custGeom>
                  <a:avLst/>
                  <a:gdLst>
                    <a:gd name="T0" fmla="*/ 26 w 26"/>
                    <a:gd name="T1" fmla="*/ 9 h 31"/>
                    <a:gd name="T2" fmla="*/ 26 w 26"/>
                    <a:gd name="T3" fmla="*/ 22 h 31"/>
                    <a:gd name="T4" fmla="*/ 22 w 26"/>
                    <a:gd name="T5" fmla="*/ 29 h 31"/>
                    <a:gd name="T6" fmla="*/ 12 w 26"/>
                    <a:gd name="T7" fmla="*/ 31 h 31"/>
                    <a:gd name="T8" fmla="*/ 1 w 26"/>
                    <a:gd name="T9" fmla="*/ 13 h 31"/>
                    <a:gd name="T10" fmla="*/ 26 w 26"/>
                    <a:gd name="T11" fmla="*/ 9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31">
                      <a:moveTo>
                        <a:pt x="26" y="9"/>
                      </a:moveTo>
                      <a:cubicBezTo>
                        <a:pt x="26" y="22"/>
                        <a:pt x="26" y="22"/>
                        <a:pt x="26" y="22"/>
                      </a:cubicBezTo>
                      <a:cubicBezTo>
                        <a:pt x="26" y="25"/>
                        <a:pt x="25" y="28"/>
                        <a:pt x="22" y="29"/>
                      </a:cubicBezTo>
                      <a:cubicBezTo>
                        <a:pt x="20" y="31"/>
                        <a:pt x="17" y="31"/>
                        <a:pt x="12" y="31"/>
                      </a:cubicBezTo>
                      <a:cubicBezTo>
                        <a:pt x="3" y="29"/>
                        <a:pt x="2" y="26"/>
                        <a:pt x="1" y="13"/>
                      </a:cubicBezTo>
                      <a:cubicBezTo>
                        <a:pt x="0" y="0"/>
                        <a:pt x="26" y="9"/>
                        <a:pt x="26" y="9"/>
                      </a:cubicBezTo>
                      <a:close/>
                    </a:path>
                  </a:pathLst>
                </a:custGeom>
                <a:solidFill>
                  <a:srgbClr val="E8A2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59" name="išḷiďé"/>
                <p:cNvSpPr/>
                <p:nvPr userDrawn="1"/>
              </p:nvSpPr>
              <p:spPr bwMode="auto">
                <a:xfrm>
                  <a:off x="3983832" y="2392843"/>
                  <a:ext cx="590853" cy="1143586"/>
                </a:xfrm>
                <a:custGeom>
                  <a:avLst/>
                  <a:gdLst>
                    <a:gd name="T0" fmla="*/ 160 w 164"/>
                    <a:gd name="T1" fmla="*/ 62 h 318"/>
                    <a:gd name="T2" fmla="*/ 93 w 164"/>
                    <a:gd name="T3" fmla="*/ 71 h 318"/>
                    <a:gd name="T4" fmla="*/ 50 w 164"/>
                    <a:gd name="T5" fmla="*/ 114 h 318"/>
                    <a:gd name="T6" fmla="*/ 11 w 164"/>
                    <a:gd name="T7" fmla="*/ 157 h 318"/>
                    <a:gd name="T8" fmla="*/ 1 w 164"/>
                    <a:gd name="T9" fmla="*/ 188 h 318"/>
                    <a:gd name="T10" fmla="*/ 17 w 164"/>
                    <a:gd name="T11" fmla="*/ 308 h 318"/>
                    <a:gd name="T12" fmla="*/ 29 w 164"/>
                    <a:gd name="T13" fmla="*/ 318 h 318"/>
                    <a:gd name="T14" fmla="*/ 35 w 164"/>
                    <a:gd name="T15" fmla="*/ 317 h 318"/>
                    <a:gd name="T16" fmla="*/ 48 w 164"/>
                    <a:gd name="T17" fmla="*/ 302 h 318"/>
                    <a:gd name="T18" fmla="*/ 45 w 164"/>
                    <a:gd name="T19" fmla="*/ 190 h 318"/>
                    <a:gd name="T20" fmla="*/ 127 w 164"/>
                    <a:gd name="T21" fmla="*/ 140 h 318"/>
                    <a:gd name="T22" fmla="*/ 160 w 164"/>
                    <a:gd name="T23" fmla="*/ 62 h 3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64" h="318">
                      <a:moveTo>
                        <a:pt x="160" y="62"/>
                      </a:moveTo>
                      <a:cubicBezTo>
                        <a:pt x="156" y="0"/>
                        <a:pt x="93" y="71"/>
                        <a:pt x="93" y="71"/>
                      </a:cubicBezTo>
                      <a:cubicBezTo>
                        <a:pt x="50" y="114"/>
                        <a:pt x="50" y="114"/>
                        <a:pt x="50" y="114"/>
                      </a:cubicBezTo>
                      <a:cubicBezTo>
                        <a:pt x="11" y="157"/>
                        <a:pt x="11" y="157"/>
                        <a:pt x="11" y="157"/>
                      </a:cubicBezTo>
                      <a:cubicBezTo>
                        <a:pt x="3" y="165"/>
                        <a:pt x="0" y="176"/>
                        <a:pt x="1" y="188"/>
                      </a:cubicBezTo>
                      <a:cubicBezTo>
                        <a:pt x="17" y="308"/>
                        <a:pt x="17" y="308"/>
                        <a:pt x="17" y="308"/>
                      </a:cubicBezTo>
                      <a:cubicBezTo>
                        <a:pt x="18" y="314"/>
                        <a:pt x="23" y="318"/>
                        <a:pt x="29" y="318"/>
                      </a:cubicBezTo>
                      <a:cubicBezTo>
                        <a:pt x="31" y="318"/>
                        <a:pt x="32" y="318"/>
                        <a:pt x="35" y="317"/>
                      </a:cubicBezTo>
                      <a:cubicBezTo>
                        <a:pt x="49" y="315"/>
                        <a:pt x="48" y="302"/>
                        <a:pt x="48" y="302"/>
                      </a:cubicBezTo>
                      <a:cubicBezTo>
                        <a:pt x="45" y="190"/>
                        <a:pt x="45" y="190"/>
                        <a:pt x="45" y="190"/>
                      </a:cubicBezTo>
                      <a:cubicBezTo>
                        <a:pt x="127" y="140"/>
                        <a:pt x="127" y="140"/>
                        <a:pt x="127" y="140"/>
                      </a:cubicBezTo>
                      <a:cubicBezTo>
                        <a:pt x="127" y="140"/>
                        <a:pt x="164" y="124"/>
                        <a:pt x="160" y="62"/>
                      </a:cubicBezTo>
                      <a:close/>
                    </a:path>
                  </a:pathLst>
                </a:custGeom>
                <a:solidFill>
                  <a:srgbClr val="FDD76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60" name="îṧ1îḋe"/>
                <p:cNvSpPr/>
                <p:nvPr userDrawn="1"/>
              </p:nvSpPr>
              <p:spPr bwMode="auto">
                <a:xfrm>
                  <a:off x="4151904" y="2479478"/>
                  <a:ext cx="590853" cy="1143586"/>
                </a:xfrm>
                <a:custGeom>
                  <a:avLst/>
                  <a:gdLst>
                    <a:gd name="T0" fmla="*/ 160 w 164"/>
                    <a:gd name="T1" fmla="*/ 62 h 318"/>
                    <a:gd name="T2" fmla="*/ 93 w 164"/>
                    <a:gd name="T3" fmla="*/ 71 h 318"/>
                    <a:gd name="T4" fmla="*/ 50 w 164"/>
                    <a:gd name="T5" fmla="*/ 114 h 318"/>
                    <a:gd name="T6" fmla="*/ 11 w 164"/>
                    <a:gd name="T7" fmla="*/ 156 h 318"/>
                    <a:gd name="T8" fmla="*/ 1 w 164"/>
                    <a:gd name="T9" fmla="*/ 187 h 318"/>
                    <a:gd name="T10" fmla="*/ 17 w 164"/>
                    <a:gd name="T11" fmla="*/ 307 h 318"/>
                    <a:gd name="T12" fmla="*/ 29 w 164"/>
                    <a:gd name="T13" fmla="*/ 318 h 318"/>
                    <a:gd name="T14" fmla="*/ 35 w 164"/>
                    <a:gd name="T15" fmla="*/ 317 h 318"/>
                    <a:gd name="T16" fmla="*/ 48 w 164"/>
                    <a:gd name="T17" fmla="*/ 302 h 318"/>
                    <a:gd name="T18" fmla="*/ 45 w 164"/>
                    <a:gd name="T19" fmla="*/ 189 h 318"/>
                    <a:gd name="T20" fmla="*/ 127 w 164"/>
                    <a:gd name="T21" fmla="*/ 140 h 318"/>
                    <a:gd name="T22" fmla="*/ 160 w 164"/>
                    <a:gd name="T23" fmla="*/ 62 h 3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64" h="318">
                      <a:moveTo>
                        <a:pt x="160" y="62"/>
                      </a:moveTo>
                      <a:cubicBezTo>
                        <a:pt x="157" y="0"/>
                        <a:pt x="93" y="71"/>
                        <a:pt x="93" y="71"/>
                      </a:cubicBezTo>
                      <a:cubicBezTo>
                        <a:pt x="50" y="114"/>
                        <a:pt x="50" y="114"/>
                        <a:pt x="50" y="114"/>
                      </a:cubicBezTo>
                      <a:cubicBezTo>
                        <a:pt x="11" y="156"/>
                        <a:pt x="11" y="156"/>
                        <a:pt x="11" y="156"/>
                      </a:cubicBezTo>
                      <a:cubicBezTo>
                        <a:pt x="3" y="165"/>
                        <a:pt x="0" y="176"/>
                        <a:pt x="1" y="187"/>
                      </a:cubicBezTo>
                      <a:cubicBezTo>
                        <a:pt x="17" y="307"/>
                        <a:pt x="17" y="307"/>
                        <a:pt x="17" y="307"/>
                      </a:cubicBezTo>
                      <a:cubicBezTo>
                        <a:pt x="18" y="313"/>
                        <a:pt x="23" y="318"/>
                        <a:pt x="29" y="318"/>
                      </a:cubicBezTo>
                      <a:cubicBezTo>
                        <a:pt x="31" y="318"/>
                        <a:pt x="33" y="317"/>
                        <a:pt x="35" y="317"/>
                      </a:cubicBezTo>
                      <a:cubicBezTo>
                        <a:pt x="49" y="315"/>
                        <a:pt x="48" y="302"/>
                        <a:pt x="48" y="302"/>
                      </a:cubicBezTo>
                      <a:cubicBezTo>
                        <a:pt x="45" y="189"/>
                        <a:pt x="45" y="189"/>
                        <a:pt x="45" y="189"/>
                      </a:cubicBezTo>
                      <a:cubicBezTo>
                        <a:pt x="127" y="140"/>
                        <a:pt x="127" y="140"/>
                        <a:pt x="127" y="140"/>
                      </a:cubicBezTo>
                      <a:cubicBezTo>
                        <a:pt x="127" y="140"/>
                        <a:pt x="164" y="124"/>
                        <a:pt x="160" y="62"/>
                      </a:cubicBezTo>
                      <a:close/>
                    </a:path>
                  </a:pathLst>
                </a:custGeom>
                <a:solidFill>
                  <a:srgbClr val="FDD76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61" name="isļíḑè"/>
                <p:cNvSpPr/>
                <p:nvPr userDrawn="1"/>
              </p:nvSpPr>
              <p:spPr bwMode="auto">
                <a:xfrm>
                  <a:off x="4188291" y="1942339"/>
                  <a:ext cx="580457" cy="954721"/>
                </a:xfrm>
                <a:custGeom>
                  <a:avLst/>
                  <a:gdLst>
                    <a:gd name="T0" fmla="*/ 113 w 161"/>
                    <a:gd name="T1" fmla="*/ 12 h 265"/>
                    <a:gd name="T2" fmla="*/ 160 w 161"/>
                    <a:gd name="T3" fmla="*/ 60 h 265"/>
                    <a:gd name="T4" fmla="*/ 154 w 161"/>
                    <a:gd name="T5" fmla="*/ 234 h 265"/>
                    <a:gd name="T6" fmla="*/ 23 w 161"/>
                    <a:gd name="T7" fmla="*/ 188 h 265"/>
                    <a:gd name="T8" fmla="*/ 53 w 161"/>
                    <a:gd name="T9" fmla="*/ 11 h 265"/>
                    <a:gd name="T10" fmla="*/ 113 w 161"/>
                    <a:gd name="T11" fmla="*/ 12 h 2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1" h="265">
                      <a:moveTo>
                        <a:pt x="113" y="12"/>
                      </a:moveTo>
                      <a:cubicBezTo>
                        <a:pt x="161" y="32"/>
                        <a:pt x="160" y="60"/>
                        <a:pt x="160" y="60"/>
                      </a:cubicBezTo>
                      <a:cubicBezTo>
                        <a:pt x="160" y="60"/>
                        <a:pt x="151" y="164"/>
                        <a:pt x="154" y="234"/>
                      </a:cubicBezTo>
                      <a:cubicBezTo>
                        <a:pt x="155" y="263"/>
                        <a:pt x="0" y="265"/>
                        <a:pt x="23" y="188"/>
                      </a:cubicBezTo>
                      <a:cubicBezTo>
                        <a:pt x="50" y="96"/>
                        <a:pt x="40" y="22"/>
                        <a:pt x="53" y="11"/>
                      </a:cubicBezTo>
                      <a:cubicBezTo>
                        <a:pt x="65" y="0"/>
                        <a:pt x="101" y="7"/>
                        <a:pt x="113" y="12"/>
                      </a:cubicBezTo>
                      <a:close/>
                    </a:path>
                  </a:pathLst>
                </a:custGeom>
                <a:solidFill>
                  <a:srgbClr val="983BE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62" name="ïŝḷiḓè"/>
                <p:cNvSpPr/>
                <p:nvPr userDrawn="1"/>
              </p:nvSpPr>
              <p:spPr bwMode="auto">
                <a:xfrm>
                  <a:off x="4468990" y="1978725"/>
                  <a:ext cx="192331" cy="150746"/>
                </a:xfrm>
                <a:custGeom>
                  <a:avLst/>
                  <a:gdLst>
                    <a:gd name="T0" fmla="*/ 50 w 53"/>
                    <a:gd name="T1" fmla="*/ 27 h 42"/>
                    <a:gd name="T2" fmla="*/ 22 w 53"/>
                    <a:gd name="T3" fmla="*/ 39 h 42"/>
                    <a:gd name="T4" fmla="*/ 2 w 53"/>
                    <a:gd name="T5" fmla="*/ 15 h 42"/>
                    <a:gd name="T6" fmla="*/ 31 w 53"/>
                    <a:gd name="T7" fmla="*/ 3 h 42"/>
                    <a:gd name="T8" fmla="*/ 50 w 53"/>
                    <a:gd name="T9" fmla="*/ 27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3" h="42">
                      <a:moveTo>
                        <a:pt x="50" y="27"/>
                      </a:moveTo>
                      <a:cubicBezTo>
                        <a:pt x="48" y="37"/>
                        <a:pt x="35" y="42"/>
                        <a:pt x="22" y="39"/>
                      </a:cubicBezTo>
                      <a:cubicBezTo>
                        <a:pt x="9" y="35"/>
                        <a:pt x="0" y="25"/>
                        <a:pt x="2" y="15"/>
                      </a:cubicBezTo>
                      <a:cubicBezTo>
                        <a:pt x="5" y="5"/>
                        <a:pt x="18" y="0"/>
                        <a:pt x="31" y="3"/>
                      </a:cubicBezTo>
                      <a:cubicBezTo>
                        <a:pt x="44" y="7"/>
                        <a:pt x="53" y="18"/>
                        <a:pt x="50" y="27"/>
                      </a:cubicBezTo>
                      <a:close/>
                    </a:path>
                  </a:pathLst>
                </a:custGeom>
                <a:solidFill>
                  <a:srgbClr val="FFC2B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63" name="ïṧlîdè"/>
                <p:cNvSpPr/>
                <p:nvPr userDrawn="1"/>
              </p:nvSpPr>
              <p:spPr bwMode="auto">
                <a:xfrm>
                  <a:off x="4458593" y="1971795"/>
                  <a:ext cx="209658" cy="157677"/>
                </a:xfrm>
                <a:custGeom>
                  <a:avLst/>
                  <a:gdLst>
                    <a:gd name="T0" fmla="*/ 33 w 58"/>
                    <a:gd name="T1" fmla="*/ 44 h 44"/>
                    <a:gd name="T2" fmla="*/ 24 w 58"/>
                    <a:gd name="T3" fmla="*/ 43 h 44"/>
                    <a:gd name="T4" fmla="*/ 3 w 58"/>
                    <a:gd name="T5" fmla="*/ 16 h 44"/>
                    <a:gd name="T6" fmla="*/ 35 w 58"/>
                    <a:gd name="T7" fmla="*/ 3 h 44"/>
                    <a:gd name="T8" fmla="*/ 56 w 58"/>
                    <a:gd name="T9" fmla="*/ 30 h 44"/>
                    <a:gd name="T10" fmla="*/ 44 w 58"/>
                    <a:gd name="T11" fmla="*/ 42 h 44"/>
                    <a:gd name="T12" fmla="*/ 33 w 58"/>
                    <a:gd name="T13" fmla="*/ 44 h 44"/>
                    <a:gd name="T14" fmla="*/ 26 w 58"/>
                    <a:gd name="T15" fmla="*/ 7 h 44"/>
                    <a:gd name="T16" fmla="*/ 8 w 58"/>
                    <a:gd name="T17" fmla="*/ 18 h 44"/>
                    <a:gd name="T18" fmla="*/ 25 w 58"/>
                    <a:gd name="T19" fmla="*/ 39 h 44"/>
                    <a:gd name="T20" fmla="*/ 42 w 58"/>
                    <a:gd name="T21" fmla="*/ 38 h 44"/>
                    <a:gd name="T22" fmla="*/ 51 w 58"/>
                    <a:gd name="T23" fmla="*/ 29 h 44"/>
                    <a:gd name="T24" fmla="*/ 33 w 58"/>
                    <a:gd name="T25" fmla="*/ 8 h 44"/>
                    <a:gd name="T26" fmla="*/ 26 w 58"/>
                    <a:gd name="T27" fmla="*/ 7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58" h="44">
                      <a:moveTo>
                        <a:pt x="33" y="44"/>
                      </a:moveTo>
                      <a:cubicBezTo>
                        <a:pt x="30" y="44"/>
                        <a:pt x="27" y="44"/>
                        <a:pt x="24" y="43"/>
                      </a:cubicBezTo>
                      <a:cubicBezTo>
                        <a:pt x="10" y="39"/>
                        <a:pt x="0" y="27"/>
                        <a:pt x="3" y="16"/>
                      </a:cubicBezTo>
                      <a:cubicBezTo>
                        <a:pt x="6" y="5"/>
                        <a:pt x="20" y="0"/>
                        <a:pt x="35" y="3"/>
                      </a:cubicBezTo>
                      <a:cubicBezTo>
                        <a:pt x="49" y="7"/>
                        <a:pt x="58" y="19"/>
                        <a:pt x="56" y="30"/>
                      </a:cubicBezTo>
                      <a:cubicBezTo>
                        <a:pt x="54" y="35"/>
                        <a:pt x="50" y="40"/>
                        <a:pt x="44" y="42"/>
                      </a:cubicBezTo>
                      <a:cubicBezTo>
                        <a:pt x="41" y="43"/>
                        <a:pt x="37" y="44"/>
                        <a:pt x="33" y="44"/>
                      </a:cubicBezTo>
                      <a:close/>
                      <a:moveTo>
                        <a:pt x="26" y="7"/>
                      </a:moveTo>
                      <a:cubicBezTo>
                        <a:pt x="17" y="7"/>
                        <a:pt x="9" y="11"/>
                        <a:pt x="8" y="18"/>
                      </a:cubicBezTo>
                      <a:cubicBezTo>
                        <a:pt x="5" y="26"/>
                        <a:pt x="13" y="35"/>
                        <a:pt x="25" y="39"/>
                      </a:cubicBezTo>
                      <a:cubicBezTo>
                        <a:pt x="31" y="40"/>
                        <a:pt x="37" y="40"/>
                        <a:pt x="42" y="38"/>
                      </a:cubicBezTo>
                      <a:cubicBezTo>
                        <a:pt x="47" y="36"/>
                        <a:pt x="50" y="33"/>
                        <a:pt x="51" y="29"/>
                      </a:cubicBezTo>
                      <a:cubicBezTo>
                        <a:pt x="53" y="20"/>
                        <a:pt x="45" y="11"/>
                        <a:pt x="33" y="8"/>
                      </a:cubicBezTo>
                      <a:cubicBezTo>
                        <a:pt x="31" y="7"/>
                        <a:pt x="28" y="7"/>
                        <a:pt x="26" y="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64" name="ïślïḋé"/>
                <p:cNvSpPr/>
                <p:nvPr userDrawn="1"/>
              </p:nvSpPr>
              <p:spPr bwMode="auto">
                <a:xfrm>
                  <a:off x="4522703" y="1909417"/>
                  <a:ext cx="95299" cy="162874"/>
                </a:xfrm>
                <a:custGeom>
                  <a:avLst/>
                  <a:gdLst>
                    <a:gd name="T0" fmla="*/ 1 w 26"/>
                    <a:gd name="T1" fmla="*/ 19 h 45"/>
                    <a:gd name="T2" fmla="*/ 0 w 26"/>
                    <a:gd name="T3" fmla="*/ 36 h 45"/>
                    <a:gd name="T4" fmla="*/ 21 w 26"/>
                    <a:gd name="T5" fmla="*/ 41 h 45"/>
                    <a:gd name="T6" fmla="*/ 25 w 26"/>
                    <a:gd name="T7" fmla="*/ 16 h 45"/>
                    <a:gd name="T8" fmla="*/ 1 w 26"/>
                    <a:gd name="T9" fmla="*/ 19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" h="45">
                      <a:moveTo>
                        <a:pt x="1" y="19"/>
                      </a:moveTo>
                      <a:cubicBezTo>
                        <a:pt x="1" y="19"/>
                        <a:pt x="1" y="21"/>
                        <a:pt x="0" y="36"/>
                      </a:cubicBezTo>
                      <a:cubicBezTo>
                        <a:pt x="0" y="41"/>
                        <a:pt x="17" y="45"/>
                        <a:pt x="21" y="41"/>
                      </a:cubicBezTo>
                      <a:cubicBezTo>
                        <a:pt x="25" y="37"/>
                        <a:pt x="24" y="32"/>
                        <a:pt x="25" y="16"/>
                      </a:cubicBezTo>
                      <a:cubicBezTo>
                        <a:pt x="26" y="0"/>
                        <a:pt x="1" y="19"/>
                        <a:pt x="1" y="19"/>
                      </a:cubicBezTo>
                      <a:close/>
                    </a:path>
                  </a:pathLst>
                </a:custGeom>
                <a:solidFill>
                  <a:srgbClr val="FFC2B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65" name="ïS1îďè"/>
                <p:cNvSpPr/>
                <p:nvPr userDrawn="1"/>
              </p:nvSpPr>
              <p:spPr bwMode="auto">
                <a:xfrm>
                  <a:off x="4522703" y="1968329"/>
                  <a:ext cx="90101" cy="74507"/>
                </a:xfrm>
                <a:custGeom>
                  <a:avLst/>
                  <a:gdLst>
                    <a:gd name="T0" fmla="*/ 25 w 25"/>
                    <a:gd name="T1" fmla="*/ 0 h 21"/>
                    <a:gd name="T2" fmla="*/ 0 w 25"/>
                    <a:gd name="T3" fmla="*/ 21 h 21"/>
                    <a:gd name="T4" fmla="*/ 1 w 25"/>
                    <a:gd name="T5" fmla="*/ 7 h 21"/>
                    <a:gd name="T6" fmla="*/ 25 w 25"/>
                    <a:gd name="T7" fmla="*/ 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21">
                      <a:moveTo>
                        <a:pt x="25" y="0"/>
                      </a:moveTo>
                      <a:cubicBezTo>
                        <a:pt x="25" y="0"/>
                        <a:pt x="21" y="15"/>
                        <a:pt x="0" y="21"/>
                      </a:cubicBezTo>
                      <a:cubicBezTo>
                        <a:pt x="1" y="7"/>
                        <a:pt x="1" y="7"/>
                        <a:pt x="1" y="7"/>
                      </a:cubicBezTo>
                      <a:lnTo>
                        <a:pt x="25" y="0"/>
                      </a:lnTo>
                      <a:close/>
                    </a:path>
                  </a:pathLst>
                </a:custGeom>
                <a:solidFill>
                  <a:srgbClr val="EA9C9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66" name="ïṣḻíḋé"/>
                <p:cNvSpPr/>
                <p:nvPr userDrawn="1"/>
              </p:nvSpPr>
              <p:spPr bwMode="auto">
                <a:xfrm>
                  <a:off x="4382354" y="1715354"/>
                  <a:ext cx="296293" cy="296293"/>
                </a:xfrm>
                <a:custGeom>
                  <a:avLst/>
                  <a:gdLst>
                    <a:gd name="T0" fmla="*/ 77 w 82"/>
                    <a:gd name="T1" fmla="*/ 32 h 82"/>
                    <a:gd name="T2" fmla="*/ 50 w 82"/>
                    <a:gd name="T3" fmla="*/ 77 h 82"/>
                    <a:gd name="T4" fmla="*/ 5 w 82"/>
                    <a:gd name="T5" fmla="*/ 50 h 82"/>
                    <a:gd name="T6" fmla="*/ 32 w 82"/>
                    <a:gd name="T7" fmla="*/ 5 h 82"/>
                    <a:gd name="T8" fmla="*/ 77 w 82"/>
                    <a:gd name="T9" fmla="*/ 32 h 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82">
                      <a:moveTo>
                        <a:pt x="77" y="32"/>
                      </a:moveTo>
                      <a:cubicBezTo>
                        <a:pt x="82" y="51"/>
                        <a:pt x="70" y="72"/>
                        <a:pt x="50" y="77"/>
                      </a:cubicBezTo>
                      <a:cubicBezTo>
                        <a:pt x="30" y="82"/>
                        <a:pt x="10" y="70"/>
                        <a:pt x="5" y="50"/>
                      </a:cubicBezTo>
                      <a:cubicBezTo>
                        <a:pt x="0" y="30"/>
                        <a:pt x="12" y="10"/>
                        <a:pt x="32" y="5"/>
                      </a:cubicBezTo>
                      <a:cubicBezTo>
                        <a:pt x="51" y="0"/>
                        <a:pt x="71" y="12"/>
                        <a:pt x="77" y="32"/>
                      </a:cubicBezTo>
                      <a:close/>
                    </a:path>
                  </a:pathLst>
                </a:custGeom>
                <a:solidFill>
                  <a:srgbClr val="FFC2B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67" name="íṩḻïḓe"/>
                <p:cNvSpPr/>
                <p:nvPr userDrawn="1"/>
              </p:nvSpPr>
              <p:spPr bwMode="auto">
                <a:xfrm>
                  <a:off x="4385820" y="1834911"/>
                  <a:ext cx="173271" cy="64111"/>
                </a:xfrm>
                <a:custGeom>
                  <a:avLst/>
                  <a:gdLst>
                    <a:gd name="T0" fmla="*/ 48 w 48"/>
                    <a:gd name="T1" fmla="*/ 9 h 18"/>
                    <a:gd name="T2" fmla="*/ 14 w 48"/>
                    <a:gd name="T3" fmla="*/ 18 h 18"/>
                    <a:gd name="T4" fmla="*/ 3 w 48"/>
                    <a:gd name="T5" fmla="*/ 6 h 18"/>
                    <a:gd name="T6" fmla="*/ 45 w 48"/>
                    <a:gd name="T7" fmla="*/ 0 h 18"/>
                    <a:gd name="T8" fmla="*/ 48 w 48"/>
                    <a:gd name="T9" fmla="*/ 9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8" h="18">
                      <a:moveTo>
                        <a:pt x="48" y="9"/>
                      </a:moveTo>
                      <a:cubicBezTo>
                        <a:pt x="48" y="9"/>
                        <a:pt x="28" y="18"/>
                        <a:pt x="14" y="18"/>
                      </a:cubicBezTo>
                      <a:cubicBezTo>
                        <a:pt x="0" y="18"/>
                        <a:pt x="3" y="6"/>
                        <a:pt x="3" y="6"/>
                      </a:cubicBezTo>
                      <a:cubicBezTo>
                        <a:pt x="45" y="0"/>
                        <a:pt x="45" y="0"/>
                        <a:pt x="45" y="0"/>
                      </a:cubicBezTo>
                      <a:lnTo>
                        <a:pt x="48" y="9"/>
                      </a:lnTo>
                      <a:close/>
                    </a:path>
                  </a:pathLst>
                </a:custGeom>
                <a:solidFill>
                  <a:srgbClr val="EA9C9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68" name="îş1íḍe"/>
                <p:cNvSpPr/>
                <p:nvPr userDrawn="1"/>
              </p:nvSpPr>
              <p:spPr bwMode="auto">
                <a:xfrm>
                  <a:off x="4314778" y="1618323"/>
                  <a:ext cx="414117" cy="327482"/>
                </a:xfrm>
                <a:custGeom>
                  <a:avLst/>
                  <a:gdLst>
                    <a:gd name="T0" fmla="*/ 30 w 115"/>
                    <a:gd name="T1" fmla="*/ 72 h 91"/>
                    <a:gd name="T2" fmla="*/ 63 w 115"/>
                    <a:gd name="T3" fmla="*/ 67 h 91"/>
                    <a:gd name="T4" fmla="*/ 72 w 115"/>
                    <a:gd name="T5" fmla="*/ 73 h 91"/>
                    <a:gd name="T6" fmla="*/ 75 w 115"/>
                    <a:gd name="T7" fmla="*/ 75 h 91"/>
                    <a:gd name="T8" fmla="*/ 88 w 115"/>
                    <a:gd name="T9" fmla="*/ 64 h 91"/>
                    <a:gd name="T10" fmla="*/ 92 w 115"/>
                    <a:gd name="T11" fmla="*/ 74 h 91"/>
                    <a:gd name="T12" fmla="*/ 91 w 115"/>
                    <a:gd name="T13" fmla="*/ 90 h 91"/>
                    <a:gd name="T14" fmla="*/ 96 w 115"/>
                    <a:gd name="T15" fmla="*/ 38 h 91"/>
                    <a:gd name="T16" fmla="*/ 22 w 115"/>
                    <a:gd name="T17" fmla="*/ 28 h 91"/>
                    <a:gd name="T18" fmla="*/ 7 w 115"/>
                    <a:gd name="T19" fmla="*/ 29 h 91"/>
                    <a:gd name="T20" fmla="*/ 30 w 115"/>
                    <a:gd name="T21" fmla="*/ 72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15" h="91">
                      <a:moveTo>
                        <a:pt x="30" y="72"/>
                      </a:moveTo>
                      <a:cubicBezTo>
                        <a:pt x="30" y="72"/>
                        <a:pt x="47" y="64"/>
                        <a:pt x="63" y="67"/>
                      </a:cubicBezTo>
                      <a:cubicBezTo>
                        <a:pt x="67" y="68"/>
                        <a:pt x="70" y="70"/>
                        <a:pt x="72" y="73"/>
                      </a:cubicBezTo>
                      <a:cubicBezTo>
                        <a:pt x="73" y="74"/>
                        <a:pt x="74" y="75"/>
                        <a:pt x="75" y="75"/>
                      </a:cubicBezTo>
                      <a:cubicBezTo>
                        <a:pt x="78" y="75"/>
                        <a:pt x="82" y="64"/>
                        <a:pt x="88" y="64"/>
                      </a:cubicBezTo>
                      <a:cubicBezTo>
                        <a:pt x="93" y="63"/>
                        <a:pt x="97" y="67"/>
                        <a:pt x="92" y="74"/>
                      </a:cubicBezTo>
                      <a:cubicBezTo>
                        <a:pt x="88" y="81"/>
                        <a:pt x="89" y="89"/>
                        <a:pt x="91" y="90"/>
                      </a:cubicBezTo>
                      <a:cubicBezTo>
                        <a:pt x="93" y="91"/>
                        <a:pt x="115" y="75"/>
                        <a:pt x="96" y="38"/>
                      </a:cubicBezTo>
                      <a:cubicBezTo>
                        <a:pt x="77" y="0"/>
                        <a:pt x="29" y="20"/>
                        <a:pt x="22" y="28"/>
                      </a:cubicBezTo>
                      <a:cubicBezTo>
                        <a:pt x="22" y="28"/>
                        <a:pt x="14" y="35"/>
                        <a:pt x="7" y="29"/>
                      </a:cubicBezTo>
                      <a:cubicBezTo>
                        <a:pt x="7" y="29"/>
                        <a:pt x="0" y="82"/>
                        <a:pt x="30" y="72"/>
                      </a:cubicBezTo>
                      <a:close/>
                    </a:path>
                  </a:pathLst>
                </a:custGeom>
                <a:solidFill>
                  <a:srgbClr val="FF2C9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69" name="íşḷïďê"/>
                <p:cNvSpPr/>
                <p:nvPr userDrawn="1"/>
              </p:nvSpPr>
              <p:spPr bwMode="auto">
                <a:xfrm>
                  <a:off x="4448197" y="2373782"/>
                  <a:ext cx="337878" cy="417583"/>
                </a:xfrm>
                <a:custGeom>
                  <a:avLst/>
                  <a:gdLst>
                    <a:gd name="T0" fmla="*/ 61 w 94"/>
                    <a:gd name="T1" fmla="*/ 16 h 116"/>
                    <a:gd name="T2" fmla="*/ 61 w 94"/>
                    <a:gd name="T3" fmla="*/ 44 h 116"/>
                    <a:gd name="T4" fmla="*/ 57 w 94"/>
                    <a:gd name="T5" fmla="*/ 53 h 116"/>
                    <a:gd name="T6" fmla="*/ 0 w 94"/>
                    <a:gd name="T7" fmla="*/ 105 h 116"/>
                    <a:gd name="T8" fmla="*/ 6 w 94"/>
                    <a:gd name="T9" fmla="*/ 116 h 116"/>
                    <a:gd name="T10" fmla="*/ 82 w 94"/>
                    <a:gd name="T11" fmla="*/ 60 h 116"/>
                    <a:gd name="T12" fmla="*/ 89 w 94"/>
                    <a:gd name="T13" fmla="*/ 49 h 116"/>
                    <a:gd name="T14" fmla="*/ 94 w 94"/>
                    <a:gd name="T15" fmla="*/ 0 h 116"/>
                    <a:gd name="T16" fmla="*/ 61 w 94"/>
                    <a:gd name="T17" fmla="*/ 16 h 1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4" h="116">
                      <a:moveTo>
                        <a:pt x="61" y="16"/>
                      </a:moveTo>
                      <a:cubicBezTo>
                        <a:pt x="61" y="44"/>
                        <a:pt x="61" y="44"/>
                        <a:pt x="61" y="44"/>
                      </a:cubicBezTo>
                      <a:cubicBezTo>
                        <a:pt x="61" y="48"/>
                        <a:pt x="60" y="51"/>
                        <a:pt x="57" y="53"/>
                      </a:cubicBezTo>
                      <a:cubicBezTo>
                        <a:pt x="0" y="105"/>
                        <a:pt x="0" y="105"/>
                        <a:pt x="0" y="105"/>
                      </a:cubicBezTo>
                      <a:cubicBezTo>
                        <a:pt x="6" y="116"/>
                        <a:pt x="6" y="116"/>
                        <a:pt x="6" y="116"/>
                      </a:cubicBezTo>
                      <a:cubicBezTo>
                        <a:pt x="82" y="60"/>
                        <a:pt x="82" y="60"/>
                        <a:pt x="82" y="60"/>
                      </a:cubicBezTo>
                      <a:cubicBezTo>
                        <a:pt x="86" y="58"/>
                        <a:pt x="88" y="54"/>
                        <a:pt x="89" y="49"/>
                      </a:cubicBezTo>
                      <a:cubicBezTo>
                        <a:pt x="94" y="0"/>
                        <a:pt x="94" y="0"/>
                        <a:pt x="94" y="0"/>
                      </a:cubicBezTo>
                      <a:lnTo>
                        <a:pt x="61" y="16"/>
                      </a:lnTo>
                      <a:close/>
                    </a:path>
                  </a:pathLst>
                </a:custGeom>
                <a:solidFill>
                  <a:srgbClr val="FFC2B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70" name="ï$ḻïḑè"/>
                <p:cNvSpPr/>
                <p:nvPr userDrawn="1"/>
              </p:nvSpPr>
              <p:spPr bwMode="auto">
                <a:xfrm>
                  <a:off x="4605873" y="2108679"/>
                  <a:ext cx="230450" cy="381195"/>
                </a:xfrm>
                <a:custGeom>
                  <a:avLst/>
                  <a:gdLst>
                    <a:gd name="T0" fmla="*/ 40 w 64"/>
                    <a:gd name="T1" fmla="*/ 0 h 106"/>
                    <a:gd name="T2" fmla="*/ 64 w 64"/>
                    <a:gd name="T3" fmla="*/ 96 h 106"/>
                    <a:gd name="T4" fmla="*/ 17 w 64"/>
                    <a:gd name="T5" fmla="*/ 100 h 106"/>
                    <a:gd name="T6" fmla="*/ 40 w 64"/>
                    <a:gd name="T7" fmla="*/ 0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4" h="106">
                      <a:moveTo>
                        <a:pt x="40" y="0"/>
                      </a:moveTo>
                      <a:cubicBezTo>
                        <a:pt x="40" y="0"/>
                        <a:pt x="57" y="27"/>
                        <a:pt x="64" y="96"/>
                      </a:cubicBezTo>
                      <a:cubicBezTo>
                        <a:pt x="64" y="96"/>
                        <a:pt x="34" y="106"/>
                        <a:pt x="17" y="100"/>
                      </a:cubicBezTo>
                      <a:cubicBezTo>
                        <a:pt x="0" y="95"/>
                        <a:pt x="40" y="0"/>
                        <a:pt x="40" y="0"/>
                      </a:cubicBezTo>
                      <a:close/>
                    </a:path>
                  </a:pathLst>
                </a:custGeom>
                <a:solidFill>
                  <a:srgbClr val="983BE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71" name="iśḷíḋe"/>
                <p:cNvSpPr/>
                <p:nvPr userDrawn="1"/>
              </p:nvSpPr>
              <p:spPr bwMode="auto">
                <a:xfrm>
                  <a:off x="4628398" y="2229968"/>
                  <a:ext cx="27723" cy="230450"/>
                </a:xfrm>
                <a:custGeom>
                  <a:avLst/>
                  <a:gdLst>
                    <a:gd name="T0" fmla="*/ 8 w 8"/>
                    <a:gd name="T1" fmla="*/ 0 h 64"/>
                    <a:gd name="T2" fmla="*/ 1 w 8"/>
                    <a:gd name="T3" fmla="*/ 54 h 64"/>
                    <a:gd name="T4" fmla="*/ 8 w 8"/>
                    <a:gd name="T5" fmla="*/ 64 h 64"/>
                    <a:gd name="T6" fmla="*/ 8 w 8"/>
                    <a:gd name="T7" fmla="*/ 64 h 64"/>
                    <a:gd name="T8" fmla="*/ 8 w 8"/>
                    <a:gd name="T9" fmla="*/ 0 h 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" h="64">
                      <a:moveTo>
                        <a:pt x="8" y="0"/>
                      </a:moveTo>
                      <a:cubicBezTo>
                        <a:pt x="8" y="0"/>
                        <a:pt x="1" y="36"/>
                        <a:pt x="1" y="54"/>
                      </a:cubicBezTo>
                      <a:cubicBezTo>
                        <a:pt x="0" y="58"/>
                        <a:pt x="3" y="63"/>
                        <a:pt x="8" y="64"/>
                      </a:cubicBezTo>
                      <a:cubicBezTo>
                        <a:pt x="8" y="64"/>
                        <a:pt x="8" y="64"/>
                        <a:pt x="8" y="64"/>
                      </a:cubicBezTo>
                      <a:lnTo>
                        <a:pt x="8" y="0"/>
                      </a:lnTo>
                      <a:close/>
                    </a:path>
                  </a:pathLst>
                </a:custGeom>
                <a:solidFill>
                  <a:srgbClr val="6614C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73" name="íṣļîḋé"/>
                <p:cNvSpPr/>
                <p:nvPr userDrawn="1"/>
              </p:nvSpPr>
              <p:spPr bwMode="auto">
                <a:xfrm>
                  <a:off x="3983832" y="2701264"/>
                  <a:ext cx="618576" cy="363868"/>
                </a:xfrm>
                <a:custGeom>
                  <a:avLst/>
                  <a:gdLst>
                    <a:gd name="T0" fmla="*/ 172 w 172"/>
                    <a:gd name="T1" fmla="*/ 51 h 101"/>
                    <a:gd name="T2" fmla="*/ 159 w 172"/>
                    <a:gd name="T3" fmla="*/ 49 h 101"/>
                    <a:gd name="T4" fmla="*/ 77 w 172"/>
                    <a:gd name="T5" fmla="*/ 2 h 101"/>
                    <a:gd name="T6" fmla="*/ 66 w 172"/>
                    <a:gd name="T7" fmla="*/ 2 h 101"/>
                    <a:gd name="T8" fmla="*/ 8 w 172"/>
                    <a:gd name="T9" fmla="*/ 36 h 101"/>
                    <a:gd name="T10" fmla="*/ 0 w 172"/>
                    <a:gd name="T11" fmla="*/ 35 h 101"/>
                    <a:gd name="T12" fmla="*/ 0 w 172"/>
                    <a:gd name="T13" fmla="*/ 43 h 101"/>
                    <a:gd name="T14" fmla="*/ 0 w 172"/>
                    <a:gd name="T15" fmla="*/ 43 h 101"/>
                    <a:gd name="T16" fmla="*/ 2 w 172"/>
                    <a:gd name="T17" fmla="*/ 45 h 101"/>
                    <a:gd name="T18" fmla="*/ 96 w 172"/>
                    <a:gd name="T19" fmla="*/ 99 h 101"/>
                    <a:gd name="T20" fmla="*/ 106 w 172"/>
                    <a:gd name="T21" fmla="*/ 99 h 101"/>
                    <a:gd name="T22" fmla="*/ 169 w 172"/>
                    <a:gd name="T23" fmla="*/ 62 h 101"/>
                    <a:gd name="T24" fmla="*/ 172 w 172"/>
                    <a:gd name="T25" fmla="*/ 59 h 101"/>
                    <a:gd name="T26" fmla="*/ 172 w 172"/>
                    <a:gd name="T27" fmla="*/ 59 h 101"/>
                    <a:gd name="T28" fmla="*/ 172 w 172"/>
                    <a:gd name="T29" fmla="*/ 51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172" h="101">
                      <a:moveTo>
                        <a:pt x="172" y="51"/>
                      </a:moveTo>
                      <a:cubicBezTo>
                        <a:pt x="159" y="49"/>
                        <a:pt x="159" y="49"/>
                        <a:pt x="159" y="49"/>
                      </a:cubicBezTo>
                      <a:cubicBezTo>
                        <a:pt x="77" y="2"/>
                        <a:pt x="77" y="2"/>
                        <a:pt x="77" y="2"/>
                      </a:cubicBezTo>
                      <a:cubicBezTo>
                        <a:pt x="74" y="0"/>
                        <a:pt x="70" y="0"/>
                        <a:pt x="66" y="2"/>
                      </a:cubicBezTo>
                      <a:cubicBezTo>
                        <a:pt x="8" y="36"/>
                        <a:pt x="8" y="36"/>
                        <a:pt x="8" y="36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0" y="43"/>
                        <a:pt x="0" y="43"/>
                        <a:pt x="0" y="43"/>
                      </a:cubicBezTo>
                      <a:cubicBezTo>
                        <a:pt x="0" y="43"/>
                        <a:pt x="0" y="43"/>
                        <a:pt x="0" y="43"/>
                      </a:cubicBezTo>
                      <a:cubicBezTo>
                        <a:pt x="0" y="44"/>
                        <a:pt x="1" y="45"/>
                        <a:pt x="2" y="45"/>
                      </a:cubicBezTo>
                      <a:cubicBezTo>
                        <a:pt x="96" y="99"/>
                        <a:pt x="96" y="99"/>
                        <a:pt x="96" y="99"/>
                      </a:cubicBezTo>
                      <a:cubicBezTo>
                        <a:pt x="98" y="101"/>
                        <a:pt x="103" y="100"/>
                        <a:pt x="106" y="99"/>
                      </a:cubicBezTo>
                      <a:cubicBezTo>
                        <a:pt x="169" y="62"/>
                        <a:pt x="169" y="62"/>
                        <a:pt x="169" y="62"/>
                      </a:cubicBezTo>
                      <a:cubicBezTo>
                        <a:pt x="171" y="61"/>
                        <a:pt x="172" y="60"/>
                        <a:pt x="172" y="59"/>
                      </a:cubicBezTo>
                      <a:cubicBezTo>
                        <a:pt x="172" y="59"/>
                        <a:pt x="172" y="59"/>
                        <a:pt x="172" y="59"/>
                      </a:cubicBezTo>
                      <a:lnTo>
                        <a:pt x="172" y="51"/>
                      </a:lnTo>
                      <a:close/>
                    </a:path>
                  </a:pathLst>
                </a:custGeom>
                <a:solidFill>
                  <a:srgbClr val="173D7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74" name="ísļíḋe"/>
                <p:cNvSpPr/>
                <p:nvPr userDrawn="1"/>
              </p:nvSpPr>
              <p:spPr bwMode="auto">
                <a:xfrm>
                  <a:off x="3983832" y="2767107"/>
                  <a:ext cx="395057" cy="294560"/>
                </a:xfrm>
                <a:custGeom>
                  <a:avLst/>
                  <a:gdLst>
                    <a:gd name="T0" fmla="*/ 110 w 110"/>
                    <a:gd name="T1" fmla="*/ 3 h 82"/>
                    <a:gd name="T2" fmla="*/ 104 w 110"/>
                    <a:gd name="T3" fmla="*/ 0 h 82"/>
                    <a:gd name="T4" fmla="*/ 40 w 110"/>
                    <a:gd name="T5" fmla="*/ 0 h 82"/>
                    <a:gd name="T6" fmla="*/ 8 w 110"/>
                    <a:gd name="T7" fmla="*/ 18 h 82"/>
                    <a:gd name="T8" fmla="*/ 0 w 110"/>
                    <a:gd name="T9" fmla="*/ 17 h 82"/>
                    <a:gd name="T10" fmla="*/ 0 w 110"/>
                    <a:gd name="T11" fmla="*/ 25 h 82"/>
                    <a:gd name="T12" fmla="*/ 0 w 110"/>
                    <a:gd name="T13" fmla="*/ 25 h 82"/>
                    <a:gd name="T14" fmla="*/ 2 w 110"/>
                    <a:gd name="T15" fmla="*/ 27 h 82"/>
                    <a:gd name="T16" fmla="*/ 96 w 110"/>
                    <a:gd name="T17" fmla="*/ 81 h 82"/>
                    <a:gd name="T18" fmla="*/ 101 w 110"/>
                    <a:gd name="T19" fmla="*/ 82 h 82"/>
                    <a:gd name="T20" fmla="*/ 110 w 110"/>
                    <a:gd name="T21" fmla="*/ 3 h 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10" h="82">
                      <a:moveTo>
                        <a:pt x="110" y="3"/>
                      </a:moveTo>
                      <a:cubicBezTo>
                        <a:pt x="104" y="0"/>
                        <a:pt x="104" y="0"/>
                        <a:pt x="104" y="0"/>
                      </a:cubicBezTo>
                      <a:cubicBezTo>
                        <a:pt x="40" y="0"/>
                        <a:pt x="40" y="0"/>
                        <a:pt x="40" y="0"/>
                      </a:cubicBezTo>
                      <a:cubicBezTo>
                        <a:pt x="8" y="18"/>
                        <a:pt x="8" y="18"/>
                        <a:pt x="8" y="18"/>
                      </a:cubicBezTo>
                      <a:cubicBezTo>
                        <a:pt x="0" y="17"/>
                        <a:pt x="0" y="17"/>
                        <a:pt x="0" y="17"/>
                      </a:cubicBezTo>
                      <a:cubicBezTo>
                        <a:pt x="0" y="25"/>
                        <a:pt x="0" y="25"/>
                        <a:pt x="0" y="25"/>
                      </a:cubicBezTo>
                      <a:cubicBezTo>
                        <a:pt x="0" y="25"/>
                        <a:pt x="0" y="25"/>
                        <a:pt x="0" y="25"/>
                      </a:cubicBezTo>
                      <a:cubicBezTo>
                        <a:pt x="0" y="26"/>
                        <a:pt x="1" y="27"/>
                        <a:pt x="2" y="27"/>
                      </a:cubicBezTo>
                      <a:cubicBezTo>
                        <a:pt x="96" y="81"/>
                        <a:pt x="96" y="81"/>
                        <a:pt x="96" y="81"/>
                      </a:cubicBezTo>
                      <a:cubicBezTo>
                        <a:pt x="97" y="82"/>
                        <a:pt x="99" y="82"/>
                        <a:pt x="101" y="82"/>
                      </a:cubicBezTo>
                      <a:lnTo>
                        <a:pt x="110" y="3"/>
                      </a:lnTo>
                      <a:close/>
                    </a:path>
                  </a:pathLst>
                </a:custGeom>
                <a:solidFill>
                  <a:srgbClr val="396C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75" name="íṡḷïde"/>
                <p:cNvSpPr/>
                <p:nvPr userDrawn="1"/>
              </p:nvSpPr>
              <p:spPr bwMode="auto">
                <a:xfrm>
                  <a:off x="3983832" y="2827751"/>
                  <a:ext cx="13862" cy="39853"/>
                </a:xfrm>
                <a:custGeom>
                  <a:avLst/>
                  <a:gdLst>
                    <a:gd name="T0" fmla="*/ 4 w 4"/>
                    <a:gd name="T1" fmla="*/ 0 h 11"/>
                    <a:gd name="T2" fmla="*/ 0 w 4"/>
                    <a:gd name="T3" fmla="*/ 0 h 11"/>
                    <a:gd name="T4" fmla="*/ 0 w 4"/>
                    <a:gd name="T5" fmla="*/ 8 h 11"/>
                    <a:gd name="T6" fmla="*/ 0 w 4"/>
                    <a:gd name="T7" fmla="*/ 8 h 11"/>
                    <a:gd name="T8" fmla="*/ 2 w 4"/>
                    <a:gd name="T9" fmla="*/ 10 h 11"/>
                    <a:gd name="T10" fmla="*/ 4 w 4"/>
                    <a:gd name="T11" fmla="*/ 11 h 11"/>
                    <a:gd name="T12" fmla="*/ 4 w 4"/>
                    <a:gd name="T13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" h="11">
                      <a:moveTo>
                        <a:pt x="4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9"/>
                        <a:pt x="1" y="10"/>
                        <a:pt x="2" y="10"/>
                      </a:cubicBezTo>
                      <a:cubicBezTo>
                        <a:pt x="4" y="11"/>
                        <a:pt x="4" y="11"/>
                        <a:pt x="4" y="11"/>
                      </a:cubicBez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5793C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76" name="îsḷïḍê"/>
                <p:cNvSpPr/>
                <p:nvPr userDrawn="1"/>
              </p:nvSpPr>
              <p:spPr bwMode="auto">
                <a:xfrm>
                  <a:off x="4328640" y="3011418"/>
                  <a:ext cx="32922" cy="50249"/>
                </a:xfrm>
                <a:custGeom>
                  <a:avLst/>
                  <a:gdLst>
                    <a:gd name="T0" fmla="*/ 0 w 9"/>
                    <a:gd name="T1" fmla="*/ 14 h 14"/>
                    <a:gd name="T2" fmla="*/ 9 w 9"/>
                    <a:gd name="T3" fmla="*/ 13 h 14"/>
                    <a:gd name="T4" fmla="*/ 9 w 9"/>
                    <a:gd name="T5" fmla="*/ 0 h 14"/>
                    <a:gd name="T6" fmla="*/ 0 w 9"/>
                    <a:gd name="T7" fmla="*/ 0 h 14"/>
                    <a:gd name="T8" fmla="*/ 0 w 9"/>
                    <a:gd name="T9" fmla="*/ 14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" h="14">
                      <a:moveTo>
                        <a:pt x="0" y="14"/>
                      </a:moveTo>
                      <a:cubicBezTo>
                        <a:pt x="3" y="14"/>
                        <a:pt x="7" y="14"/>
                        <a:pt x="9" y="13"/>
                      </a:cubicBezTo>
                      <a:cubicBezTo>
                        <a:pt x="9" y="0"/>
                        <a:pt x="9" y="0"/>
                        <a:pt x="9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0" y="14"/>
                      </a:lnTo>
                      <a:close/>
                    </a:path>
                  </a:pathLst>
                </a:custGeom>
                <a:solidFill>
                  <a:srgbClr val="274F8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77" name="îṡḷîḑè"/>
                <p:cNvSpPr/>
                <p:nvPr userDrawn="1"/>
              </p:nvSpPr>
              <p:spPr bwMode="auto">
                <a:xfrm>
                  <a:off x="3983832" y="2677006"/>
                  <a:ext cx="622042" cy="360403"/>
                </a:xfrm>
                <a:custGeom>
                  <a:avLst/>
                  <a:gdLst>
                    <a:gd name="T0" fmla="*/ 96 w 173"/>
                    <a:gd name="T1" fmla="*/ 98 h 100"/>
                    <a:gd name="T2" fmla="*/ 2 w 173"/>
                    <a:gd name="T3" fmla="*/ 45 h 100"/>
                    <a:gd name="T4" fmla="*/ 3 w 173"/>
                    <a:gd name="T5" fmla="*/ 39 h 100"/>
                    <a:gd name="T6" fmla="*/ 66 w 173"/>
                    <a:gd name="T7" fmla="*/ 2 h 100"/>
                    <a:gd name="T8" fmla="*/ 77 w 173"/>
                    <a:gd name="T9" fmla="*/ 2 h 100"/>
                    <a:gd name="T10" fmla="*/ 170 w 173"/>
                    <a:gd name="T11" fmla="*/ 55 h 100"/>
                    <a:gd name="T12" fmla="*/ 169 w 173"/>
                    <a:gd name="T13" fmla="*/ 61 h 100"/>
                    <a:gd name="T14" fmla="*/ 106 w 173"/>
                    <a:gd name="T15" fmla="*/ 98 h 100"/>
                    <a:gd name="T16" fmla="*/ 96 w 173"/>
                    <a:gd name="T17" fmla="*/ 98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73" h="100">
                      <a:moveTo>
                        <a:pt x="96" y="98"/>
                      </a:moveTo>
                      <a:cubicBezTo>
                        <a:pt x="2" y="45"/>
                        <a:pt x="2" y="45"/>
                        <a:pt x="2" y="45"/>
                      </a:cubicBezTo>
                      <a:cubicBezTo>
                        <a:pt x="0" y="43"/>
                        <a:pt x="0" y="40"/>
                        <a:pt x="3" y="39"/>
                      </a:cubicBezTo>
                      <a:cubicBezTo>
                        <a:pt x="66" y="2"/>
                        <a:pt x="66" y="2"/>
                        <a:pt x="66" y="2"/>
                      </a:cubicBezTo>
                      <a:cubicBezTo>
                        <a:pt x="70" y="0"/>
                        <a:pt x="74" y="0"/>
                        <a:pt x="77" y="2"/>
                      </a:cubicBezTo>
                      <a:cubicBezTo>
                        <a:pt x="170" y="55"/>
                        <a:pt x="170" y="55"/>
                        <a:pt x="170" y="55"/>
                      </a:cubicBezTo>
                      <a:cubicBezTo>
                        <a:pt x="173" y="57"/>
                        <a:pt x="172" y="60"/>
                        <a:pt x="169" y="61"/>
                      </a:cubicBezTo>
                      <a:cubicBezTo>
                        <a:pt x="106" y="98"/>
                        <a:pt x="106" y="98"/>
                        <a:pt x="106" y="98"/>
                      </a:cubicBezTo>
                      <a:cubicBezTo>
                        <a:pt x="103" y="100"/>
                        <a:pt x="98" y="100"/>
                        <a:pt x="96" y="9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80" name="iṩḷiďê"/>
                <p:cNvSpPr/>
                <p:nvPr userDrawn="1"/>
              </p:nvSpPr>
              <p:spPr bwMode="auto">
                <a:xfrm>
                  <a:off x="4034080" y="2748047"/>
                  <a:ext cx="450503" cy="259906"/>
                </a:xfrm>
                <a:custGeom>
                  <a:avLst/>
                  <a:gdLst>
                    <a:gd name="T0" fmla="*/ 80 w 125"/>
                    <a:gd name="T1" fmla="*/ 70 h 72"/>
                    <a:gd name="T2" fmla="*/ 2 w 125"/>
                    <a:gd name="T3" fmla="*/ 25 h 72"/>
                    <a:gd name="T4" fmla="*/ 3 w 125"/>
                    <a:gd name="T5" fmla="*/ 21 h 72"/>
                    <a:gd name="T6" fmla="*/ 37 w 125"/>
                    <a:gd name="T7" fmla="*/ 1 h 72"/>
                    <a:gd name="T8" fmla="*/ 46 w 125"/>
                    <a:gd name="T9" fmla="*/ 1 h 72"/>
                    <a:gd name="T10" fmla="*/ 123 w 125"/>
                    <a:gd name="T11" fmla="*/ 46 h 72"/>
                    <a:gd name="T12" fmla="*/ 123 w 125"/>
                    <a:gd name="T13" fmla="*/ 51 h 72"/>
                    <a:gd name="T14" fmla="*/ 88 w 125"/>
                    <a:gd name="T15" fmla="*/ 70 h 72"/>
                    <a:gd name="T16" fmla="*/ 80 w 125"/>
                    <a:gd name="T17" fmla="*/ 70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25" h="72">
                      <a:moveTo>
                        <a:pt x="80" y="70"/>
                      </a:moveTo>
                      <a:cubicBezTo>
                        <a:pt x="2" y="25"/>
                        <a:pt x="2" y="25"/>
                        <a:pt x="2" y="25"/>
                      </a:cubicBezTo>
                      <a:cubicBezTo>
                        <a:pt x="0" y="24"/>
                        <a:pt x="0" y="22"/>
                        <a:pt x="3" y="21"/>
                      </a:cubicBezTo>
                      <a:cubicBezTo>
                        <a:pt x="37" y="1"/>
                        <a:pt x="37" y="1"/>
                        <a:pt x="37" y="1"/>
                      </a:cubicBezTo>
                      <a:cubicBezTo>
                        <a:pt x="40" y="0"/>
                        <a:pt x="43" y="0"/>
                        <a:pt x="46" y="1"/>
                      </a:cubicBezTo>
                      <a:cubicBezTo>
                        <a:pt x="123" y="46"/>
                        <a:pt x="123" y="46"/>
                        <a:pt x="123" y="46"/>
                      </a:cubicBezTo>
                      <a:cubicBezTo>
                        <a:pt x="125" y="47"/>
                        <a:pt x="125" y="49"/>
                        <a:pt x="123" y="51"/>
                      </a:cubicBezTo>
                      <a:cubicBezTo>
                        <a:pt x="88" y="70"/>
                        <a:pt x="88" y="70"/>
                        <a:pt x="88" y="70"/>
                      </a:cubicBezTo>
                      <a:cubicBezTo>
                        <a:pt x="86" y="71"/>
                        <a:pt x="82" y="72"/>
                        <a:pt x="80" y="70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81" name="îṧļiḍé"/>
                <p:cNvSpPr/>
                <p:nvPr userDrawn="1"/>
              </p:nvSpPr>
              <p:spPr bwMode="auto">
                <a:xfrm>
                  <a:off x="4228143" y="2651015"/>
                  <a:ext cx="83170" cy="155943"/>
                </a:xfrm>
                <a:custGeom>
                  <a:avLst/>
                  <a:gdLst>
                    <a:gd name="T0" fmla="*/ 2 w 23"/>
                    <a:gd name="T1" fmla="*/ 7 h 43"/>
                    <a:gd name="T2" fmla="*/ 1 w 23"/>
                    <a:gd name="T3" fmla="*/ 14 h 43"/>
                    <a:gd name="T4" fmla="*/ 2 w 23"/>
                    <a:gd name="T5" fmla="*/ 30 h 43"/>
                    <a:gd name="T6" fmla="*/ 3 w 23"/>
                    <a:gd name="T7" fmla="*/ 36 h 43"/>
                    <a:gd name="T8" fmla="*/ 9 w 23"/>
                    <a:gd name="T9" fmla="*/ 42 h 43"/>
                    <a:gd name="T10" fmla="*/ 9 w 23"/>
                    <a:gd name="T11" fmla="*/ 42 h 43"/>
                    <a:gd name="T12" fmla="*/ 14 w 23"/>
                    <a:gd name="T13" fmla="*/ 38 h 43"/>
                    <a:gd name="T14" fmla="*/ 16 w 23"/>
                    <a:gd name="T15" fmla="*/ 24 h 43"/>
                    <a:gd name="T16" fmla="*/ 21 w 23"/>
                    <a:gd name="T17" fmla="*/ 29 h 43"/>
                    <a:gd name="T18" fmla="*/ 15 w 23"/>
                    <a:gd name="T19" fmla="*/ 8 h 43"/>
                    <a:gd name="T20" fmla="*/ 2 w 23"/>
                    <a:gd name="T21" fmla="*/ 7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3" h="43">
                      <a:moveTo>
                        <a:pt x="2" y="7"/>
                      </a:moveTo>
                      <a:cubicBezTo>
                        <a:pt x="1" y="14"/>
                        <a:pt x="1" y="14"/>
                        <a:pt x="1" y="14"/>
                      </a:cubicBezTo>
                      <a:cubicBezTo>
                        <a:pt x="0" y="19"/>
                        <a:pt x="0" y="25"/>
                        <a:pt x="2" y="30"/>
                      </a:cubicBezTo>
                      <a:cubicBezTo>
                        <a:pt x="3" y="36"/>
                        <a:pt x="3" y="36"/>
                        <a:pt x="3" y="36"/>
                      </a:cubicBezTo>
                      <a:cubicBezTo>
                        <a:pt x="3" y="39"/>
                        <a:pt x="6" y="41"/>
                        <a:pt x="9" y="42"/>
                      </a:cubicBezTo>
                      <a:cubicBezTo>
                        <a:pt x="9" y="42"/>
                        <a:pt x="9" y="42"/>
                        <a:pt x="9" y="42"/>
                      </a:cubicBezTo>
                      <a:cubicBezTo>
                        <a:pt x="12" y="43"/>
                        <a:pt x="14" y="41"/>
                        <a:pt x="14" y="38"/>
                      </a:cubicBezTo>
                      <a:cubicBezTo>
                        <a:pt x="16" y="24"/>
                        <a:pt x="16" y="24"/>
                        <a:pt x="16" y="24"/>
                      </a:cubicBezTo>
                      <a:cubicBezTo>
                        <a:pt x="16" y="24"/>
                        <a:pt x="19" y="29"/>
                        <a:pt x="21" y="29"/>
                      </a:cubicBezTo>
                      <a:cubicBezTo>
                        <a:pt x="23" y="29"/>
                        <a:pt x="19" y="15"/>
                        <a:pt x="15" y="8"/>
                      </a:cubicBezTo>
                      <a:cubicBezTo>
                        <a:pt x="11" y="0"/>
                        <a:pt x="2" y="7"/>
                        <a:pt x="2" y="7"/>
                      </a:cubicBezTo>
                      <a:close/>
                    </a:path>
                  </a:pathLst>
                </a:custGeom>
                <a:solidFill>
                  <a:srgbClr val="FFC2B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82" name="iṣ1îḑè"/>
                <p:cNvSpPr/>
                <p:nvPr userDrawn="1"/>
              </p:nvSpPr>
              <p:spPr bwMode="auto">
                <a:xfrm>
                  <a:off x="4214281" y="2236899"/>
                  <a:ext cx="136884" cy="443573"/>
                </a:xfrm>
                <a:custGeom>
                  <a:avLst/>
                  <a:gdLst>
                    <a:gd name="T0" fmla="*/ 38 w 38"/>
                    <a:gd name="T1" fmla="*/ 20 h 123"/>
                    <a:gd name="T2" fmla="*/ 28 w 38"/>
                    <a:gd name="T3" fmla="*/ 40 h 123"/>
                    <a:gd name="T4" fmla="*/ 24 w 38"/>
                    <a:gd name="T5" fmla="*/ 55 h 123"/>
                    <a:gd name="T6" fmla="*/ 19 w 38"/>
                    <a:gd name="T7" fmla="*/ 123 h 123"/>
                    <a:gd name="T8" fmla="*/ 6 w 38"/>
                    <a:gd name="T9" fmla="*/ 122 h 123"/>
                    <a:gd name="T10" fmla="*/ 0 w 38"/>
                    <a:gd name="T11" fmla="*/ 46 h 123"/>
                    <a:gd name="T12" fmla="*/ 0 w 38"/>
                    <a:gd name="T13" fmla="*/ 39 h 123"/>
                    <a:gd name="T14" fmla="*/ 7 w 38"/>
                    <a:gd name="T15" fmla="*/ 0 h 123"/>
                    <a:gd name="T16" fmla="*/ 38 w 38"/>
                    <a:gd name="T17" fmla="*/ 20 h 1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8" h="123">
                      <a:moveTo>
                        <a:pt x="38" y="20"/>
                      </a:moveTo>
                      <a:cubicBezTo>
                        <a:pt x="28" y="40"/>
                        <a:pt x="28" y="40"/>
                        <a:pt x="28" y="40"/>
                      </a:cubicBezTo>
                      <a:cubicBezTo>
                        <a:pt x="25" y="44"/>
                        <a:pt x="24" y="50"/>
                        <a:pt x="24" y="55"/>
                      </a:cubicBezTo>
                      <a:cubicBezTo>
                        <a:pt x="19" y="123"/>
                        <a:pt x="19" y="123"/>
                        <a:pt x="19" y="123"/>
                      </a:cubicBezTo>
                      <a:cubicBezTo>
                        <a:pt x="6" y="122"/>
                        <a:pt x="6" y="122"/>
                        <a:pt x="6" y="122"/>
                      </a:cubicBezTo>
                      <a:cubicBezTo>
                        <a:pt x="0" y="46"/>
                        <a:pt x="0" y="46"/>
                        <a:pt x="0" y="46"/>
                      </a:cubicBezTo>
                      <a:cubicBezTo>
                        <a:pt x="0" y="44"/>
                        <a:pt x="0" y="41"/>
                        <a:pt x="0" y="39"/>
                      </a:cubicBezTo>
                      <a:cubicBezTo>
                        <a:pt x="7" y="0"/>
                        <a:pt x="7" y="0"/>
                        <a:pt x="7" y="0"/>
                      </a:cubicBezTo>
                      <a:lnTo>
                        <a:pt x="38" y="20"/>
                      </a:lnTo>
                      <a:close/>
                    </a:path>
                  </a:pathLst>
                </a:custGeom>
                <a:solidFill>
                  <a:srgbClr val="FFC2B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83" name="ïślïḑe"/>
                <p:cNvSpPr/>
                <p:nvPr userDrawn="1"/>
              </p:nvSpPr>
              <p:spPr bwMode="auto">
                <a:xfrm>
                  <a:off x="3957841" y="2533191"/>
                  <a:ext cx="381195" cy="518079"/>
                </a:xfrm>
                <a:custGeom>
                  <a:avLst/>
                  <a:gdLst>
                    <a:gd name="T0" fmla="*/ 99 w 106"/>
                    <a:gd name="T1" fmla="*/ 144 h 144"/>
                    <a:gd name="T2" fmla="*/ 92 w 106"/>
                    <a:gd name="T3" fmla="*/ 133 h 144"/>
                    <a:gd name="T4" fmla="*/ 9 w 106"/>
                    <a:gd name="T5" fmla="*/ 86 h 144"/>
                    <a:gd name="T6" fmla="*/ 4 w 106"/>
                    <a:gd name="T7" fmla="*/ 77 h 144"/>
                    <a:gd name="T8" fmla="*/ 5 w 106"/>
                    <a:gd name="T9" fmla="*/ 9 h 144"/>
                    <a:gd name="T10" fmla="*/ 0 w 106"/>
                    <a:gd name="T11" fmla="*/ 3 h 144"/>
                    <a:gd name="T12" fmla="*/ 4 w 106"/>
                    <a:gd name="T13" fmla="*/ 1 h 144"/>
                    <a:gd name="T14" fmla="*/ 4 w 106"/>
                    <a:gd name="T15" fmla="*/ 1 h 144"/>
                    <a:gd name="T16" fmla="*/ 8 w 106"/>
                    <a:gd name="T17" fmla="*/ 1 h 144"/>
                    <a:gd name="T18" fmla="*/ 101 w 106"/>
                    <a:gd name="T19" fmla="*/ 55 h 144"/>
                    <a:gd name="T20" fmla="*/ 106 w 106"/>
                    <a:gd name="T21" fmla="*/ 64 h 144"/>
                    <a:gd name="T22" fmla="*/ 105 w 106"/>
                    <a:gd name="T23" fmla="*/ 137 h 144"/>
                    <a:gd name="T24" fmla="*/ 104 w 106"/>
                    <a:gd name="T25" fmla="*/ 141 h 144"/>
                    <a:gd name="T26" fmla="*/ 104 w 106"/>
                    <a:gd name="T27" fmla="*/ 141 h 144"/>
                    <a:gd name="T28" fmla="*/ 99 w 106"/>
                    <a:gd name="T29" fmla="*/ 144 h 1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106" h="144">
                      <a:moveTo>
                        <a:pt x="99" y="144"/>
                      </a:moveTo>
                      <a:cubicBezTo>
                        <a:pt x="92" y="133"/>
                        <a:pt x="92" y="133"/>
                        <a:pt x="92" y="133"/>
                      </a:cubicBezTo>
                      <a:cubicBezTo>
                        <a:pt x="9" y="86"/>
                        <a:pt x="9" y="86"/>
                        <a:pt x="9" y="86"/>
                      </a:cubicBezTo>
                      <a:cubicBezTo>
                        <a:pt x="7" y="84"/>
                        <a:pt x="4" y="80"/>
                        <a:pt x="4" y="77"/>
                      </a:cubicBezTo>
                      <a:cubicBezTo>
                        <a:pt x="5" y="9"/>
                        <a:pt x="5" y="9"/>
                        <a:pt x="5" y="9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4" y="1"/>
                        <a:pt x="4" y="1"/>
                        <a:pt x="4" y="1"/>
                      </a:cubicBezTo>
                      <a:cubicBezTo>
                        <a:pt x="4" y="1"/>
                        <a:pt x="4" y="1"/>
                        <a:pt x="4" y="1"/>
                      </a:cubicBezTo>
                      <a:cubicBezTo>
                        <a:pt x="5" y="0"/>
                        <a:pt x="6" y="0"/>
                        <a:pt x="8" y="1"/>
                      </a:cubicBezTo>
                      <a:cubicBezTo>
                        <a:pt x="101" y="55"/>
                        <a:pt x="101" y="55"/>
                        <a:pt x="101" y="55"/>
                      </a:cubicBezTo>
                      <a:cubicBezTo>
                        <a:pt x="103" y="56"/>
                        <a:pt x="106" y="60"/>
                        <a:pt x="106" y="64"/>
                      </a:cubicBezTo>
                      <a:cubicBezTo>
                        <a:pt x="105" y="137"/>
                        <a:pt x="105" y="137"/>
                        <a:pt x="105" y="137"/>
                      </a:cubicBezTo>
                      <a:cubicBezTo>
                        <a:pt x="105" y="139"/>
                        <a:pt x="105" y="141"/>
                        <a:pt x="104" y="141"/>
                      </a:cubicBezTo>
                      <a:cubicBezTo>
                        <a:pt x="104" y="141"/>
                        <a:pt x="104" y="141"/>
                        <a:pt x="104" y="141"/>
                      </a:cubicBezTo>
                      <a:lnTo>
                        <a:pt x="99" y="144"/>
                      </a:lnTo>
                      <a:close/>
                    </a:path>
                  </a:pathLst>
                </a:custGeom>
                <a:solidFill>
                  <a:srgbClr val="173D7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84" name="íṥlîďê"/>
                <p:cNvSpPr/>
                <p:nvPr userDrawn="1"/>
              </p:nvSpPr>
              <p:spPr bwMode="auto">
                <a:xfrm>
                  <a:off x="3957841" y="2533191"/>
                  <a:ext cx="374264" cy="377730"/>
                </a:xfrm>
                <a:custGeom>
                  <a:avLst/>
                  <a:gdLst>
                    <a:gd name="T0" fmla="*/ 42 w 104"/>
                    <a:gd name="T1" fmla="*/ 105 h 105"/>
                    <a:gd name="T2" fmla="*/ 37 w 104"/>
                    <a:gd name="T3" fmla="*/ 102 h 105"/>
                    <a:gd name="T4" fmla="*/ 5 w 104"/>
                    <a:gd name="T5" fmla="*/ 46 h 105"/>
                    <a:gd name="T6" fmla="*/ 5 w 104"/>
                    <a:gd name="T7" fmla="*/ 9 h 105"/>
                    <a:gd name="T8" fmla="*/ 0 w 104"/>
                    <a:gd name="T9" fmla="*/ 3 h 105"/>
                    <a:gd name="T10" fmla="*/ 4 w 104"/>
                    <a:gd name="T11" fmla="*/ 1 h 105"/>
                    <a:gd name="T12" fmla="*/ 4 w 104"/>
                    <a:gd name="T13" fmla="*/ 1 h 105"/>
                    <a:gd name="T14" fmla="*/ 8 w 104"/>
                    <a:gd name="T15" fmla="*/ 1 h 105"/>
                    <a:gd name="T16" fmla="*/ 101 w 104"/>
                    <a:gd name="T17" fmla="*/ 55 h 105"/>
                    <a:gd name="T18" fmla="*/ 104 w 104"/>
                    <a:gd name="T19" fmla="*/ 59 h 105"/>
                    <a:gd name="T20" fmla="*/ 42 w 104"/>
                    <a:gd name="T21" fmla="*/ 105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04" h="105">
                      <a:moveTo>
                        <a:pt x="42" y="105"/>
                      </a:moveTo>
                      <a:cubicBezTo>
                        <a:pt x="37" y="102"/>
                        <a:pt x="37" y="102"/>
                        <a:pt x="37" y="102"/>
                      </a:cubicBezTo>
                      <a:cubicBezTo>
                        <a:pt x="5" y="46"/>
                        <a:pt x="5" y="46"/>
                        <a:pt x="5" y="46"/>
                      </a:cubicBezTo>
                      <a:cubicBezTo>
                        <a:pt x="5" y="9"/>
                        <a:pt x="5" y="9"/>
                        <a:pt x="5" y="9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4" y="1"/>
                        <a:pt x="4" y="1"/>
                        <a:pt x="4" y="1"/>
                      </a:cubicBezTo>
                      <a:cubicBezTo>
                        <a:pt x="4" y="1"/>
                        <a:pt x="4" y="1"/>
                        <a:pt x="4" y="1"/>
                      </a:cubicBezTo>
                      <a:cubicBezTo>
                        <a:pt x="5" y="0"/>
                        <a:pt x="6" y="0"/>
                        <a:pt x="8" y="1"/>
                      </a:cubicBezTo>
                      <a:cubicBezTo>
                        <a:pt x="101" y="55"/>
                        <a:pt x="101" y="55"/>
                        <a:pt x="101" y="55"/>
                      </a:cubicBezTo>
                      <a:cubicBezTo>
                        <a:pt x="102" y="56"/>
                        <a:pt x="103" y="57"/>
                        <a:pt x="104" y="59"/>
                      </a:cubicBezTo>
                      <a:lnTo>
                        <a:pt x="42" y="105"/>
                      </a:lnTo>
                      <a:close/>
                    </a:path>
                  </a:pathLst>
                </a:custGeom>
                <a:solidFill>
                  <a:srgbClr val="396C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85" name="ïšľídê"/>
                <p:cNvSpPr/>
                <p:nvPr userDrawn="1"/>
              </p:nvSpPr>
              <p:spPr bwMode="auto">
                <a:xfrm>
                  <a:off x="3957841" y="2533191"/>
                  <a:ext cx="32922" cy="20792"/>
                </a:xfrm>
                <a:custGeom>
                  <a:avLst/>
                  <a:gdLst>
                    <a:gd name="T0" fmla="*/ 2 w 9"/>
                    <a:gd name="T1" fmla="*/ 6 h 6"/>
                    <a:gd name="T2" fmla="*/ 0 w 9"/>
                    <a:gd name="T3" fmla="*/ 3 h 6"/>
                    <a:gd name="T4" fmla="*/ 4 w 9"/>
                    <a:gd name="T5" fmla="*/ 1 h 6"/>
                    <a:gd name="T6" fmla="*/ 4 w 9"/>
                    <a:gd name="T7" fmla="*/ 1 h 6"/>
                    <a:gd name="T8" fmla="*/ 8 w 9"/>
                    <a:gd name="T9" fmla="*/ 1 h 6"/>
                    <a:gd name="T10" fmla="*/ 9 w 9"/>
                    <a:gd name="T11" fmla="*/ 2 h 6"/>
                    <a:gd name="T12" fmla="*/ 2 w 9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9" h="6">
                      <a:moveTo>
                        <a:pt x="2" y="6"/>
                      </a:move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4" y="1"/>
                        <a:pt x="4" y="1"/>
                        <a:pt x="4" y="1"/>
                      </a:cubicBezTo>
                      <a:cubicBezTo>
                        <a:pt x="4" y="1"/>
                        <a:pt x="4" y="1"/>
                        <a:pt x="4" y="1"/>
                      </a:cubicBezTo>
                      <a:cubicBezTo>
                        <a:pt x="5" y="0"/>
                        <a:pt x="6" y="0"/>
                        <a:pt x="8" y="1"/>
                      </a:cubicBezTo>
                      <a:cubicBezTo>
                        <a:pt x="9" y="2"/>
                        <a:pt x="9" y="2"/>
                        <a:pt x="9" y="2"/>
                      </a:cubicBezTo>
                      <a:lnTo>
                        <a:pt x="2" y="6"/>
                      </a:lnTo>
                      <a:close/>
                    </a:path>
                  </a:pathLst>
                </a:custGeom>
                <a:solidFill>
                  <a:srgbClr val="5793C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86" name="îṩľïḋè"/>
                <p:cNvSpPr/>
                <p:nvPr userDrawn="1"/>
              </p:nvSpPr>
              <p:spPr bwMode="auto">
                <a:xfrm>
                  <a:off x="4288788" y="2730720"/>
                  <a:ext cx="46784" cy="46784"/>
                </a:xfrm>
                <a:custGeom>
                  <a:avLst/>
                  <a:gdLst>
                    <a:gd name="T0" fmla="*/ 10 w 13"/>
                    <a:gd name="T1" fmla="*/ 0 h 13"/>
                    <a:gd name="T2" fmla="*/ 13 w 13"/>
                    <a:gd name="T3" fmla="*/ 8 h 13"/>
                    <a:gd name="T4" fmla="*/ 4 w 13"/>
                    <a:gd name="T5" fmla="*/ 13 h 13"/>
                    <a:gd name="T6" fmla="*/ 0 w 13"/>
                    <a:gd name="T7" fmla="*/ 6 h 13"/>
                    <a:gd name="T8" fmla="*/ 10 w 13"/>
                    <a:gd name="T9" fmla="*/ 0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3">
                      <a:moveTo>
                        <a:pt x="10" y="0"/>
                      </a:moveTo>
                      <a:cubicBezTo>
                        <a:pt x="12" y="2"/>
                        <a:pt x="13" y="5"/>
                        <a:pt x="13" y="8"/>
                      </a:cubicBezTo>
                      <a:cubicBezTo>
                        <a:pt x="4" y="13"/>
                        <a:pt x="4" y="13"/>
                        <a:pt x="4" y="13"/>
                      </a:cubicBezTo>
                      <a:cubicBezTo>
                        <a:pt x="0" y="6"/>
                        <a:pt x="0" y="6"/>
                        <a:pt x="0" y="6"/>
                      </a:cubicBezTo>
                      <a:lnTo>
                        <a:pt x="10" y="0"/>
                      </a:lnTo>
                      <a:close/>
                    </a:path>
                  </a:pathLst>
                </a:custGeom>
                <a:solidFill>
                  <a:srgbClr val="274F8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87" name="íṡḷiḓê"/>
                <p:cNvSpPr/>
                <p:nvPr userDrawn="1"/>
              </p:nvSpPr>
              <p:spPr bwMode="auto">
                <a:xfrm>
                  <a:off x="3950910" y="2540122"/>
                  <a:ext cx="370799" cy="514614"/>
                </a:xfrm>
                <a:custGeom>
                  <a:avLst/>
                  <a:gdLst>
                    <a:gd name="T0" fmla="*/ 98 w 103"/>
                    <a:gd name="T1" fmla="*/ 55 h 143"/>
                    <a:gd name="T2" fmla="*/ 5 w 103"/>
                    <a:gd name="T3" fmla="*/ 1 h 143"/>
                    <a:gd name="T4" fmla="*/ 0 w 103"/>
                    <a:gd name="T5" fmla="*/ 5 h 143"/>
                    <a:gd name="T6" fmla="*/ 0 w 103"/>
                    <a:gd name="T7" fmla="*/ 78 h 143"/>
                    <a:gd name="T8" fmla="*/ 5 w 103"/>
                    <a:gd name="T9" fmla="*/ 87 h 143"/>
                    <a:gd name="T10" fmla="*/ 98 w 103"/>
                    <a:gd name="T11" fmla="*/ 141 h 143"/>
                    <a:gd name="T12" fmla="*/ 103 w 103"/>
                    <a:gd name="T13" fmla="*/ 138 h 143"/>
                    <a:gd name="T14" fmla="*/ 103 w 103"/>
                    <a:gd name="T15" fmla="*/ 64 h 143"/>
                    <a:gd name="T16" fmla="*/ 98 w 103"/>
                    <a:gd name="T17" fmla="*/ 55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03" h="143">
                      <a:moveTo>
                        <a:pt x="98" y="55"/>
                      </a:moveTo>
                      <a:cubicBezTo>
                        <a:pt x="5" y="1"/>
                        <a:pt x="5" y="1"/>
                        <a:pt x="5" y="1"/>
                      </a:cubicBezTo>
                      <a:cubicBezTo>
                        <a:pt x="2" y="0"/>
                        <a:pt x="0" y="1"/>
                        <a:pt x="0" y="5"/>
                      </a:cubicBezTo>
                      <a:cubicBezTo>
                        <a:pt x="0" y="78"/>
                        <a:pt x="0" y="78"/>
                        <a:pt x="0" y="78"/>
                      </a:cubicBezTo>
                      <a:cubicBezTo>
                        <a:pt x="0" y="82"/>
                        <a:pt x="2" y="86"/>
                        <a:pt x="5" y="87"/>
                      </a:cubicBezTo>
                      <a:cubicBezTo>
                        <a:pt x="98" y="141"/>
                        <a:pt x="98" y="141"/>
                        <a:pt x="98" y="141"/>
                      </a:cubicBezTo>
                      <a:cubicBezTo>
                        <a:pt x="101" y="143"/>
                        <a:pt x="103" y="141"/>
                        <a:pt x="103" y="138"/>
                      </a:cubicBezTo>
                      <a:cubicBezTo>
                        <a:pt x="103" y="64"/>
                        <a:pt x="103" y="64"/>
                        <a:pt x="103" y="64"/>
                      </a:cubicBezTo>
                      <a:cubicBezTo>
                        <a:pt x="103" y="61"/>
                        <a:pt x="101" y="57"/>
                        <a:pt x="98" y="5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88" name="ïşḻíḓè"/>
                <p:cNvSpPr/>
                <p:nvPr userDrawn="1"/>
              </p:nvSpPr>
              <p:spPr bwMode="auto">
                <a:xfrm>
                  <a:off x="4358096" y="2751512"/>
                  <a:ext cx="110893" cy="109161"/>
                </a:xfrm>
                <a:custGeom>
                  <a:avLst/>
                  <a:gdLst>
                    <a:gd name="T0" fmla="*/ 31 w 31"/>
                    <a:gd name="T1" fmla="*/ 11 h 30"/>
                    <a:gd name="T2" fmla="*/ 30 w 31"/>
                    <a:gd name="T3" fmla="*/ 14 h 30"/>
                    <a:gd name="T4" fmla="*/ 22 w 31"/>
                    <a:gd name="T5" fmla="*/ 22 h 30"/>
                    <a:gd name="T6" fmla="*/ 13 w 31"/>
                    <a:gd name="T7" fmla="*/ 28 h 30"/>
                    <a:gd name="T8" fmla="*/ 3 w 31"/>
                    <a:gd name="T9" fmla="*/ 28 h 30"/>
                    <a:gd name="T10" fmla="*/ 3 w 31"/>
                    <a:gd name="T11" fmla="*/ 28 h 30"/>
                    <a:gd name="T12" fmla="*/ 2 w 31"/>
                    <a:gd name="T13" fmla="*/ 19 h 30"/>
                    <a:gd name="T14" fmla="*/ 12 w 31"/>
                    <a:gd name="T15" fmla="*/ 9 h 30"/>
                    <a:gd name="T16" fmla="*/ 5 w 31"/>
                    <a:gd name="T17" fmla="*/ 12 h 30"/>
                    <a:gd name="T18" fmla="*/ 15 w 31"/>
                    <a:gd name="T19" fmla="*/ 5 h 30"/>
                    <a:gd name="T20" fmla="*/ 25 w 31"/>
                    <a:gd name="T21" fmla="*/ 0 h 30"/>
                    <a:gd name="T22" fmla="*/ 31 w 31"/>
                    <a:gd name="T23" fmla="*/ 11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31" h="30">
                      <a:moveTo>
                        <a:pt x="31" y="11"/>
                      </a:moveTo>
                      <a:cubicBezTo>
                        <a:pt x="30" y="14"/>
                        <a:pt x="30" y="14"/>
                        <a:pt x="30" y="14"/>
                      </a:cubicBezTo>
                      <a:cubicBezTo>
                        <a:pt x="28" y="17"/>
                        <a:pt x="25" y="20"/>
                        <a:pt x="22" y="22"/>
                      </a:cubicBezTo>
                      <a:cubicBezTo>
                        <a:pt x="13" y="28"/>
                        <a:pt x="13" y="28"/>
                        <a:pt x="13" y="28"/>
                      </a:cubicBezTo>
                      <a:cubicBezTo>
                        <a:pt x="10" y="30"/>
                        <a:pt x="6" y="30"/>
                        <a:pt x="3" y="28"/>
                      </a:cubicBezTo>
                      <a:cubicBezTo>
                        <a:pt x="3" y="28"/>
                        <a:pt x="3" y="28"/>
                        <a:pt x="3" y="28"/>
                      </a:cubicBezTo>
                      <a:cubicBezTo>
                        <a:pt x="0" y="26"/>
                        <a:pt x="0" y="22"/>
                        <a:pt x="2" y="19"/>
                      </a:cubicBezTo>
                      <a:cubicBezTo>
                        <a:pt x="12" y="9"/>
                        <a:pt x="12" y="9"/>
                        <a:pt x="12" y="9"/>
                      </a:cubicBezTo>
                      <a:cubicBezTo>
                        <a:pt x="12" y="9"/>
                        <a:pt x="6" y="14"/>
                        <a:pt x="5" y="12"/>
                      </a:cubicBezTo>
                      <a:cubicBezTo>
                        <a:pt x="4" y="11"/>
                        <a:pt x="10" y="5"/>
                        <a:pt x="15" y="5"/>
                      </a:cubicBezTo>
                      <a:cubicBezTo>
                        <a:pt x="20" y="4"/>
                        <a:pt x="25" y="0"/>
                        <a:pt x="25" y="0"/>
                      </a:cubicBezTo>
                      <a:lnTo>
                        <a:pt x="31" y="11"/>
                      </a:lnTo>
                      <a:close/>
                    </a:path>
                  </a:pathLst>
                </a:custGeom>
                <a:solidFill>
                  <a:srgbClr val="FFC2B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95" name="iṩḷîḑè"/>
                <p:cNvSpPr/>
                <p:nvPr userDrawn="1"/>
              </p:nvSpPr>
              <p:spPr bwMode="auto">
                <a:xfrm>
                  <a:off x="4202153" y="1982191"/>
                  <a:ext cx="256440" cy="407186"/>
                </a:xfrm>
                <a:custGeom>
                  <a:avLst/>
                  <a:gdLst>
                    <a:gd name="T0" fmla="*/ 50 w 71"/>
                    <a:gd name="T1" fmla="*/ 0 h 113"/>
                    <a:gd name="T2" fmla="*/ 0 w 71"/>
                    <a:gd name="T3" fmla="*/ 74 h 113"/>
                    <a:gd name="T4" fmla="*/ 42 w 71"/>
                    <a:gd name="T5" fmla="*/ 105 h 113"/>
                    <a:gd name="T6" fmla="*/ 50 w 71"/>
                    <a:gd name="T7" fmla="*/ 0 h 1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1" h="113">
                      <a:moveTo>
                        <a:pt x="50" y="0"/>
                      </a:moveTo>
                      <a:cubicBezTo>
                        <a:pt x="50" y="0"/>
                        <a:pt x="14" y="39"/>
                        <a:pt x="0" y="74"/>
                      </a:cubicBezTo>
                      <a:cubicBezTo>
                        <a:pt x="0" y="74"/>
                        <a:pt x="12" y="96"/>
                        <a:pt x="42" y="105"/>
                      </a:cubicBezTo>
                      <a:cubicBezTo>
                        <a:pt x="71" y="113"/>
                        <a:pt x="50" y="0"/>
                        <a:pt x="50" y="0"/>
                      </a:cubicBezTo>
                      <a:close/>
                    </a:path>
                  </a:pathLst>
                </a:custGeom>
                <a:solidFill>
                  <a:srgbClr val="983BE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96" name="îşḻîḍè"/>
                <p:cNvSpPr/>
                <p:nvPr userDrawn="1"/>
              </p:nvSpPr>
              <p:spPr bwMode="auto">
                <a:xfrm>
                  <a:off x="4300917" y="2151996"/>
                  <a:ext cx="50249" cy="197528"/>
                </a:xfrm>
                <a:custGeom>
                  <a:avLst/>
                  <a:gdLst>
                    <a:gd name="T0" fmla="*/ 8 w 14"/>
                    <a:gd name="T1" fmla="*/ 55 h 55"/>
                    <a:gd name="T2" fmla="*/ 14 w 14"/>
                    <a:gd name="T3" fmla="*/ 0 h 55"/>
                    <a:gd name="T4" fmla="*/ 0 w 14"/>
                    <a:gd name="T5" fmla="*/ 52 h 55"/>
                    <a:gd name="T6" fmla="*/ 8 w 14"/>
                    <a:gd name="T7" fmla="*/ 55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4" h="55">
                      <a:moveTo>
                        <a:pt x="8" y="55"/>
                      </a:moveTo>
                      <a:cubicBezTo>
                        <a:pt x="14" y="0"/>
                        <a:pt x="14" y="0"/>
                        <a:pt x="14" y="0"/>
                      </a:cubicBezTo>
                      <a:cubicBezTo>
                        <a:pt x="0" y="52"/>
                        <a:pt x="0" y="52"/>
                        <a:pt x="0" y="52"/>
                      </a:cubicBezTo>
                      <a:cubicBezTo>
                        <a:pt x="3" y="53"/>
                        <a:pt x="5" y="54"/>
                        <a:pt x="8" y="55"/>
                      </a:cubicBezTo>
                      <a:close/>
                    </a:path>
                  </a:pathLst>
                </a:custGeom>
                <a:solidFill>
                  <a:srgbClr val="6614C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97" name="íşļíḋe"/>
                <p:cNvSpPr/>
                <p:nvPr userDrawn="1"/>
              </p:nvSpPr>
              <p:spPr bwMode="auto">
                <a:xfrm>
                  <a:off x="4444732" y="1945805"/>
                  <a:ext cx="67576" cy="36387"/>
                </a:xfrm>
                <a:custGeom>
                  <a:avLst/>
                  <a:gdLst>
                    <a:gd name="T0" fmla="*/ 9 w 19"/>
                    <a:gd name="T1" fmla="*/ 2 h 10"/>
                    <a:gd name="T2" fmla="*/ 0 w 19"/>
                    <a:gd name="T3" fmla="*/ 0 h 10"/>
                    <a:gd name="T4" fmla="*/ 11 w 19"/>
                    <a:gd name="T5" fmla="*/ 9 h 10"/>
                    <a:gd name="T6" fmla="*/ 19 w 19"/>
                    <a:gd name="T7" fmla="*/ 5 h 10"/>
                    <a:gd name="T8" fmla="*/ 9 w 19"/>
                    <a:gd name="T9" fmla="*/ 2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9" h="10">
                      <a:moveTo>
                        <a:pt x="9" y="2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4" y="7"/>
                        <a:pt x="11" y="9"/>
                      </a:cubicBezTo>
                      <a:cubicBezTo>
                        <a:pt x="17" y="10"/>
                        <a:pt x="19" y="5"/>
                        <a:pt x="19" y="5"/>
                      </a:cubicBezTo>
                      <a:lnTo>
                        <a:pt x="9" y="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98" name="iś1idé"/>
                <p:cNvSpPr/>
                <p:nvPr userDrawn="1"/>
              </p:nvSpPr>
              <p:spPr bwMode="auto">
                <a:xfrm>
                  <a:off x="7203199" y="3262661"/>
                  <a:ext cx="289362" cy="370799"/>
                </a:xfrm>
                <a:custGeom>
                  <a:avLst/>
                  <a:gdLst>
                    <a:gd name="T0" fmla="*/ 80 w 80"/>
                    <a:gd name="T1" fmla="*/ 0 h 103"/>
                    <a:gd name="T2" fmla="*/ 74 w 80"/>
                    <a:gd name="T3" fmla="*/ 73 h 103"/>
                    <a:gd name="T4" fmla="*/ 0 w 80"/>
                    <a:gd name="T5" fmla="*/ 51 h 103"/>
                    <a:gd name="T6" fmla="*/ 0 w 80"/>
                    <a:gd name="T7" fmla="*/ 18 h 103"/>
                    <a:gd name="T8" fmla="*/ 80 w 80"/>
                    <a:gd name="T9" fmla="*/ 0 h 1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0" h="103">
                      <a:moveTo>
                        <a:pt x="80" y="0"/>
                      </a:moveTo>
                      <a:cubicBezTo>
                        <a:pt x="80" y="0"/>
                        <a:pt x="78" y="44"/>
                        <a:pt x="74" y="73"/>
                      </a:cubicBezTo>
                      <a:cubicBezTo>
                        <a:pt x="71" y="103"/>
                        <a:pt x="0" y="51"/>
                        <a:pt x="0" y="51"/>
                      </a:cubicBezTo>
                      <a:cubicBezTo>
                        <a:pt x="0" y="18"/>
                        <a:pt x="0" y="18"/>
                        <a:pt x="0" y="18"/>
                      </a:cubicBezTo>
                      <a:lnTo>
                        <a:pt x="80" y="0"/>
                      </a:lnTo>
                      <a:close/>
                    </a:path>
                  </a:pathLst>
                </a:custGeom>
                <a:solidFill>
                  <a:srgbClr val="6614C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99" name="ïSḷïḍè"/>
                <p:cNvSpPr/>
                <p:nvPr userDrawn="1"/>
              </p:nvSpPr>
              <p:spPr bwMode="auto">
                <a:xfrm>
                  <a:off x="7139088" y="5116656"/>
                  <a:ext cx="240847" cy="223520"/>
                </a:xfrm>
                <a:custGeom>
                  <a:avLst/>
                  <a:gdLst>
                    <a:gd name="T0" fmla="*/ 60 w 67"/>
                    <a:gd name="T1" fmla="*/ 29 h 62"/>
                    <a:gd name="T2" fmla="*/ 22 w 67"/>
                    <a:gd name="T3" fmla="*/ 59 h 62"/>
                    <a:gd name="T4" fmla="*/ 5 w 67"/>
                    <a:gd name="T5" fmla="*/ 62 h 62"/>
                    <a:gd name="T6" fmla="*/ 1 w 67"/>
                    <a:gd name="T7" fmla="*/ 54 h 62"/>
                    <a:gd name="T8" fmla="*/ 36 w 67"/>
                    <a:gd name="T9" fmla="*/ 16 h 62"/>
                    <a:gd name="T10" fmla="*/ 60 w 67"/>
                    <a:gd name="T11" fmla="*/ 29 h 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67" h="62">
                      <a:moveTo>
                        <a:pt x="60" y="29"/>
                      </a:moveTo>
                      <a:cubicBezTo>
                        <a:pt x="59" y="32"/>
                        <a:pt x="41" y="54"/>
                        <a:pt x="22" y="59"/>
                      </a:cubicBezTo>
                      <a:cubicBezTo>
                        <a:pt x="14" y="62"/>
                        <a:pt x="9" y="62"/>
                        <a:pt x="5" y="62"/>
                      </a:cubicBezTo>
                      <a:cubicBezTo>
                        <a:pt x="2" y="61"/>
                        <a:pt x="0" y="58"/>
                        <a:pt x="1" y="54"/>
                      </a:cubicBezTo>
                      <a:cubicBezTo>
                        <a:pt x="4" y="45"/>
                        <a:pt x="13" y="27"/>
                        <a:pt x="36" y="16"/>
                      </a:cubicBezTo>
                      <a:cubicBezTo>
                        <a:pt x="67" y="0"/>
                        <a:pt x="60" y="29"/>
                        <a:pt x="60" y="29"/>
                      </a:cubicBezTo>
                      <a:close/>
                    </a:path>
                  </a:pathLst>
                </a:custGeom>
                <a:solidFill>
                  <a:srgbClr val="173D7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00" name="íŝḻiḓé"/>
                <p:cNvSpPr/>
                <p:nvPr userDrawn="1"/>
              </p:nvSpPr>
              <p:spPr bwMode="auto">
                <a:xfrm>
                  <a:off x="7340082" y="5250073"/>
                  <a:ext cx="133419" cy="223520"/>
                </a:xfrm>
                <a:custGeom>
                  <a:avLst/>
                  <a:gdLst>
                    <a:gd name="T0" fmla="*/ 10 w 37"/>
                    <a:gd name="T1" fmla="*/ 0 h 62"/>
                    <a:gd name="T2" fmla="*/ 1 w 37"/>
                    <a:gd name="T3" fmla="*/ 30 h 62"/>
                    <a:gd name="T4" fmla="*/ 8 w 37"/>
                    <a:gd name="T5" fmla="*/ 56 h 62"/>
                    <a:gd name="T6" fmla="*/ 20 w 37"/>
                    <a:gd name="T7" fmla="*/ 58 h 62"/>
                    <a:gd name="T8" fmla="*/ 35 w 37"/>
                    <a:gd name="T9" fmla="*/ 30 h 62"/>
                    <a:gd name="T10" fmla="*/ 35 w 37"/>
                    <a:gd name="T11" fmla="*/ 3 h 62"/>
                    <a:gd name="T12" fmla="*/ 10 w 37"/>
                    <a:gd name="T13" fmla="*/ 0 h 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7" h="62">
                      <a:moveTo>
                        <a:pt x="10" y="0"/>
                      </a:moveTo>
                      <a:cubicBezTo>
                        <a:pt x="10" y="0"/>
                        <a:pt x="3" y="17"/>
                        <a:pt x="1" y="30"/>
                      </a:cubicBezTo>
                      <a:cubicBezTo>
                        <a:pt x="0" y="38"/>
                        <a:pt x="4" y="49"/>
                        <a:pt x="8" y="56"/>
                      </a:cubicBezTo>
                      <a:cubicBezTo>
                        <a:pt x="10" y="61"/>
                        <a:pt x="16" y="62"/>
                        <a:pt x="20" y="58"/>
                      </a:cubicBezTo>
                      <a:cubicBezTo>
                        <a:pt x="26" y="53"/>
                        <a:pt x="34" y="43"/>
                        <a:pt x="35" y="30"/>
                      </a:cubicBezTo>
                      <a:cubicBezTo>
                        <a:pt x="37" y="7"/>
                        <a:pt x="35" y="3"/>
                        <a:pt x="35" y="3"/>
                      </a:cubicBezTo>
                      <a:lnTo>
                        <a:pt x="10" y="0"/>
                      </a:lnTo>
                      <a:close/>
                    </a:path>
                  </a:pathLst>
                </a:custGeom>
                <a:solidFill>
                  <a:srgbClr val="173D7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01" name="iŝḷïḑê"/>
                <p:cNvSpPr/>
                <p:nvPr userDrawn="1"/>
              </p:nvSpPr>
              <p:spPr bwMode="auto">
                <a:xfrm>
                  <a:off x="7132157" y="4177529"/>
                  <a:ext cx="414117" cy="1119328"/>
                </a:xfrm>
                <a:custGeom>
                  <a:avLst/>
                  <a:gdLst>
                    <a:gd name="T0" fmla="*/ 112 w 115"/>
                    <a:gd name="T1" fmla="*/ 23 h 311"/>
                    <a:gd name="T2" fmla="*/ 112 w 115"/>
                    <a:gd name="T3" fmla="*/ 83 h 311"/>
                    <a:gd name="T4" fmla="*/ 100 w 115"/>
                    <a:gd name="T5" fmla="*/ 300 h 311"/>
                    <a:gd name="T6" fmla="*/ 79 w 115"/>
                    <a:gd name="T7" fmla="*/ 308 h 311"/>
                    <a:gd name="T8" fmla="*/ 60 w 115"/>
                    <a:gd name="T9" fmla="*/ 294 h 311"/>
                    <a:gd name="T10" fmla="*/ 30 w 115"/>
                    <a:gd name="T11" fmla="*/ 276 h 311"/>
                    <a:gd name="T12" fmla="*/ 0 w 115"/>
                    <a:gd name="T13" fmla="*/ 0 h 311"/>
                    <a:gd name="T14" fmla="*/ 112 w 115"/>
                    <a:gd name="T15" fmla="*/ 23 h 3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15" h="311">
                      <a:moveTo>
                        <a:pt x="112" y="23"/>
                      </a:moveTo>
                      <a:cubicBezTo>
                        <a:pt x="112" y="23"/>
                        <a:pt x="115" y="51"/>
                        <a:pt x="112" y="83"/>
                      </a:cubicBezTo>
                      <a:cubicBezTo>
                        <a:pt x="110" y="115"/>
                        <a:pt x="101" y="264"/>
                        <a:pt x="100" y="300"/>
                      </a:cubicBezTo>
                      <a:cubicBezTo>
                        <a:pt x="100" y="300"/>
                        <a:pt x="100" y="311"/>
                        <a:pt x="79" y="308"/>
                      </a:cubicBezTo>
                      <a:cubicBezTo>
                        <a:pt x="58" y="306"/>
                        <a:pt x="60" y="294"/>
                        <a:pt x="60" y="294"/>
                      </a:cubicBezTo>
                      <a:cubicBezTo>
                        <a:pt x="60" y="294"/>
                        <a:pt x="31" y="293"/>
                        <a:pt x="30" y="276"/>
                      </a:cubicBezTo>
                      <a:cubicBezTo>
                        <a:pt x="29" y="259"/>
                        <a:pt x="0" y="68"/>
                        <a:pt x="0" y="0"/>
                      </a:cubicBezTo>
                      <a:lnTo>
                        <a:pt x="112" y="23"/>
                      </a:lnTo>
                      <a:close/>
                    </a:path>
                  </a:pathLst>
                </a:custGeom>
                <a:solidFill>
                  <a:srgbClr val="FDD76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02" name="í$1îdè"/>
                <p:cNvSpPr/>
                <p:nvPr userDrawn="1"/>
              </p:nvSpPr>
              <p:spPr bwMode="auto">
                <a:xfrm>
                  <a:off x="7048987" y="3723560"/>
                  <a:ext cx="119557" cy="374264"/>
                </a:xfrm>
                <a:custGeom>
                  <a:avLst/>
                  <a:gdLst>
                    <a:gd name="T0" fmla="*/ 69 w 69"/>
                    <a:gd name="T1" fmla="*/ 0 h 216"/>
                    <a:gd name="T2" fmla="*/ 33 w 69"/>
                    <a:gd name="T3" fmla="*/ 216 h 216"/>
                    <a:gd name="T4" fmla="*/ 0 w 69"/>
                    <a:gd name="T5" fmla="*/ 216 h 216"/>
                    <a:gd name="T6" fmla="*/ 4 w 69"/>
                    <a:gd name="T7" fmla="*/ 17 h 216"/>
                    <a:gd name="T8" fmla="*/ 69 w 69"/>
                    <a:gd name="T9" fmla="*/ 0 h 2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216">
                      <a:moveTo>
                        <a:pt x="69" y="0"/>
                      </a:moveTo>
                      <a:lnTo>
                        <a:pt x="33" y="216"/>
                      </a:lnTo>
                      <a:lnTo>
                        <a:pt x="0" y="216"/>
                      </a:lnTo>
                      <a:lnTo>
                        <a:pt x="4" y="17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solidFill>
                  <a:srgbClr val="FFC2B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03" name="î$lïḑe"/>
                <p:cNvSpPr/>
                <p:nvPr userDrawn="1"/>
              </p:nvSpPr>
              <p:spPr bwMode="auto">
                <a:xfrm>
                  <a:off x="7031660" y="3389148"/>
                  <a:ext cx="161142" cy="438375"/>
                </a:xfrm>
                <a:custGeom>
                  <a:avLst/>
                  <a:gdLst>
                    <a:gd name="T0" fmla="*/ 45 w 45"/>
                    <a:gd name="T1" fmla="*/ 1 h 122"/>
                    <a:gd name="T2" fmla="*/ 14 w 45"/>
                    <a:gd name="T3" fmla="*/ 33 h 122"/>
                    <a:gd name="T4" fmla="*/ 7 w 45"/>
                    <a:gd name="T5" fmla="*/ 111 h 122"/>
                    <a:gd name="T6" fmla="*/ 41 w 45"/>
                    <a:gd name="T7" fmla="*/ 110 h 122"/>
                    <a:gd name="T8" fmla="*/ 45 w 45"/>
                    <a:gd name="T9" fmla="*/ 1 h 1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122">
                      <a:moveTo>
                        <a:pt x="45" y="1"/>
                      </a:moveTo>
                      <a:cubicBezTo>
                        <a:pt x="45" y="1"/>
                        <a:pt x="22" y="0"/>
                        <a:pt x="14" y="33"/>
                      </a:cubicBezTo>
                      <a:cubicBezTo>
                        <a:pt x="6" y="66"/>
                        <a:pt x="0" y="108"/>
                        <a:pt x="7" y="111"/>
                      </a:cubicBezTo>
                      <a:cubicBezTo>
                        <a:pt x="27" y="122"/>
                        <a:pt x="41" y="110"/>
                        <a:pt x="41" y="110"/>
                      </a:cubicBezTo>
                      <a:lnTo>
                        <a:pt x="45" y="1"/>
                      </a:lnTo>
                      <a:close/>
                    </a:path>
                  </a:pathLst>
                </a:custGeom>
                <a:solidFill>
                  <a:srgbClr val="8A2A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04" name="ísḻiḋe"/>
                <p:cNvSpPr/>
                <p:nvPr userDrawn="1"/>
              </p:nvSpPr>
              <p:spPr bwMode="auto">
                <a:xfrm>
                  <a:off x="7081909" y="3389148"/>
                  <a:ext cx="561397" cy="972048"/>
                </a:xfrm>
                <a:custGeom>
                  <a:avLst/>
                  <a:gdLst>
                    <a:gd name="T0" fmla="*/ 24 w 156"/>
                    <a:gd name="T1" fmla="*/ 2 h 270"/>
                    <a:gd name="T2" fmla="*/ 36 w 156"/>
                    <a:gd name="T3" fmla="*/ 1 h 270"/>
                    <a:gd name="T4" fmla="*/ 142 w 156"/>
                    <a:gd name="T5" fmla="*/ 39 h 270"/>
                    <a:gd name="T6" fmla="*/ 121 w 156"/>
                    <a:gd name="T7" fmla="*/ 140 h 270"/>
                    <a:gd name="T8" fmla="*/ 126 w 156"/>
                    <a:gd name="T9" fmla="*/ 212 h 270"/>
                    <a:gd name="T10" fmla="*/ 111 w 156"/>
                    <a:gd name="T11" fmla="*/ 260 h 270"/>
                    <a:gd name="T12" fmla="*/ 33 w 156"/>
                    <a:gd name="T13" fmla="*/ 251 h 270"/>
                    <a:gd name="T14" fmla="*/ 13 w 156"/>
                    <a:gd name="T15" fmla="*/ 205 h 270"/>
                    <a:gd name="T16" fmla="*/ 22 w 156"/>
                    <a:gd name="T17" fmla="*/ 114 h 270"/>
                    <a:gd name="T18" fmla="*/ 7 w 156"/>
                    <a:gd name="T19" fmla="*/ 97 h 270"/>
                    <a:gd name="T20" fmla="*/ 17 w 156"/>
                    <a:gd name="T21" fmla="*/ 52 h 270"/>
                    <a:gd name="T22" fmla="*/ 15 w 156"/>
                    <a:gd name="T23" fmla="*/ 12 h 270"/>
                    <a:gd name="T24" fmla="*/ 24 w 156"/>
                    <a:gd name="T25" fmla="*/ 2 h 2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56" h="270">
                      <a:moveTo>
                        <a:pt x="24" y="2"/>
                      </a:moveTo>
                      <a:cubicBezTo>
                        <a:pt x="28" y="1"/>
                        <a:pt x="32" y="0"/>
                        <a:pt x="36" y="1"/>
                      </a:cubicBezTo>
                      <a:cubicBezTo>
                        <a:pt x="56" y="7"/>
                        <a:pt x="129" y="29"/>
                        <a:pt x="142" y="39"/>
                      </a:cubicBezTo>
                      <a:cubicBezTo>
                        <a:pt x="156" y="51"/>
                        <a:pt x="121" y="118"/>
                        <a:pt x="121" y="140"/>
                      </a:cubicBezTo>
                      <a:cubicBezTo>
                        <a:pt x="122" y="162"/>
                        <a:pt x="124" y="188"/>
                        <a:pt x="126" y="212"/>
                      </a:cubicBezTo>
                      <a:cubicBezTo>
                        <a:pt x="128" y="236"/>
                        <a:pt x="131" y="249"/>
                        <a:pt x="111" y="260"/>
                      </a:cubicBezTo>
                      <a:cubicBezTo>
                        <a:pt x="91" y="270"/>
                        <a:pt x="58" y="270"/>
                        <a:pt x="33" y="251"/>
                      </a:cubicBezTo>
                      <a:cubicBezTo>
                        <a:pt x="8" y="232"/>
                        <a:pt x="12" y="219"/>
                        <a:pt x="13" y="205"/>
                      </a:cubicBezTo>
                      <a:cubicBezTo>
                        <a:pt x="14" y="191"/>
                        <a:pt x="23" y="131"/>
                        <a:pt x="22" y="114"/>
                      </a:cubicBezTo>
                      <a:cubicBezTo>
                        <a:pt x="22" y="114"/>
                        <a:pt x="13" y="108"/>
                        <a:pt x="7" y="97"/>
                      </a:cubicBezTo>
                      <a:cubicBezTo>
                        <a:pt x="0" y="86"/>
                        <a:pt x="12" y="65"/>
                        <a:pt x="17" y="52"/>
                      </a:cubicBezTo>
                      <a:cubicBezTo>
                        <a:pt x="21" y="38"/>
                        <a:pt x="14" y="23"/>
                        <a:pt x="15" y="12"/>
                      </a:cubicBezTo>
                      <a:cubicBezTo>
                        <a:pt x="16" y="7"/>
                        <a:pt x="20" y="4"/>
                        <a:pt x="24" y="2"/>
                      </a:cubicBezTo>
                      <a:close/>
                    </a:path>
                  </a:pathLst>
                </a:custGeom>
                <a:solidFill>
                  <a:srgbClr val="983BE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05" name="íSľîḑé"/>
                <p:cNvSpPr/>
                <p:nvPr userDrawn="1"/>
              </p:nvSpPr>
              <p:spPr bwMode="auto">
                <a:xfrm>
                  <a:off x="7246516" y="3406475"/>
                  <a:ext cx="209658" cy="169805"/>
                </a:xfrm>
                <a:custGeom>
                  <a:avLst/>
                  <a:gdLst>
                    <a:gd name="T0" fmla="*/ 1 w 58"/>
                    <a:gd name="T1" fmla="*/ 20 h 47"/>
                    <a:gd name="T2" fmla="*/ 26 w 58"/>
                    <a:gd name="T3" fmla="*/ 46 h 47"/>
                    <a:gd name="T4" fmla="*/ 57 w 58"/>
                    <a:gd name="T5" fmla="*/ 27 h 47"/>
                    <a:gd name="T6" fmla="*/ 32 w 58"/>
                    <a:gd name="T7" fmla="*/ 2 h 47"/>
                    <a:gd name="T8" fmla="*/ 1 w 58"/>
                    <a:gd name="T9" fmla="*/ 20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8" h="47">
                      <a:moveTo>
                        <a:pt x="1" y="20"/>
                      </a:moveTo>
                      <a:cubicBezTo>
                        <a:pt x="0" y="32"/>
                        <a:pt x="11" y="44"/>
                        <a:pt x="26" y="46"/>
                      </a:cubicBezTo>
                      <a:cubicBezTo>
                        <a:pt x="42" y="47"/>
                        <a:pt x="55" y="39"/>
                        <a:pt x="57" y="27"/>
                      </a:cubicBezTo>
                      <a:cubicBezTo>
                        <a:pt x="58" y="15"/>
                        <a:pt x="47" y="4"/>
                        <a:pt x="32" y="2"/>
                      </a:cubicBezTo>
                      <a:cubicBezTo>
                        <a:pt x="17" y="0"/>
                        <a:pt x="3" y="8"/>
                        <a:pt x="1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06" name="í$ļide"/>
                <p:cNvSpPr/>
                <p:nvPr userDrawn="1"/>
              </p:nvSpPr>
              <p:spPr bwMode="auto">
                <a:xfrm>
                  <a:off x="7275972" y="3432466"/>
                  <a:ext cx="150746" cy="123023"/>
                </a:xfrm>
                <a:custGeom>
                  <a:avLst/>
                  <a:gdLst>
                    <a:gd name="T0" fmla="*/ 1 w 42"/>
                    <a:gd name="T1" fmla="*/ 14 h 34"/>
                    <a:gd name="T2" fmla="*/ 19 w 42"/>
                    <a:gd name="T3" fmla="*/ 32 h 34"/>
                    <a:gd name="T4" fmla="*/ 41 w 42"/>
                    <a:gd name="T5" fmla="*/ 19 h 34"/>
                    <a:gd name="T6" fmla="*/ 23 w 42"/>
                    <a:gd name="T7" fmla="*/ 1 h 34"/>
                    <a:gd name="T8" fmla="*/ 1 w 42"/>
                    <a:gd name="T9" fmla="*/ 14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4">
                      <a:moveTo>
                        <a:pt x="1" y="14"/>
                      </a:moveTo>
                      <a:cubicBezTo>
                        <a:pt x="0" y="23"/>
                        <a:pt x="8" y="31"/>
                        <a:pt x="19" y="32"/>
                      </a:cubicBezTo>
                      <a:cubicBezTo>
                        <a:pt x="30" y="34"/>
                        <a:pt x="40" y="28"/>
                        <a:pt x="41" y="19"/>
                      </a:cubicBezTo>
                      <a:cubicBezTo>
                        <a:pt x="42" y="10"/>
                        <a:pt x="34" y="2"/>
                        <a:pt x="23" y="1"/>
                      </a:cubicBezTo>
                      <a:cubicBezTo>
                        <a:pt x="12" y="0"/>
                        <a:pt x="2" y="5"/>
                        <a:pt x="1" y="14"/>
                      </a:cubicBezTo>
                      <a:close/>
                    </a:path>
                  </a:pathLst>
                </a:custGeom>
                <a:solidFill>
                  <a:srgbClr val="FFC2B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07" name="íśḷiďê"/>
                <p:cNvSpPr/>
                <p:nvPr userDrawn="1"/>
              </p:nvSpPr>
              <p:spPr bwMode="auto">
                <a:xfrm>
                  <a:off x="7293300" y="3342365"/>
                  <a:ext cx="102230" cy="150746"/>
                </a:xfrm>
                <a:custGeom>
                  <a:avLst/>
                  <a:gdLst>
                    <a:gd name="T0" fmla="*/ 7 w 28"/>
                    <a:gd name="T1" fmla="*/ 11 h 42"/>
                    <a:gd name="T2" fmla="*/ 23 w 28"/>
                    <a:gd name="T3" fmla="*/ 5 h 42"/>
                    <a:gd name="T4" fmla="*/ 28 w 28"/>
                    <a:gd name="T5" fmla="*/ 35 h 42"/>
                    <a:gd name="T6" fmla="*/ 1 w 28"/>
                    <a:gd name="T7" fmla="*/ 42 h 42"/>
                    <a:gd name="T8" fmla="*/ 5 w 28"/>
                    <a:gd name="T9" fmla="*/ 18 h 42"/>
                    <a:gd name="T10" fmla="*/ 7 w 28"/>
                    <a:gd name="T11" fmla="*/ 11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8" h="42">
                      <a:moveTo>
                        <a:pt x="7" y="11"/>
                      </a:moveTo>
                      <a:cubicBezTo>
                        <a:pt x="7" y="11"/>
                        <a:pt x="20" y="0"/>
                        <a:pt x="23" y="5"/>
                      </a:cubicBezTo>
                      <a:cubicBezTo>
                        <a:pt x="26" y="11"/>
                        <a:pt x="28" y="35"/>
                        <a:pt x="28" y="35"/>
                      </a:cubicBezTo>
                      <a:cubicBezTo>
                        <a:pt x="1" y="42"/>
                        <a:pt x="1" y="42"/>
                        <a:pt x="1" y="42"/>
                      </a:cubicBezTo>
                      <a:cubicBezTo>
                        <a:pt x="5" y="18"/>
                        <a:pt x="5" y="18"/>
                        <a:pt x="5" y="18"/>
                      </a:cubicBezTo>
                      <a:cubicBezTo>
                        <a:pt x="5" y="18"/>
                        <a:pt x="0" y="13"/>
                        <a:pt x="7" y="11"/>
                      </a:cubicBezTo>
                      <a:close/>
                    </a:path>
                  </a:pathLst>
                </a:custGeom>
                <a:solidFill>
                  <a:srgbClr val="FFC2B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08" name="íṡḻíḋe"/>
                <p:cNvSpPr/>
                <p:nvPr userDrawn="1"/>
              </p:nvSpPr>
              <p:spPr bwMode="auto">
                <a:xfrm>
                  <a:off x="7168545" y="3134441"/>
                  <a:ext cx="291095" cy="291095"/>
                </a:xfrm>
                <a:custGeom>
                  <a:avLst/>
                  <a:gdLst>
                    <a:gd name="T0" fmla="*/ 1 w 81"/>
                    <a:gd name="T1" fmla="*/ 43 h 81"/>
                    <a:gd name="T2" fmla="*/ 43 w 81"/>
                    <a:gd name="T3" fmla="*/ 80 h 81"/>
                    <a:gd name="T4" fmla="*/ 80 w 81"/>
                    <a:gd name="T5" fmla="*/ 38 h 81"/>
                    <a:gd name="T6" fmla="*/ 38 w 81"/>
                    <a:gd name="T7" fmla="*/ 1 h 81"/>
                    <a:gd name="T8" fmla="*/ 1 w 81"/>
                    <a:gd name="T9" fmla="*/ 43 h 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1" h="81">
                      <a:moveTo>
                        <a:pt x="1" y="43"/>
                      </a:moveTo>
                      <a:cubicBezTo>
                        <a:pt x="2" y="64"/>
                        <a:pt x="21" y="81"/>
                        <a:pt x="43" y="80"/>
                      </a:cubicBezTo>
                      <a:cubicBezTo>
                        <a:pt x="64" y="78"/>
                        <a:pt x="81" y="60"/>
                        <a:pt x="80" y="38"/>
                      </a:cubicBezTo>
                      <a:cubicBezTo>
                        <a:pt x="78" y="16"/>
                        <a:pt x="60" y="0"/>
                        <a:pt x="38" y="1"/>
                      </a:cubicBezTo>
                      <a:cubicBezTo>
                        <a:pt x="16" y="2"/>
                        <a:pt x="0" y="21"/>
                        <a:pt x="1" y="43"/>
                      </a:cubicBezTo>
                      <a:close/>
                    </a:path>
                  </a:pathLst>
                </a:custGeom>
                <a:solidFill>
                  <a:srgbClr val="FFC2B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09" name="iṥ1îďé"/>
                <p:cNvSpPr/>
                <p:nvPr userDrawn="1"/>
              </p:nvSpPr>
              <p:spPr bwMode="auto">
                <a:xfrm>
                  <a:off x="7301963" y="3375286"/>
                  <a:ext cx="86635" cy="97032"/>
                </a:xfrm>
                <a:custGeom>
                  <a:avLst/>
                  <a:gdLst>
                    <a:gd name="T0" fmla="*/ 23 w 24"/>
                    <a:gd name="T1" fmla="*/ 3 h 27"/>
                    <a:gd name="T2" fmla="*/ 24 w 24"/>
                    <a:gd name="T3" fmla="*/ 7 h 27"/>
                    <a:gd name="T4" fmla="*/ 0 w 24"/>
                    <a:gd name="T5" fmla="*/ 27 h 27"/>
                    <a:gd name="T6" fmla="*/ 3 w 24"/>
                    <a:gd name="T7" fmla="*/ 9 h 27"/>
                    <a:gd name="T8" fmla="*/ 2 w 24"/>
                    <a:gd name="T9" fmla="*/ 4 h 27"/>
                    <a:gd name="T10" fmla="*/ 23 w 24"/>
                    <a:gd name="T11" fmla="*/ 3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" h="27">
                      <a:moveTo>
                        <a:pt x="23" y="3"/>
                      </a:moveTo>
                      <a:cubicBezTo>
                        <a:pt x="23" y="4"/>
                        <a:pt x="23" y="6"/>
                        <a:pt x="24" y="7"/>
                      </a:cubicBezTo>
                      <a:cubicBezTo>
                        <a:pt x="21" y="21"/>
                        <a:pt x="0" y="27"/>
                        <a:pt x="0" y="27"/>
                      </a:cubicBezTo>
                      <a:cubicBezTo>
                        <a:pt x="3" y="9"/>
                        <a:pt x="3" y="9"/>
                        <a:pt x="3" y="9"/>
                      </a:cubicBezTo>
                      <a:cubicBezTo>
                        <a:pt x="3" y="9"/>
                        <a:pt x="1" y="6"/>
                        <a:pt x="2" y="4"/>
                      </a:cubicBezTo>
                      <a:cubicBezTo>
                        <a:pt x="10" y="2"/>
                        <a:pt x="20" y="0"/>
                        <a:pt x="23" y="3"/>
                      </a:cubicBezTo>
                      <a:close/>
                    </a:path>
                  </a:pathLst>
                </a:custGeom>
                <a:solidFill>
                  <a:srgbClr val="EA9C9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10" name="ï$ľîḍè"/>
                <p:cNvSpPr/>
                <p:nvPr userDrawn="1"/>
              </p:nvSpPr>
              <p:spPr bwMode="auto">
                <a:xfrm>
                  <a:off x="7168545" y="3134441"/>
                  <a:ext cx="291095" cy="291095"/>
                </a:xfrm>
                <a:custGeom>
                  <a:avLst/>
                  <a:gdLst>
                    <a:gd name="T0" fmla="*/ 1 w 81"/>
                    <a:gd name="T1" fmla="*/ 43 h 81"/>
                    <a:gd name="T2" fmla="*/ 43 w 81"/>
                    <a:gd name="T3" fmla="*/ 80 h 81"/>
                    <a:gd name="T4" fmla="*/ 80 w 81"/>
                    <a:gd name="T5" fmla="*/ 38 h 81"/>
                    <a:gd name="T6" fmla="*/ 38 w 81"/>
                    <a:gd name="T7" fmla="*/ 1 h 81"/>
                    <a:gd name="T8" fmla="*/ 1 w 81"/>
                    <a:gd name="T9" fmla="*/ 43 h 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1" h="81">
                      <a:moveTo>
                        <a:pt x="1" y="43"/>
                      </a:moveTo>
                      <a:cubicBezTo>
                        <a:pt x="2" y="64"/>
                        <a:pt x="21" y="81"/>
                        <a:pt x="43" y="80"/>
                      </a:cubicBezTo>
                      <a:cubicBezTo>
                        <a:pt x="64" y="78"/>
                        <a:pt x="81" y="60"/>
                        <a:pt x="80" y="38"/>
                      </a:cubicBezTo>
                      <a:cubicBezTo>
                        <a:pt x="78" y="16"/>
                        <a:pt x="60" y="0"/>
                        <a:pt x="38" y="1"/>
                      </a:cubicBezTo>
                      <a:cubicBezTo>
                        <a:pt x="16" y="2"/>
                        <a:pt x="0" y="21"/>
                        <a:pt x="1" y="43"/>
                      </a:cubicBezTo>
                      <a:close/>
                    </a:path>
                  </a:pathLst>
                </a:custGeom>
                <a:solidFill>
                  <a:srgbClr val="FFC2B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11" name="îŝḷíḋê"/>
                <p:cNvSpPr/>
                <p:nvPr userDrawn="1"/>
              </p:nvSpPr>
              <p:spPr bwMode="auto">
                <a:xfrm>
                  <a:off x="7553205" y="3879504"/>
                  <a:ext cx="109161" cy="384661"/>
                </a:xfrm>
                <a:custGeom>
                  <a:avLst/>
                  <a:gdLst>
                    <a:gd name="T0" fmla="*/ 63 w 63"/>
                    <a:gd name="T1" fmla="*/ 0 h 222"/>
                    <a:gd name="T2" fmla="*/ 54 w 63"/>
                    <a:gd name="T3" fmla="*/ 218 h 222"/>
                    <a:gd name="T4" fmla="*/ 21 w 63"/>
                    <a:gd name="T5" fmla="*/ 222 h 222"/>
                    <a:gd name="T6" fmla="*/ 0 w 63"/>
                    <a:gd name="T7" fmla="*/ 24 h 222"/>
                    <a:gd name="T8" fmla="*/ 63 w 63"/>
                    <a:gd name="T9" fmla="*/ 0 h 2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222">
                      <a:moveTo>
                        <a:pt x="63" y="0"/>
                      </a:moveTo>
                      <a:lnTo>
                        <a:pt x="54" y="218"/>
                      </a:lnTo>
                      <a:lnTo>
                        <a:pt x="21" y="222"/>
                      </a:lnTo>
                      <a:lnTo>
                        <a:pt x="0" y="24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solidFill>
                  <a:srgbClr val="FFC2B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12" name="ïṥ1iḑè"/>
                <p:cNvSpPr/>
                <p:nvPr userDrawn="1"/>
              </p:nvSpPr>
              <p:spPr bwMode="auto">
                <a:xfrm>
                  <a:off x="7463105" y="3586676"/>
                  <a:ext cx="86635" cy="457434"/>
                </a:xfrm>
                <a:custGeom>
                  <a:avLst/>
                  <a:gdLst>
                    <a:gd name="T0" fmla="*/ 5 w 24"/>
                    <a:gd name="T1" fmla="*/ 72 h 127"/>
                    <a:gd name="T2" fmla="*/ 20 w 24"/>
                    <a:gd name="T3" fmla="*/ 0 h 127"/>
                    <a:gd name="T4" fmla="*/ 24 w 24"/>
                    <a:gd name="T5" fmla="*/ 49 h 127"/>
                    <a:gd name="T6" fmla="*/ 15 w 24"/>
                    <a:gd name="T7" fmla="*/ 85 h 127"/>
                    <a:gd name="T8" fmla="*/ 17 w 24"/>
                    <a:gd name="T9" fmla="*/ 127 h 127"/>
                    <a:gd name="T10" fmla="*/ 17 w 24"/>
                    <a:gd name="T11" fmla="*/ 127 h 127"/>
                    <a:gd name="T12" fmla="*/ 5 w 24"/>
                    <a:gd name="T13" fmla="*/ 72 h 1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4" h="127">
                      <a:moveTo>
                        <a:pt x="5" y="72"/>
                      </a:moveTo>
                      <a:cubicBezTo>
                        <a:pt x="10" y="50"/>
                        <a:pt x="20" y="0"/>
                        <a:pt x="20" y="0"/>
                      </a:cubicBezTo>
                      <a:cubicBezTo>
                        <a:pt x="24" y="49"/>
                        <a:pt x="24" y="49"/>
                        <a:pt x="24" y="49"/>
                      </a:cubicBezTo>
                      <a:cubicBezTo>
                        <a:pt x="19" y="64"/>
                        <a:pt x="15" y="78"/>
                        <a:pt x="15" y="85"/>
                      </a:cubicBezTo>
                      <a:cubicBezTo>
                        <a:pt x="15" y="98"/>
                        <a:pt x="16" y="113"/>
                        <a:pt x="17" y="127"/>
                      </a:cubicBezTo>
                      <a:cubicBezTo>
                        <a:pt x="17" y="127"/>
                        <a:pt x="17" y="127"/>
                        <a:pt x="17" y="127"/>
                      </a:cubicBezTo>
                      <a:cubicBezTo>
                        <a:pt x="17" y="127"/>
                        <a:pt x="0" y="95"/>
                        <a:pt x="5" y="72"/>
                      </a:cubicBezTo>
                      <a:close/>
                    </a:path>
                  </a:pathLst>
                </a:custGeom>
                <a:solidFill>
                  <a:srgbClr val="8A2A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13" name="í$liḑê"/>
                <p:cNvSpPr/>
                <p:nvPr userDrawn="1"/>
              </p:nvSpPr>
              <p:spPr bwMode="auto">
                <a:xfrm>
                  <a:off x="7528947" y="3522567"/>
                  <a:ext cx="164608" cy="474761"/>
                </a:xfrm>
                <a:custGeom>
                  <a:avLst/>
                  <a:gdLst>
                    <a:gd name="T0" fmla="*/ 15 w 46"/>
                    <a:gd name="T1" fmla="*/ 0 h 132"/>
                    <a:gd name="T2" fmla="*/ 34 w 46"/>
                    <a:gd name="T3" fmla="*/ 42 h 132"/>
                    <a:gd name="T4" fmla="*/ 34 w 46"/>
                    <a:gd name="T5" fmla="*/ 123 h 132"/>
                    <a:gd name="T6" fmla="*/ 7 w 46"/>
                    <a:gd name="T7" fmla="*/ 121 h 132"/>
                    <a:gd name="T8" fmla="*/ 1 w 46"/>
                    <a:gd name="T9" fmla="*/ 45 h 132"/>
                    <a:gd name="T10" fmla="*/ 15 w 46"/>
                    <a:gd name="T11" fmla="*/ 0 h 1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6" h="132">
                      <a:moveTo>
                        <a:pt x="15" y="0"/>
                      </a:moveTo>
                      <a:cubicBezTo>
                        <a:pt x="15" y="0"/>
                        <a:pt x="27" y="5"/>
                        <a:pt x="34" y="42"/>
                      </a:cubicBezTo>
                      <a:cubicBezTo>
                        <a:pt x="41" y="80"/>
                        <a:pt x="46" y="118"/>
                        <a:pt x="34" y="123"/>
                      </a:cubicBezTo>
                      <a:cubicBezTo>
                        <a:pt x="21" y="128"/>
                        <a:pt x="11" y="132"/>
                        <a:pt x="7" y="121"/>
                      </a:cubicBezTo>
                      <a:cubicBezTo>
                        <a:pt x="4" y="111"/>
                        <a:pt x="1" y="63"/>
                        <a:pt x="1" y="45"/>
                      </a:cubicBezTo>
                      <a:cubicBezTo>
                        <a:pt x="0" y="27"/>
                        <a:pt x="0" y="3"/>
                        <a:pt x="15" y="0"/>
                      </a:cubicBezTo>
                      <a:close/>
                    </a:path>
                  </a:pathLst>
                </a:custGeom>
                <a:solidFill>
                  <a:srgbClr val="B45EF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14" name="íšḷiḍê"/>
                <p:cNvSpPr/>
                <p:nvPr userDrawn="1"/>
              </p:nvSpPr>
              <p:spPr bwMode="auto">
                <a:xfrm>
                  <a:off x="7298497" y="4397582"/>
                  <a:ext cx="50249" cy="838629"/>
                </a:xfrm>
                <a:custGeom>
                  <a:avLst/>
                  <a:gdLst>
                    <a:gd name="T0" fmla="*/ 14 w 14"/>
                    <a:gd name="T1" fmla="*/ 233 h 233"/>
                    <a:gd name="T2" fmla="*/ 6 w 14"/>
                    <a:gd name="T3" fmla="*/ 232 h 233"/>
                    <a:gd name="T4" fmla="*/ 6 w 14"/>
                    <a:gd name="T5" fmla="*/ 232 h 233"/>
                    <a:gd name="T6" fmla="*/ 0 w 14"/>
                    <a:gd name="T7" fmla="*/ 0 h 233"/>
                    <a:gd name="T8" fmla="*/ 14 w 14"/>
                    <a:gd name="T9" fmla="*/ 233 h 2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" h="233">
                      <a:moveTo>
                        <a:pt x="14" y="233"/>
                      </a:moveTo>
                      <a:cubicBezTo>
                        <a:pt x="14" y="233"/>
                        <a:pt x="11" y="233"/>
                        <a:pt x="6" y="232"/>
                      </a:cubicBezTo>
                      <a:cubicBezTo>
                        <a:pt x="6" y="232"/>
                        <a:pt x="6" y="232"/>
                        <a:pt x="6" y="232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14" y="233"/>
                      </a:lnTo>
                      <a:close/>
                    </a:path>
                  </a:pathLst>
                </a:custGeom>
                <a:solidFill>
                  <a:srgbClr val="D8892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15" name="îṣľïḋê"/>
                <p:cNvSpPr/>
                <p:nvPr userDrawn="1"/>
              </p:nvSpPr>
              <p:spPr bwMode="auto">
                <a:xfrm>
                  <a:off x="7405925" y="4241639"/>
                  <a:ext cx="400256" cy="544070"/>
                </a:xfrm>
                <a:custGeom>
                  <a:avLst/>
                  <a:gdLst>
                    <a:gd name="T0" fmla="*/ 6 w 111"/>
                    <a:gd name="T1" fmla="*/ 151 h 151"/>
                    <a:gd name="T2" fmla="*/ 15 w 111"/>
                    <a:gd name="T3" fmla="*/ 140 h 151"/>
                    <a:gd name="T4" fmla="*/ 101 w 111"/>
                    <a:gd name="T5" fmla="*/ 90 h 151"/>
                    <a:gd name="T6" fmla="*/ 106 w 111"/>
                    <a:gd name="T7" fmla="*/ 81 h 151"/>
                    <a:gd name="T8" fmla="*/ 106 w 111"/>
                    <a:gd name="T9" fmla="*/ 10 h 151"/>
                    <a:gd name="T10" fmla="*/ 111 w 111"/>
                    <a:gd name="T11" fmla="*/ 4 h 151"/>
                    <a:gd name="T12" fmla="*/ 106 w 111"/>
                    <a:gd name="T13" fmla="*/ 1 h 151"/>
                    <a:gd name="T14" fmla="*/ 106 w 111"/>
                    <a:gd name="T15" fmla="*/ 1 h 151"/>
                    <a:gd name="T16" fmla="*/ 103 w 111"/>
                    <a:gd name="T17" fmla="*/ 1 h 151"/>
                    <a:gd name="T18" fmla="*/ 5 w 111"/>
                    <a:gd name="T19" fmla="*/ 58 h 151"/>
                    <a:gd name="T20" fmla="*/ 0 w 111"/>
                    <a:gd name="T21" fmla="*/ 67 h 151"/>
                    <a:gd name="T22" fmla="*/ 0 w 111"/>
                    <a:gd name="T23" fmla="*/ 144 h 151"/>
                    <a:gd name="T24" fmla="*/ 2 w 111"/>
                    <a:gd name="T25" fmla="*/ 148 h 151"/>
                    <a:gd name="T26" fmla="*/ 2 w 111"/>
                    <a:gd name="T27" fmla="*/ 148 h 151"/>
                    <a:gd name="T28" fmla="*/ 6 w 111"/>
                    <a:gd name="T29" fmla="*/ 151 h 1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111" h="151">
                      <a:moveTo>
                        <a:pt x="6" y="151"/>
                      </a:moveTo>
                      <a:cubicBezTo>
                        <a:pt x="15" y="140"/>
                        <a:pt x="15" y="140"/>
                        <a:pt x="15" y="140"/>
                      </a:cubicBezTo>
                      <a:cubicBezTo>
                        <a:pt x="101" y="90"/>
                        <a:pt x="101" y="90"/>
                        <a:pt x="101" y="90"/>
                      </a:cubicBezTo>
                      <a:cubicBezTo>
                        <a:pt x="104" y="89"/>
                        <a:pt x="106" y="84"/>
                        <a:pt x="106" y="81"/>
                      </a:cubicBezTo>
                      <a:cubicBezTo>
                        <a:pt x="106" y="10"/>
                        <a:pt x="106" y="10"/>
                        <a:pt x="106" y="10"/>
                      </a:cubicBezTo>
                      <a:cubicBezTo>
                        <a:pt x="111" y="4"/>
                        <a:pt x="111" y="4"/>
                        <a:pt x="111" y="4"/>
                      </a:cubicBezTo>
                      <a:cubicBezTo>
                        <a:pt x="106" y="1"/>
                        <a:pt x="106" y="1"/>
                        <a:pt x="106" y="1"/>
                      </a:cubicBezTo>
                      <a:cubicBezTo>
                        <a:pt x="106" y="1"/>
                        <a:pt x="106" y="1"/>
                        <a:pt x="106" y="1"/>
                      </a:cubicBezTo>
                      <a:cubicBezTo>
                        <a:pt x="105" y="0"/>
                        <a:pt x="104" y="0"/>
                        <a:pt x="103" y="1"/>
                      </a:cubicBezTo>
                      <a:cubicBezTo>
                        <a:pt x="5" y="58"/>
                        <a:pt x="5" y="58"/>
                        <a:pt x="5" y="58"/>
                      </a:cubicBezTo>
                      <a:cubicBezTo>
                        <a:pt x="2" y="59"/>
                        <a:pt x="0" y="64"/>
                        <a:pt x="0" y="67"/>
                      </a:cubicBezTo>
                      <a:cubicBezTo>
                        <a:pt x="0" y="144"/>
                        <a:pt x="0" y="144"/>
                        <a:pt x="0" y="144"/>
                      </a:cubicBezTo>
                      <a:cubicBezTo>
                        <a:pt x="0" y="146"/>
                        <a:pt x="1" y="148"/>
                        <a:pt x="2" y="148"/>
                      </a:cubicBezTo>
                      <a:cubicBezTo>
                        <a:pt x="2" y="148"/>
                        <a:pt x="2" y="148"/>
                        <a:pt x="2" y="148"/>
                      </a:cubicBezTo>
                      <a:lnTo>
                        <a:pt x="6" y="151"/>
                      </a:lnTo>
                      <a:close/>
                    </a:path>
                  </a:pathLst>
                </a:custGeom>
                <a:solidFill>
                  <a:srgbClr val="983BE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16" name="îŝḻíḑe"/>
                <p:cNvSpPr/>
                <p:nvPr userDrawn="1"/>
              </p:nvSpPr>
              <p:spPr bwMode="auto">
                <a:xfrm>
                  <a:off x="7409390" y="4241639"/>
                  <a:ext cx="396790" cy="396790"/>
                </a:xfrm>
                <a:custGeom>
                  <a:avLst/>
                  <a:gdLst>
                    <a:gd name="T0" fmla="*/ 65 w 110"/>
                    <a:gd name="T1" fmla="*/ 110 h 110"/>
                    <a:gd name="T2" fmla="*/ 71 w 110"/>
                    <a:gd name="T3" fmla="*/ 107 h 110"/>
                    <a:gd name="T4" fmla="*/ 105 w 110"/>
                    <a:gd name="T5" fmla="*/ 48 h 110"/>
                    <a:gd name="T6" fmla="*/ 105 w 110"/>
                    <a:gd name="T7" fmla="*/ 10 h 110"/>
                    <a:gd name="T8" fmla="*/ 110 w 110"/>
                    <a:gd name="T9" fmla="*/ 4 h 110"/>
                    <a:gd name="T10" fmla="*/ 105 w 110"/>
                    <a:gd name="T11" fmla="*/ 1 h 110"/>
                    <a:gd name="T12" fmla="*/ 105 w 110"/>
                    <a:gd name="T13" fmla="*/ 1 h 110"/>
                    <a:gd name="T14" fmla="*/ 102 w 110"/>
                    <a:gd name="T15" fmla="*/ 1 h 110"/>
                    <a:gd name="T16" fmla="*/ 4 w 110"/>
                    <a:gd name="T17" fmla="*/ 58 h 110"/>
                    <a:gd name="T18" fmla="*/ 0 w 110"/>
                    <a:gd name="T19" fmla="*/ 62 h 110"/>
                    <a:gd name="T20" fmla="*/ 65 w 110"/>
                    <a:gd name="T21" fmla="*/ 110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10" h="110">
                      <a:moveTo>
                        <a:pt x="65" y="110"/>
                      </a:moveTo>
                      <a:cubicBezTo>
                        <a:pt x="71" y="107"/>
                        <a:pt x="71" y="107"/>
                        <a:pt x="71" y="107"/>
                      </a:cubicBezTo>
                      <a:cubicBezTo>
                        <a:pt x="105" y="48"/>
                        <a:pt x="105" y="48"/>
                        <a:pt x="105" y="48"/>
                      </a:cubicBezTo>
                      <a:cubicBezTo>
                        <a:pt x="105" y="10"/>
                        <a:pt x="105" y="10"/>
                        <a:pt x="105" y="10"/>
                      </a:cubicBezTo>
                      <a:cubicBezTo>
                        <a:pt x="110" y="4"/>
                        <a:pt x="110" y="4"/>
                        <a:pt x="110" y="4"/>
                      </a:cubicBezTo>
                      <a:cubicBezTo>
                        <a:pt x="105" y="1"/>
                        <a:pt x="105" y="1"/>
                        <a:pt x="105" y="1"/>
                      </a:cubicBezTo>
                      <a:cubicBezTo>
                        <a:pt x="105" y="1"/>
                        <a:pt x="105" y="1"/>
                        <a:pt x="105" y="1"/>
                      </a:cubicBezTo>
                      <a:cubicBezTo>
                        <a:pt x="104" y="0"/>
                        <a:pt x="103" y="0"/>
                        <a:pt x="102" y="1"/>
                      </a:cubicBezTo>
                      <a:cubicBezTo>
                        <a:pt x="4" y="58"/>
                        <a:pt x="4" y="58"/>
                        <a:pt x="4" y="58"/>
                      </a:cubicBezTo>
                      <a:cubicBezTo>
                        <a:pt x="3" y="58"/>
                        <a:pt x="1" y="60"/>
                        <a:pt x="0" y="62"/>
                      </a:cubicBezTo>
                      <a:lnTo>
                        <a:pt x="65" y="110"/>
                      </a:lnTo>
                      <a:close/>
                    </a:path>
                  </a:pathLst>
                </a:custGeom>
                <a:solidFill>
                  <a:srgbClr val="D29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17" name="iş1iḓé"/>
                <p:cNvSpPr/>
                <p:nvPr userDrawn="1"/>
              </p:nvSpPr>
              <p:spPr bwMode="auto">
                <a:xfrm>
                  <a:off x="7769793" y="4241639"/>
                  <a:ext cx="36387" cy="22526"/>
                </a:xfrm>
                <a:custGeom>
                  <a:avLst/>
                  <a:gdLst>
                    <a:gd name="T0" fmla="*/ 8 w 10"/>
                    <a:gd name="T1" fmla="*/ 6 h 6"/>
                    <a:gd name="T2" fmla="*/ 10 w 10"/>
                    <a:gd name="T3" fmla="*/ 4 h 6"/>
                    <a:gd name="T4" fmla="*/ 5 w 10"/>
                    <a:gd name="T5" fmla="*/ 1 h 6"/>
                    <a:gd name="T6" fmla="*/ 5 w 10"/>
                    <a:gd name="T7" fmla="*/ 1 h 6"/>
                    <a:gd name="T8" fmla="*/ 2 w 10"/>
                    <a:gd name="T9" fmla="*/ 1 h 6"/>
                    <a:gd name="T10" fmla="*/ 0 w 10"/>
                    <a:gd name="T11" fmla="*/ 2 h 6"/>
                    <a:gd name="T12" fmla="*/ 8 w 1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" h="6">
                      <a:moveTo>
                        <a:pt x="8" y="6"/>
                      </a:moveTo>
                      <a:cubicBezTo>
                        <a:pt x="10" y="4"/>
                        <a:pt x="10" y="4"/>
                        <a:pt x="10" y="4"/>
                      </a:cubicBezTo>
                      <a:cubicBezTo>
                        <a:pt x="5" y="1"/>
                        <a:pt x="5" y="1"/>
                        <a:pt x="5" y="1"/>
                      </a:cubicBezTo>
                      <a:cubicBezTo>
                        <a:pt x="5" y="1"/>
                        <a:pt x="5" y="1"/>
                        <a:pt x="5" y="1"/>
                      </a:cubicBezTo>
                      <a:cubicBezTo>
                        <a:pt x="4" y="0"/>
                        <a:pt x="3" y="0"/>
                        <a:pt x="2" y="1"/>
                      </a:cubicBezTo>
                      <a:cubicBezTo>
                        <a:pt x="0" y="2"/>
                        <a:pt x="0" y="2"/>
                        <a:pt x="0" y="2"/>
                      </a:cubicBezTo>
                      <a:lnTo>
                        <a:pt x="8" y="6"/>
                      </a:lnTo>
                      <a:close/>
                    </a:path>
                  </a:pathLst>
                </a:custGeom>
                <a:solidFill>
                  <a:srgbClr val="D29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18" name="iSḻîḋé"/>
                <p:cNvSpPr/>
                <p:nvPr userDrawn="1"/>
              </p:nvSpPr>
              <p:spPr bwMode="auto">
                <a:xfrm>
                  <a:off x="7405925" y="4451297"/>
                  <a:ext cx="50249" cy="50249"/>
                </a:xfrm>
                <a:custGeom>
                  <a:avLst/>
                  <a:gdLst>
                    <a:gd name="T0" fmla="*/ 4 w 14"/>
                    <a:gd name="T1" fmla="*/ 0 h 14"/>
                    <a:gd name="T2" fmla="*/ 0 w 14"/>
                    <a:gd name="T3" fmla="*/ 8 h 14"/>
                    <a:gd name="T4" fmla="*/ 10 w 14"/>
                    <a:gd name="T5" fmla="*/ 14 h 14"/>
                    <a:gd name="T6" fmla="*/ 14 w 14"/>
                    <a:gd name="T7" fmla="*/ 6 h 14"/>
                    <a:gd name="T8" fmla="*/ 4 w 14"/>
                    <a:gd name="T9" fmla="*/ 0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" h="14">
                      <a:moveTo>
                        <a:pt x="4" y="0"/>
                      </a:moveTo>
                      <a:cubicBezTo>
                        <a:pt x="2" y="2"/>
                        <a:pt x="0" y="5"/>
                        <a:pt x="0" y="8"/>
                      </a:cubicBezTo>
                      <a:cubicBezTo>
                        <a:pt x="10" y="14"/>
                        <a:pt x="10" y="14"/>
                        <a:pt x="10" y="14"/>
                      </a:cubicBezTo>
                      <a:cubicBezTo>
                        <a:pt x="14" y="6"/>
                        <a:pt x="14" y="6"/>
                        <a:pt x="14" y="6"/>
                      </a:cubicBez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983BE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19" name="íŝļíḋé"/>
                <p:cNvSpPr/>
                <p:nvPr userDrawn="1"/>
              </p:nvSpPr>
              <p:spPr bwMode="auto">
                <a:xfrm>
                  <a:off x="7423252" y="4248570"/>
                  <a:ext cx="386394" cy="540604"/>
                </a:xfrm>
                <a:custGeom>
                  <a:avLst/>
                  <a:gdLst>
                    <a:gd name="T0" fmla="*/ 5 w 107"/>
                    <a:gd name="T1" fmla="*/ 58 h 150"/>
                    <a:gd name="T2" fmla="*/ 102 w 107"/>
                    <a:gd name="T3" fmla="*/ 2 h 150"/>
                    <a:gd name="T4" fmla="*/ 107 w 107"/>
                    <a:gd name="T5" fmla="*/ 6 h 150"/>
                    <a:gd name="T6" fmla="*/ 107 w 107"/>
                    <a:gd name="T7" fmla="*/ 82 h 150"/>
                    <a:gd name="T8" fmla="*/ 102 w 107"/>
                    <a:gd name="T9" fmla="*/ 92 h 150"/>
                    <a:gd name="T10" fmla="*/ 5 w 107"/>
                    <a:gd name="T11" fmla="*/ 149 h 150"/>
                    <a:gd name="T12" fmla="*/ 0 w 107"/>
                    <a:gd name="T13" fmla="*/ 145 h 150"/>
                    <a:gd name="T14" fmla="*/ 0 w 107"/>
                    <a:gd name="T15" fmla="*/ 68 h 150"/>
                    <a:gd name="T16" fmla="*/ 5 w 107"/>
                    <a:gd name="T17" fmla="*/ 58 h 1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07" h="150">
                      <a:moveTo>
                        <a:pt x="5" y="58"/>
                      </a:moveTo>
                      <a:cubicBezTo>
                        <a:pt x="102" y="2"/>
                        <a:pt x="102" y="2"/>
                        <a:pt x="102" y="2"/>
                      </a:cubicBezTo>
                      <a:cubicBezTo>
                        <a:pt x="105" y="0"/>
                        <a:pt x="107" y="2"/>
                        <a:pt x="107" y="6"/>
                      </a:cubicBezTo>
                      <a:cubicBezTo>
                        <a:pt x="107" y="82"/>
                        <a:pt x="107" y="82"/>
                        <a:pt x="107" y="82"/>
                      </a:cubicBezTo>
                      <a:cubicBezTo>
                        <a:pt x="107" y="86"/>
                        <a:pt x="105" y="90"/>
                        <a:pt x="102" y="92"/>
                      </a:cubicBezTo>
                      <a:cubicBezTo>
                        <a:pt x="5" y="149"/>
                        <a:pt x="5" y="149"/>
                        <a:pt x="5" y="149"/>
                      </a:cubicBezTo>
                      <a:cubicBezTo>
                        <a:pt x="2" y="150"/>
                        <a:pt x="0" y="148"/>
                        <a:pt x="0" y="145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4"/>
                        <a:pt x="2" y="60"/>
                        <a:pt x="5" y="58"/>
                      </a:cubicBezTo>
                      <a:close/>
                    </a:path>
                  </a:pathLst>
                </a:custGeom>
                <a:solidFill>
                  <a:srgbClr val="B45EF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0" name="îṩlîḓé"/>
                <p:cNvSpPr/>
                <p:nvPr userDrawn="1"/>
              </p:nvSpPr>
              <p:spPr bwMode="auto">
                <a:xfrm>
                  <a:off x="7567067" y="4180995"/>
                  <a:ext cx="95299" cy="266837"/>
                </a:xfrm>
                <a:custGeom>
                  <a:avLst/>
                  <a:gdLst>
                    <a:gd name="T0" fmla="*/ 22 w 26"/>
                    <a:gd name="T1" fmla="*/ 20 h 74"/>
                    <a:gd name="T2" fmla="*/ 25 w 26"/>
                    <a:gd name="T3" fmla="*/ 53 h 74"/>
                    <a:gd name="T4" fmla="*/ 17 w 26"/>
                    <a:gd name="T5" fmla="*/ 73 h 74"/>
                    <a:gd name="T6" fmla="*/ 11 w 26"/>
                    <a:gd name="T7" fmla="*/ 45 h 74"/>
                    <a:gd name="T8" fmla="*/ 3 w 26"/>
                    <a:gd name="T9" fmla="*/ 52 h 74"/>
                    <a:gd name="T10" fmla="*/ 5 w 26"/>
                    <a:gd name="T11" fmla="*/ 11 h 74"/>
                    <a:gd name="T12" fmla="*/ 22 w 26"/>
                    <a:gd name="T13" fmla="*/ 20 h 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6" h="74">
                      <a:moveTo>
                        <a:pt x="22" y="20"/>
                      </a:moveTo>
                      <a:cubicBezTo>
                        <a:pt x="22" y="20"/>
                        <a:pt x="26" y="45"/>
                        <a:pt x="25" y="53"/>
                      </a:cubicBezTo>
                      <a:cubicBezTo>
                        <a:pt x="25" y="61"/>
                        <a:pt x="20" y="74"/>
                        <a:pt x="17" y="73"/>
                      </a:cubicBezTo>
                      <a:cubicBezTo>
                        <a:pt x="14" y="73"/>
                        <a:pt x="17" y="42"/>
                        <a:pt x="11" y="45"/>
                      </a:cubicBezTo>
                      <a:cubicBezTo>
                        <a:pt x="6" y="48"/>
                        <a:pt x="5" y="53"/>
                        <a:pt x="3" y="52"/>
                      </a:cubicBezTo>
                      <a:cubicBezTo>
                        <a:pt x="0" y="50"/>
                        <a:pt x="7" y="23"/>
                        <a:pt x="5" y="11"/>
                      </a:cubicBezTo>
                      <a:cubicBezTo>
                        <a:pt x="3" y="0"/>
                        <a:pt x="22" y="20"/>
                        <a:pt x="22" y="20"/>
                      </a:cubicBezTo>
                      <a:close/>
                    </a:path>
                  </a:pathLst>
                </a:custGeom>
                <a:solidFill>
                  <a:srgbClr val="FFC2B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1" name="íṧliḍê"/>
                <p:cNvSpPr/>
                <p:nvPr userDrawn="1"/>
              </p:nvSpPr>
              <p:spPr bwMode="auto">
                <a:xfrm>
                  <a:off x="7035126" y="4023318"/>
                  <a:ext cx="93566" cy="265104"/>
                </a:xfrm>
                <a:custGeom>
                  <a:avLst/>
                  <a:gdLst>
                    <a:gd name="T0" fmla="*/ 4 w 26"/>
                    <a:gd name="T1" fmla="*/ 21 h 74"/>
                    <a:gd name="T2" fmla="*/ 1 w 26"/>
                    <a:gd name="T3" fmla="*/ 53 h 74"/>
                    <a:gd name="T4" fmla="*/ 9 w 26"/>
                    <a:gd name="T5" fmla="*/ 74 h 74"/>
                    <a:gd name="T6" fmla="*/ 14 w 26"/>
                    <a:gd name="T7" fmla="*/ 45 h 74"/>
                    <a:gd name="T8" fmla="*/ 23 w 26"/>
                    <a:gd name="T9" fmla="*/ 52 h 74"/>
                    <a:gd name="T10" fmla="*/ 21 w 26"/>
                    <a:gd name="T11" fmla="*/ 11 h 74"/>
                    <a:gd name="T12" fmla="*/ 4 w 26"/>
                    <a:gd name="T13" fmla="*/ 21 h 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6" h="74">
                      <a:moveTo>
                        <a:pt x="4" y="21"/>
                      </a:moveTo>
                      <a:cubicBezTo>
                        <a:pt x="4" y="21"/>
                        <a:pt x="0" y="45"/>
                        <a:pt x="1" y="53"/>
                      </a:cubicBezTo>
                      <a:cubicBezTo>
                        <a:pt x="1" y="61"/>
                        <a:pt x="6" y="74"/>
                        <a:pt x="9" y="74"/>
                      </a:cubicBezTo>
                      <a:cubicBezTo>
                        <a:pt x="12" y="73"/>
                        <a:pt x="9" y="42"/>
                        <a:pt x="14" y="45"/>
                      </a:cubicBezTo>
                      <a:cubicBezTo>
                        <a:pt x="20" y="48"/>
                        <a:pt x="21" y="54"/>
                        <a:pt x="23" y="52"/>
                      </a:cubicBezTo>
                      <a:cubicBezTo>
                        <a:pt x="26" y="50"/>
                        <a:pt x="19" y="23"/>
                        <a:pt x="21" y="11"/>
                      </a:cubicBezTo>
                      <a:cubicBezTo>
                        <a:pt x="23" y="0"/>
                        <a:pt x="4" y="21"/>
                        <a:pt x="4" y="21"/>
                      </a:cubicBezTo>
                      <a:close/>
                    </a:path>
                  </a:pathLst>
                </a:custGeom>
                <a:solidFill>
                  <a:srgbClr val="FFC2B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2" name="í$ḷiďé"/>
                <p:cNvSpPr/>
                <p:nvPr userDrawn="1"/>
              </p:nvSpPr>
              <p:spPr bwMode="auto">
                <a:xfrm>
                  <a:off x="7172010" y="3215877"/>
                  <a:ext cx="190598" cy="102230"/>
                </a:xfrm>
                <a:custGeom>
                  <a:avLst/>
                  <a:gdLst>
                    <a:gd name="T0" fmla="*/ 24 w 53"/>
                    <a:gd name="T1" fmla="*/ 21 h 28"/>
                    <a:gd name="T2" fmla="*/ 0 w 53"/>
                    <a:gd name="T3" fmla="*/ 23 h 28"/>
                    <a:gd name="T4" fmla="*/ 0 w 53"/>
                    <a:gd name="T5" fmla="*/ 20 h 28"/>
                    <a:gd name="T6" fmla="*/ 1 w 53"/>
                    <a:gd name="T7" fmla="*/ 7 h 28"/>
                    <a:gd name="T8" fmla="*/ 53 w 53"/>
                    <a:gd name="T9" fmla="*/ 0 h 28"/>
                    <a:gd name="T10" fmla="*/ 24 w 53"/>
                    <a:gd name="T11" fmla="*/ 21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53" h="28">
                      <a:moveTo>
                        <a:pt x="24" y="21"/>
                      </a:moveTo>
                      <a:cubicBezTo>
                        <a:pt x="4" y="28"/>
                        <a:pt x="1" y="23"/>
                        <a:pt x="0" y="23"/>
                      </a:cubicBezTo>
                      <a:cubicBezTo>
                        <a:pt x="0" y="22"/>
                        <a:pt x="0" y="21"/>
                        <a:pt x="0" y="20"/>
                      </a:cubicBezTo>
                      <a:cubicBezTo>
                        <a:pt x="0" y="15"/>
                        <a:pt x="0" y="11"/>
                        <a:pt x="1" y="7"/>
                      </a:cubicBezTo>
                      <a:cubicBezTo>
                        <a:pt x="53" y="0"/>
                        <a:pt x="53" y="0"/>
                        <a:pt x="53" y="0"/>
                      </a:cubicBezTo>
                      <a:cubicBezTo>
                        <a:pt x="53" y="0"/>
                        <a:pt x="44" y="14"/>
                        <a:pt x="24" y="21"/>
                      </a:cubicBezTo>
                      <a:close/>
                    </a:path>
                  </a:pathLst>
                </a:custGeom>
                <a:solidFill>
                  <a:srgbClr val="EA9C9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3" name="ïSliďè"/>
                <p:cNvSpPr/>
                <p:nvPr userDrawn="1"/>
              </p:nvSpPr>
              <p:spPr bwMode="auto">
                <a:xfrm>
                  <a:off x="7099237" y="3061667"/>
                  <a:ext cx="400256" cy="370799"/>
                </a:xfrm>
                <a:custGeom>
                  <a:avLst/>
                  <a:gdLst>
                    <a:gd name="T0" fmla="*/ 19 w 111"/>
                    <a:gd name="T1" fmla="*/ 23 h 103"/>
                    <a:gd name="T2" fmla="*/ 70 w 111"/>
                    <a:gd name="T3" fmla="*/ 4 h 103"/>
                    <a:gd name="T4" fmla="*/ 108 w 111"/>
                    <a:gd name="T5" fmla="*/ 49 h 103"/>
                    <a:gd name="T6" fmla="*/ 90 w 111"/>
                    <a:gd name="T7" fmla="*/ 103 h 103"/>
                    <a:gd name="T8" fmla="*/ 88 w 111"/>
                    <a:gd name="T9" fmla="*/ 102 h 103"/>
                    <a:gd name="T10" fmla="*/ 80 w 111"/>
                    <a:gd name="T11" fmla="*/ 94 h 103"/>
                    <a:gd name="T12" fmla="*/ 78 w 111"/>
                    <a:gd name="T13" fmla="*/ 79 h 103"/>
                    <a:gd name="T14" fmla="*/ 82 w 111"/>
                    <a:gd name="T15" fmla="*/ 75 h 103"/>
                    <a:gd name="T16" fmla="*/ 87 w 111"/>
                    <a:gd name="T17" fmla="*/ 72 h 103"/>
                    <a:gd name="T18" fmla="*/ 81 w 111"/>
                    <a:gd name="T19" fmla="*/ 57 h 103"/>
                    <a:gd name="T20" fmla="*/ 74 w 111"/>
                    <a:gd name="T21" fmla="*/ 52 h 103"/>
                    <a:gd name="T22" fmla="*/ 69 w 111"/>
                    <a:gd name="T23" fmla="*/ 50 h 103"/>
                    <a:gd name="T24" fmla="*/ 20 w 111"/>
                    <a:gd name="T25" fmla="*/ 56 h 103"/>
                    <a:gd name="T26" fmla="*/ 19 w 111"/>
                    <a:gd name="T27" fmla="*/ 23 h 1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11" h="103">
                      <a:moveTo>
                        <a:pt x="19" y="23"/>
                      </a:moveTo>
                      <a:cubicBezTo>
                        <a:pt x="23" y="19"/>
                        <a:pt x="40" y="0"/>
                        <a:pt x="70" y="4"/>
                      </a:cubicBezTo>
                      <a:cubicBezTo>
                        <a:pt x="89" y="7"/>
                        <a:pt x="105" y="20"/>
                        <a:pt x="108" y="49"/>
                      </a:cubicBezTo>
                      <a:cubicBezTo>
                        <a:pt x="111" y="69"/>
                        <a:pt x="103" y="88"/>
                        <a:pt x="90" y="103"/>
                      </a:cubicBezTo>
                      <a:cubicBezTo>
                        <a:pt x="89" y="103"/>
                        <a:pt x="89" y="102"/>
                        <a:pt x="88" y="102"/>
                      </a:cubicBezTo>
                      <a:cubicBezTo>
                        <a:pt x="80" y="97"/>
                        <a:pt x="80" y="94"/>
                        <a:pt x="80" y="94"/>
                      </a:cubicBezTo>
                      <a:cubicBezTo>
                        <a:pt x="78" y="79"/>
                        <a:pt x="78" y="79"/>
                        <a:pt x="78" y="79"/>
                      </a:cubicBezTo>
                      <a:cubicBezTo>
                        <a:pt x="78" y="77"/>
                        <a:pt x="80" y="75"/>
                        <a:pt x="82" y="75"/>
                      </a:cubicBezTo>
                      <a:cubicBezTo>
                        <a:pt x="83" y="75"/>
                        <a:pt x="85" y="74"/>
                        <a:pt x="87" y="72"/>
                      </a:cubicBezTo>
                      <a:cubicBezTo>
                        <a:pt x="91" y="66"/>
                        <a:pt x="89" y="57"/>
                        <a:pt x="81" y="57"/>
                      </a:cubicBezTo>
                      <a:cubicBezTo>
                        <a:pt x="76" y="57"/>
                        <a:pt x="75" y="54"/>
                        <a:pt x="74" y="52"/>
                      </a:cubicBezTo>
                      <a:cubicBezTo>
                        <a:pt x="73" y="50"/>
                        <a:pt x="71" y="49"/>
                        <a:pt x="69" y="50"/>
                      </a:cubicBezTo>
                      <a:cubicBezTo>
                        <a:pt x="60" y="53"/>
                        <a:pt x="35" y="61"/>
                        <a:pt x="20" y="56"/>
                      </a:cubicBezTo>
                      <a:cubicBezTo>
                        <a:pt x="0" y="51"/>
                        <a:pt x="14" y="27"/>
                        <a:pt x="19" y="23"/>
                      </a:cubicBezTo>
                      <a:close/>
                    </a:path>
                  </a:pathLst>
                </a:custGeom>
                <a:solidFill>
                  <a:srgbClr val="6614C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4" name="işľïḑé"/>
                <p:cNvSpPr/>
                <p:nvPr userDrawn="1"/>
              </p:nvSpPr>
              <p:spPr bwMode="auto">
                <a:xfrm>
                  <a:off x="7203199" y="3342365"/>
                  <a:ext cx="86635" cy="50249"/>
                </a:xfrm>
                <a:custGeom>
                  <a:avLst/>
                  <a:gdLst>
                    <a:gd name="T0" fmla="*/ 12 w 24"/>
                    <a:gd name="T1" fmla="*/ 4 h 14"/>
                    <a:gd name="T2" fmla="*/ 0 w 24"/>
                    <a:gd name="T3" fmla="*/ 0 h 14"/>
                    <a:gd name="T4" fmla="*/ 14 w 24"/>
                    <a:gd name="T5" fmla="*/ 12 h 14"/>
                    <a:gd name="T6" fmla="*/ 24 w 24"/>
                    <a:gd name="T7" fmla="*/ 7 h 14"/>
                    <a:gd name="T8" fmla="*/ 12 w 24"/>
                    <a:gd name="T9" fmla="*/ 4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14">
                      <a:moveTo>
                        <a:pt x="12" y="4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6" y="9"/>
                        <a:pt x="14" y="12"/>
                      </a:cubicBezTo>
                      <a:cubicBezTo>
                        <a:pt x="22" y="14"/>
                        <a:pt x="24" y="7"/>
                        <a:pt x="24" y="7"/>
                      </a:cubicBezTo>
                      <a:lnTo>
                        <a:pt x="12" y="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5" name="íṡľíḑe"/>
                <p:cNvSpPr/>
                <p:nvPr userDrawn="1"/>
              </p:nvSpPr>
              <p:spPr bwMode="auto">
                <a:xfrm>
                  <a:off x="7572265" y="4342136"/>
                  <a:ext cx="38120" cy="29457"/>
                </a:xfrm>
                <a:custGeom>
                  <a:avLst/>
                  <a:gdLst>
                    <a:gd name="T0" fmla="*/ 0 w 22"/>
                    <a:gd name="T1" fmla="*/ 13 h 17"/>
                    <a:gd name="T2" fmla="*/ 22 w 22"/>
                    <a:gd name="T3" fmla="*/ 0 h 17"/>
                    <a:gd name="T4" fmla="*/ 14 w 22"/>
                    <a:gd name="T5" fmla="*/ 13 h 17"/>
                    <a:gd name="T6" fmla="*/ 2 w 22"/>
                    <a:gd name="T7" fmla="*/ 17 h 17"/>
                    <a:gd name="T8" fmla="*/ 0 w 22"/>
                    <a:gd name="T9" fmla="*/ 13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17">
                      <a:moveTo>
                        <a:pt x="0" y="13"/>
                      </a:moveTo>
                      <a:lnTo>
                        <a:pt x="22" y="0"/>
                      </a:lnTo>
                      <a:lnTo>
                        <a:pt x="14" y="13"/>
                      </a:lnTo>
                      <a:lnTo>
                        <a:pt x="2" y="17"/>
                      </a:lnTo>
                      <a:lnTo>
                        <a:pt x="0" y="13"/>
                      </a:lnTo>
                      <a:close/>
                    </a:path>
                  </a:pathLst>
                </a:custGeom>
                <a:solidFill>
                  <a:srgbClr val="D29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6" name="ïṩ1íḓê"/>
                <p:cNvSpPr/>
                <p:nvPr userDrawn="1"/>
              </p:nvSpPr>
              <p:spPr bwMode="auto">
                <a:xfrm>
                  <a:off x="5049445" y="1316832"/>
                  <a:ext cx="1912907" cy="3623088"/>
                </a:xfrm>
                <a:custGeom>
                  <a:avLst/>
                  <a:gdLst>
                    <a:gd name="T0" fmla="*/ 488 w 531"/>
                    <a:gd name="T1" fmla="*/ 176 h 1007"/>
                    <a:gd name="T2" fmla="*/ 208 w 531"/>
                    <a:gd name="T3" fmla="*/ 8 h 1007"/>
                    <a:gd name="T4" fmla="*/ 172 w 531"/>
                    <a:gd name="T5" fmla="*/ 5 h 1007"/>
                    <a:gd name="T6" fmla="*/ 172 w 531"/>
                    <a:gd name="T7" fmla="*/ 5 h 1007"/>
                    <a:gd name="T8" fmla="*/ 145 w 531"/>
                    <a:gd name="T9" fmla="*/ 14 h 1007"/>
                    <a:gd name="T10" fmla="*/ 165 w 531"/>
                    <a:gd name="T11" fmla="*/ 14 h 1007"/>
                    <a:gd name="T12" fmla="*/ 156 w 531"/>
                    <a:gd name="T13" fmla="*/ 38 h 1007"/>
                    <a:gd name="T14" fmla="*/ 8 w 531"/>
                    <a:gd name="T15" fmla="*/ 718 h 1007"/>
                    <a:gd name="T16" fmla="*/ 43 w 531"/>
                    <a:gd name="T17" fmla="*/ 817 h 1007"/>
                    <a:gd name="T18" fmla="*/ 324 w 531"/>
                    <a:gd name="T19" fmla="*/ 986 h 1007"/>
                    <a:gd name="T20" fmla="*/ 333 w 531"/>
                    <a:gd name="T21" fmla="*/ 990 h 1007"/>
                    <a:gd name="T22" fmla="*/ 322 w 531"/>
                    <a:gd name="T23" fmla="*/ 1007 h 1007"/>
                    <a:gd name="T24" fmla="*/ 345 w 531"/>
                    <a:gd name="T25" fmla="*/ 999 h 1007"/>
                    <a:gd name="T26" fmla="*/ 345 w 531"/>
                    <a:gd name="T27" fmla="*/ 999 h 1007"/>
                    <a:gd name="T28" fmla="*/ 375 w 531"/>
                    <a:gd name="T29" fmla="*/ 956 h 1007"/>
                    <a:gd name="T30" fmla="*/ 523 w 531"/>
                    <a:gd name="T31" fmla="*/ 276 h 1007"/>
                    <a:gd name="T32" fmla="*/ 488 w 531"/>
                    <a:gd name="T33" fmla="*/ 176 h 10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531" h="1007">
                      <a:moveTo>
                        <a:pt x="488" y="176"/>
                      </a:moveTo>
                      <a:cubicBezTo>
                        <a:pt x="208" y="8"/>
                        <a:pt x="208" y="8"/>
                        <a:pt x="208" y="8"/>
                      </a:cubicBezTo>
                      <a:cubicBezTo>
                        <a:pt x="195" y="0"/>
                        <a:pt x="183" y="0"/>
                        <a:pt x="172" y="5"/>
                      </a:cubicBezTo>
                      <a:cubicBezTo>
                        <a:pt x="172" y="5"/>
                        <a:pt x="172" y="5"/>
                        <a:pt x="172" y="5"/>
                      </a:cubicBezTo>
                      <a:cubicBezTo>
                        <a:pt x="145" y="14"/>
                        <a:pt x="145" y="14"/>
                        <a:pt x="145" y="14"/>
                      </a:cubicBezTo>
                      <a:cubicBezTo>
                        <a:pt x="165" y="14"/>
                        <a:pt x="165" y="14"/>
                        <a:pt x="165" y="14"/>
                      </a:cubicBezTo>
                      <a:cubicBezTo>
                        <a:pt x="161" y="21"/>
                        <a:pt x="158" y="29"/>
                        <a:pt x="156" y="38"/>
                      </a:cubicBezTo>
                      <a:cubicBezTo>
                        <a:pt x="8" y="718"/>
                        <a:pt x="8" y="718"/>
                        <a:pt x="8" y="718"/>
                      </a:cubicBezTo>
                      <a:cubicBezTo>
                        <a:pt x="0" y="756"/>
                        <a:pt x="16" y="801"/>
                        <a:pt x="43" y="817"/>
                      </a:cubicBezTo>
                      <a:cubicBezTo>
                        <a:pt x="324" y="986"/>
                        <a:pt x="324" y="986"/>
                        <a:pt x="324" y="986"/>
                      </a:cubicBezTo>
                      <a:cubicBezTo>
                        <a:pt x="327" y="988"/>
                        <a:pt x="330" y="989"/>
                        <a:pt x="333" y="990"/>
                      </a:cubicBezTo>
                      <a:cubicBezTo>
                        <a:pt x="322" y="1007"/>
                        <a:pt x="322" y="1007"/>
                        <a:pt x="322" y="1007"/>
                      </a:cubicBezTo>
                      <a:cubicBezTo>
                        <a:pt x="345" y="999"/>
                        <a:pt x="345" y="999"/>
                        <a:pt x="345" y="999"/>
                      </a:cubicBezTo>
                      <a:cubicBezTo>
                        <a:pt x="345" y="999"/>
                        <a:pt x="345" y="999"/>
                        <a:pt x="345" y="999"/>
                      </a:cubicBezTo>
                      <a:cubicBezTo>
                        <a:pt x="359" y="993"/>
                        <a:pt x="370" y="978"/>
                        <a:pt x="375" y="956"/>
                      </a:cubicBezTo>
                      <a:cubicBezTo>
                        <a:pt x="523" y="276"/>
                        <a:pt x="523" y="276"/>
                        <a:pt x="523" y="276"/>
                      </a:cubicBezTo>
                      <a:cubicBezTo>
                        <a:pt x="531" y="238"/>
                        <a:pt x="516" y="193"/>
                        <a:pt x="488" y="176"/>
                      </a:cubicBezTo>
                      <a:close/>
                    </a:path>
                  </a:pathLst>
                </a:custGeom>
                <a:solidFill>
                  <a:srgbClr val="173D7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7" name="íSļiḋe"/>
                <p:cNvSpPr/>
                <p:nvPr userDrawn="1"/>
              </p:nvSpPr>
              <p:spPr bwMode="auto">
                <a:xfrm>
                  <a:off x="4909097" y="1316832"/>
                  <a:ext cx="1963156" cy="3673336"/>
                </a:xfrm>
                <a:custGeom>
                  <a:avLst/>
                  <a:gdLst>
                    <a:gd name="T0" fmla="*/ 323 w 545"/>
                    <a:gd name="T1" fmla="*/ 1004 h 1021"/>
                    <a:gd name="T2" fmla="*/ 43 w 545"/>
                    <a:gd name="T3" fmla="*/ 836 h 1021"/>
                    <a:gd name="T4" fmla="*/ 8 w 545"/>
                    <a:gd name="T5" fmla="*/ 736 h 1021"/>
                    <a:gd name="T6" fmla="*/ 156 w 545"/>
                    <a:gd name="T7" fmla="*/ 56 h 1021"/>
                    <a:gd name="T8" fmla="*/ 222 w 545"/>
                    <a:gd name="T9" fmla="*/ 17 h 1021"/>
                    <a:gd name="T10" fmla="*/ 502 w 545"/>
                    <a:gd name="T11" fmla="*/ 185 h 1021"/>
                    <a:gd name="T12" fmla="*/ 537 w 545"/>
                    <a:gd name="T13" fmla="*/ 285 h 1021"/>
                    <a:gd name="T14" fmla="*/ 389 w 545"/>
                    <a:gd name="T15" fmla="*/ 965 h 1021"/>
                    <a:gd name="T16" fmla="*/ 323 w 545"/>
                    <a:gd name="T17" fmla="*/ 1004 h 10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45" h="1021">
                      <a:moveTo>
                        <a:pt x="323" y="1004"/>
                      </a:moveTo>
                      <a:cubicBezTo>
                        <a:pt x="43" y="836"/>
                        <a:pt x="43" y="836"/>
                        <a:pt x="43" y="836"/>
                      </a:cubicBezTo>
                      <a:cubicBezTo>
                        <a:pt x="15" y="819"/>
                        <a:pt x="0" y="775"/>
                        <a:pt x="8" y="736"/>
                      </a:cubicBezTo>
                      <a:cubicBezTo>
                        <a:pt x="156" y="56"/>
                        <a:pt x="156" y="56"/>
                        <a:pt x="156" y="56"/>
                      </a:cubicBezTo>
                      <a:cubicBezTo>
                        <a:pt x="165" y="18"/>
                        <a:pt x="194" y="0"/>
                        <a:pt x="222" y="17"/>
                      </a:cubicBezTo>
                      <a:cubicBezTo>
                        <a:pt x="502" y="185"/>
                        <a:pt x="502" y="185"/>
                        <a:pt x="502" y="185"/>
                      </a:cubicBezTo>
                      <a:cubicBezTo>
                        <a:pt x="530" y="202"/>
                        <a:pt x="545" y="246"/>
                        <a:pt x="537" y="285"/>
                      </a:cubicBezTo>
                      <a:cubicBezTo>
                        <a:pt x="389" y="965"/>
                        <a:pt x="389" y="965"/>
                        <a:pt x="389" y="965"/>
                      </a:cubicBezTo>
                      <a:cubicBezTo>
                        <a:pt x="380" y="1003"/>
                        <a:pt x="351" y="1021"/>
                        <a:pt x="323" y="1004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8" name="ïṡḷiḍe"/>
                <p:cNvSpPr/>
                <p:nvPr userDrawn="1"/>
              </p:nvSpPr>
              <p:spPr bwMode="auto">
                <a:xfrm>
                  <a:off x="4966275" y="1398270"/>
                  <a:ext cx="1848797" cy="3510461"/>
                </a:xfrm>
                <a:custGeom>
                  <a:avLst/>
                  <a:gdLst>
                    <a:gd name="T0" fmla="*/ 308 w 513"/>
                    <a:gd name="T1" fmla="*/ 962 h 975"/>
                    <a:gd name="T2" fmla="*/ 34 w 513"/>
                    <a:gd name="T3" fmla="*/ 798 h 975"/>
                    <a:gd name="T4" fmla="*/ 7 w 513"/>
                    <a:gd name="T5" fmla="*/ 720 h 975"/>
                    <a:gd name="T6" fmla="*/ 154 w 513"/>
                    <a:gd name="T7" fmla="*/ 44 h 975"/>
                    <a:gd name="T8" fmla="*/ 205 w 513"/>
                    <a:gd name="T9" fmla="*/ 13 h 975"/>
                    <a:gd name="T10" fmla="*/ 479 w 513"/>
                    <a:gd name="T11" fmla="*/ 177 h 975"/>
                    <a:gd name="T12" fmla="*/ 506 w 513"/>
                    <a:gd name="T13" fmla="*/ 255 h 975"/>
                    <a:gd name="T14" fmla="*/ 359 w 513"/>
                    <a:gd name="T15" fmla="*/ 931 h 975"/>
                    <a:gd name="T16" fmla="*/ 308 w 513"/>
                    <a:gd name="T17" fmla="*/ 962 h 9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13" h="975">
                      <a:moveTo>
                        <a:pt x="308" y="962"/>
                      </a:moveTo>
                      <a:cubicBezTo>
                        <a:pt x="34" y="798"/>
                        <a:pt x="34" y="798"/>
                        <a:pt x="34" y="798"/>
                      </a:cubicBezTo>
                      <a:cubicBezTo>
                        <a:pt x="12" y="785"/>
                        <a:pt x="0" y="750"/>
                        <a:pt x="7" y="720"/>
                      </a:cubicBezTo>
                      <a:cubicBezTo>
                        <a:pt x="154" y="44"/>
                        <a:pt x="154" y="44"/>
                        <a:pt x="154" y="44"/>
                      </a:cubicBezTo>
                      <a:cubicBezTo>
                        <a:pt x="161" y="14"/>
                        <a:pt x="184" y="0"/>
                        <a:pt x="205" y="13"/>
                      </a:cubicBezTo>
                      <a:cubicBezTo>
                        <a:pt x="479" y="177"/>
                        <a:pt x="479" y="177"/>
                        <a:pt x="479" y="177"/>
                      </a:cubicBezTo>
                      <a:cubicBezTo>
                        <a:pt x="501" y="190"/>
                        <a:pt x="513" y="225"/>
                        <a:pt x="506" y="255"/>
                      </a:cubicBezTo>
                      <a:cubicBezTo>
                        <a:pt x="359" y="931"/>
                        <a:pt x="359" y="931"/>
                        <a:pt x="359" y="931"/>
                      </a:cubicBezTo>
                      <a:cubicBezTo>
                        <a:pt x="352" y="961"/>
                        <a:pt x="329" y="975"/>
                        <a:pt x="308" y="96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9" name="íŝľïḑê"/>
                <p:cNvSpPr/>
                <p:nvPr userDrawn="1"/>
              </p:nvSpPr>
              <p:spPr bwMode="auto">
                <a:xfrm>
                  <a:off x="5863817" y="1838377"/>
                  <a:ext cx="157677" cy="117824"/>
                </a:xfrm>
                <a:custGeom>
                  <a:avLst/>
                  <a:gdLst>
                    <a:gd name="T0" fmla="*/ 36 w 44"/>
                    <a:gd name="T1" fmla="*/ 32 h 33"/>
                    <a:gd name="T2" fmla="*/ 5 w 44"/>
                    <a:gd name="T3" fmla="*/ 14 h 33"/>
                    <a:gd name="T4" fmla="*/ 1 w 44"/>
                    <a:gd name="T5" fmla="*/ 5 h 33"/>
                    <a:gd name="T6" fmla="*/ 1 w 44"/>
                    <a:gd name="T7" fmla="*/ 5 h 33"/>
                    <a:gd name="T8" fmla="*/ 8 w 44"/>
                    <a:gd name="T9" fmla="*/ 1 h 33"/>
                    <a:gd name="T10" fmla="*/ 39 w 44"/>
                    <a:gd name="T11" fmla="*/ 19 h 33"/>
                    <a:gd name="T12" fmla="*/ 43 w 44"/>
                    <a:gd name="T13" fmla="*/ 29 h 33"/>
                    <a:gd name="T14" fmla="*/ 43 w 44"/>
                    <a:gd name="T15" fmla="*/ 29 h 33"/>
                    <a:gd name="T16" fmla="*/ 36 w 44"/>
                    <a:gd name="T17" fmla="*/ 32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4" h="33">
                      <a:moveTo>
                        <a:pt x="36" y="32"/>
                      </a:move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2" y="12"/>
                        <a:pt x="0" y="8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2" y="1"/>
                        <a:pt x="5" y="0"/>
                        <a:pt x="8" y="1"/>
                      </a:cubicBezTo>
                      <a:cubicBezTo>
                        <a:pt x="39" y="19"/>
                        <a:pt x="39" y="19"/>
                        <a:pt x="39" y="19"/>
                      </a:cubicBezTo>
                      <a:cubicBezTo>
                        <a:pt x="42" y="21"/>
                        <a:pt x="44" y="25"/>
                        <a:pt x="43" y="29"/>
                      </a:cubicBezTo>
                      <a:cubicBezTo>
                        <a:pt x="43" y="29"/>
                        <a:pt x="43" y="29"/>
                        <a:pt x="43" y="29"/>
                      </a:cubicBezTo>
                      <a:cubicBezTo>
                        <a:pt x="42" y="32"/>
                        <a:pt x="39" y="33"/>
                        <a:pt x="36" y="32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30" name="íṣlîďe"/>
                <p:cNvSpPr/>
                <p:nvPr userDrawn="1"/>
              </p:nvSpPr>
              <p:spPr bwMode="auto">
                <a:xfrm>
                  <a:off x="6080406" y="1959666"/>
                  <a:ext cx="207925" cy="152478"/>
                </a:xfrm>
                <a:custGeom>
                  <a:avLst/>
                  <a:gdLst>
                    <a:gd name="T0" fmla="*/ 51 w 58"/>
                    <a:gd name="T1" fmla="*/ 41 h 42"/>
                    <a:gd name="T2" fmla="*/ 4 w 58"/>
                    <a:gd name="T3" fmla="*/ 14 h 42"/>
                    <a:gd name="T4" fmla="*/ 1 w 58"/>
                    <a:gd name="T5" fmla="*/ 5 h 42"/>
                    <a:gd name="T6" fmla="*/ 1 w 58"/>
                    <a:gd name="T7" fmla="*/ 5 h 42"/>
                    <a:gd name="T8" fmla="*/ 7 w 58"/>
                    <a:gd name="T9" fmla="*/ 2 h 42"/>
                    <a:gd name="T10" fmla="*/ 53 w 58"/>
                    <a:gd name="T11" fmla="*/ 28 h 42"/>
                    <a:gd name="T12" fmla="*/ 57 w 58"/>
                    <a:gd name="T13" fmla="*/ 38 h 42"/>
                    <a:gd name="T14" fmla="*/ 57 w 58"/>
                    <a:gd name="T15" fmla="*/ 38 h 42"/>
                    <a:gd name="T16" fmla="*/ 51 w 58"/>
                    <a:gd name="T17" fmla="*/ 41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8" h="42">
                      <a:moveTo>
                        <a:pt x="51" y="41"/>
                      </a:moveTo>
                      <a:cubicBezTo>
                        <a:pt x="4" y="14"/>
                        <a:pt x="4" y="14"/>
                        <a:pt x="4" y="14"/>
                      </a:cubicBezTo>
                      <a:cubicBezTo>
                        <a:pt x="2" y="12"/>
                        <a:pt x="0" y="8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1" y="1"/>
                        <a:pt x="4" y="0"/>
                        <a:pt x="7" y="2"/>
                      </a:cubicBezTo>
                      <a:cubicBezTo>
                        <a:pt x="53" y="28"/>
                        <a:pt x="53" y="28"/>
                        <a:pt x="53" y="28"/>
                      </a:cubicBezTo>
                      <a:cubicBezTo>
                        <a:pt x="56" y="30"/>
                        <a:pt x="58" y="34"/>
                        <a:pt x="57" y="38"/>
                      </a:cubicBezTo>
                      <a:cubicBezTo>
                        <a:pt x="57" y="38"/>
                        <a:pt x="57" y="38"/>
                        <a:pt x="57" y="38"/>
                      </a:cubicBezTo>
                      <a:cubicBezTo>
                        <a:pt x="56" y="41"/>
                        <a:pt x="53" y="42"/>
                        <a:pt x="51" y="41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31" name="í$ļîdé"/>
                <p:cNvSpPr/>
                <p:nvPr userDrawn="1"/>
              </p:nvSpPr>
              <p:spPr bwMode="auto">
                <a:xfrm>
                  <a:off x="5669754" y="2359921"/>
                  <a:ext cx="154211" cy="123023"/>
                </a:xfrm>
                <a:custGeom>
                  <a:avLst/>
                  <a:gdLst>
                    <a:gd name="T0" fmla="*/ 36 w 43"/>
                    <a:gd name="T1" fmla="*/ 33 h 34"/>
                    <a:gd name="T2" fmla="*/ 4 w 43"/>
                    <a:gd name="T3" fmla="*/ 15 h 34"/>
                    <a:gd name="T4" fmla="*/ 1 w 43"/>
                    <a:gd name="T5" fmla="*/ 5 h 34"/>
                    <a:gd name="T6" fmla="*/ 1 w 43"/>
                    <a:gd name="T7" fmla="*/ 5 h 34"/>
                    <a:gd name="T8" fmla="*/ 7 w 43"/>
                    <a:gd name="T9" fmla="*/ 2 h 34"/>
                    <a:gd name="T10" fmla="*/ 39 w 43"/>
                    <a:gd name="T11" fmla="*/ 20 h 34"/>
                    <a:gd name="T12" fmla="*/ 42 w 43"/>
                    <a:gd name="T13" fmla="*/ 29 h 34"/>
                    <a:gd name="T14" fmla="*/ 42 w 43"/>
                    <a:gd name="T15" fmla="*/ 29 h 34"/>
                    <a:gd name="T16" fmla="*/ 36 w 43"/>
                    <a:gd name="T17" fmla="*/ 33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3" h="34">
                      <a:moveTo>
                        <a:pt x="36" y="33"/>
                      </a:moveTo>
                      <a:cubicBezTo>
                        <a:pt x="4" y="15"/>
                        <a:pt x="4" y="15"/>
                        <a:pt x="4" y="15"/>
                      </a:cubicBezTo>
                      <a:cubicBezTo>
                        <a:pt x="2" y="13"/>
                        <a:pt x="0" y="9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1" y="2"/>
                        <a:pt x="4" y="0"/>
                        <a:pt x="7" y="2"/>
                      </a:cubicBezTo>
                      <a:cubicBezTo>
                        <a:pt x="39" y="20"/>
                        <a:pt x="39" y="20"/>
                        <a:pt x="39" y="20"/>
                      </a:cubicBezTo>
                      <a:cubicBezTo>
                        <a:pt x="41" y="22"/>
                        <a:pt x="43" y="26"/>
                        <a:pt x="42" y="29"/>
                      </a:cubicBezTo>
                      <a:cubicBezTo>
                        <a:pt x="42" y="29"/>
                        <a:pt x="42" y="29"/>
                        <a:pt x="42" y="29"/>
                      </a:cubicBezTo>
                      <a:cubicBezTo>
                        <a:pt x="42" y="33"/>
                        <a:pt x="39" y="34"/>
                        <a:pt x="36" y="33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32" name="íṥlíḑê"/>
                <p:cNvSpPr/>
                <p:nvPr userDrawn="1"/>
              </p:nvSpPr>
              <p:spPr bwMode="auto">
                <a:xfrm>
                  <a:off x="5853421" y="2467348"/>
                  <a:ext cx="211390" cy="155943"/>
                </a:xfrm>
                <a:custGeom>
                  <a:avLst/>
                  <a:gdLst>
                    <a:gd name="T0" fmla="*/ 51 w 59"/>
                    <a:gd name="T1" fmla="*/ 41 h 43"/>
                    <a:gd name="T2" fmla="*/ 5 w 59"/>
                    <a:gd name="T3" fmla="*/ 14 h 43"/>
                    <a:gd name="T4" fmla="*/ 1 w 59"/>
                    <a:gd name="T5" fmla="*/ 5 h 43"/>
                    <a:gd name="T6" fmla="*/ 1 w 59"/>
                    <a:gd name="T7" fmla="*/ 5 h 43"/>
                    <a:gd name="T8" fmla="*/ 8 w 59"/>
                    <a:gd name="T9" fmla="*/ 2 h 43"/>
                    <a:gd name="T10" fmla="*/ 54 w 59"/>
                    <a:gd name="T11" fmla="*/ 28 h 43"/>
                    <a:gd name="T12" fmla="*/ 58 w 59"/>
                    <a:gd name="T13" fmla="*/ 38 h 43"/>
                    <a:gd name="T14" fmla="*/ 58 w 59"/>
                    <a:gd name="T15" fmla="*/ 38 h 43"/>
                    <a:gd name="T16" fmla="*/ 51 w 59"/>
                    <a:gd name="T17" fmla="*/ 41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9" h="43">
                      <a:moveTo>
                        <a:pt x="51" y="41"/>
                      </a:move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2" y="13"/>
                        <a:pt x="0" y="8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2" y="2"/>
                        <a:pt x="5" y="0"/>
                        <a:pt x="8" y="2"/>
                      </a:cubicBezTo>
                      <a:cubicBezTo>
                        <a:pt x="54" y="28"/>
                        <a:pt x="54" y="28"/>
                        <a:pt x="54" y="28"/>
                      </a:cubicBezTo>
                      <a:cubicBezTo>
                        <a:pt x="57" y="30"/>
                        <a:pt x="59" y="34"/>
                        <a:pt x="58" y="38"/>
                      </a:cubicBezTo>
                      <a:cubicBezTo>
                        <a:pt x="58" y="38"/>
                        <a:pt x="58" y="38"/>
                        <a:pt x="58" y="38"/>
                      </a:cubicBezTo>
                      <a:cubicBezTo>
                        <a:pt x="57" y="41"/>
                        <a:pt x="54" y="43"/>
                        <a:pt x="51" y="41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33" name="ïşḷíḓe"/>
                <p:cNvSpPr/>
                <p:nvPr userDrawn="1"/>
              </p:nvSpPr>
              <p:spPr bwMode="auto">
                <a:xfrm>
                  <a:off x="5576188" y="1777732"/>
                  <a:ext cx="110893" cy="97032"/>
                </a:xfrm>
                <a:custGeom>
                  <a:avLst/>
                  <a:gdLst>
                    <a:gd name="T0" fmla="*/ 24 w 31"/>
                    <a:gd name="T1" fmla="*/ 25 h 27"/>
                    <a:gd name="T2" fmla="*/ 5 w 31"/>
                    <a:gd name="T3" fmla="*/ 14 h 27"/>
                    <a:gd name="T4" fmla="*/ 1 w 31"/>
                    <a:gd name="T5" fmla="*/ 5 h 27"/>
                    <a:gd name="T6" fmla="*/ 1 w 31"/>
                    <a:gd name="T7" fmla="*/ 5 h 27"/>
                    <a:gd name="T8" fmla="*/ 7 w 31"/>
                    <a:gd name="T9" fmla="*/ 1 h 27"/>
                    <a:gd name="T10" fmla="*/ 27 w 31"/>
                    <a:gd name="T11" fmla="*/ 13 h 27"/>
                    <a:gd name="T12" fmla="*/ 31 w 31"/>
                    <a:gd name="T13" fmla="*/ 22 h 27"/>
                    <a:gd name="T14" fmla="*/ 31 w 31"/>
                    <a:gd name="T15" fmla="*/ 22 h 27"/>
                    <a:gd name="T16" fmla="*/ 24 w 31"/>
                    <a:gd name="T17" fmla="*/ 25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1" h="27">
                      <a:moveTo>
                        <a:pt x="24" y="25"/>
                      </a:move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2" y="12"/>
                        <a:pt x="0" y="8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1" y="1"/>
                        <a:pt x="4" y="0"/>
                        <a:pt x="7" y="1"/>
                      </a:cubicBezTo>
                      <a:cubicBezTo>
                        <a:pt x="27" y="13"/>
                        <a:pt x="27" y="13"/>
                        <a:pt x="27" y="13"/>
                      </a:cubicBezTo>
                      <a:cubicBezTo>
                        <a:pt x="30" y="14"/>
                        <a:pt x="31" y="19"/>
                        <a:pt x="31" y="22"/>
                      </a:cubicBezTo>
                      <a:cubicBezTo>
                        <a:pt x="31" y="22"/>
                        <a:pt x="31" y="22"/>
                        <a:pt x="31" y="22"/>
                      </a:cubicBezTo>
                      <a:cubicBezTo>
                        <a:pt x="30" y="25"/>
                        <a:pt x="27" y="27"/>
                        <a:pt x="24" y="25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34" name="ï$ḻídê"/>
                <p:cNvSpPr/>
                <p:nvPr userDrawn="1"/>
              </p:nvSpPr>
              <p:spPr bwMode="auto">
                <a:xfrm>
                  <a:off x="5647229" y="1925012"/>
                  <a:ext cx="259906" cy="180201"/>
                </a:xfrm>
                <a:custGeom>
                  <a:avLst/>
                  <a:gdLst>
                    <a:gd name="T0" fmla="*/ 64 w 72"/>
                    <a:gd name="T1" fmla="*/ 48 h 50"/>
                    <a:gd name="T2" fmla="*/ 5 w 72"/>
                    <a:gd name="T3" fmla="*/ 14 h 50"/>
                    <a:gd name="T4" fmla="*/ 1 w 72"/>
                    <a:gd name="T5" fmla="*/ 5 h 50"/>
                    <a:gd name="T6" fmla="*/ 1 w 72"/>
                    <a:gd name="T7" fmla="*/ 5 h 50"/>
                    <a:gd name="T8" fmla="*/ 7 w 72"/>
                    <a:gd name="T9" fmla="*/ 2 h 50"/>
                    <a:gd name="T10" fmla="*/ 67 w 72"/>
                    <a:gd name="T11" fmla="*/ 36 h 50"/>
                    <a:gd name="T12" fmla="*/ 71 w 72"/>
                    <a:gd name="T13" fmla="*/ 45 h 50"/>
                    <a:gd name="T14" fmla="*/ 71 w 72"/>
                    <a:gd name="T15" fmla="*/ 45 h 50"/>
                    <a:gd name="T16" fmla="*/ 64 w 72"/>
                    <a:gd name="T17" fmla="*/ 48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2" h="50">
                      <a:moveTo>
                        <a:pt x="64" y="48"/>
                      </a:move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2" y="12"/>
                        <a:pt x="0" y="8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2" y="1"/>
                        <a:pt x="5" y="0"/>
                        <a:pt x="7" y="2"/>
                      </a:cubicBezTo>
                      <a:cubicBezTo>
                        <a:pt x="67" y="36"/>
                        <a:pt x="67" y="36"/>
                        <a:pt x="67" y="36"/>
                      </a:cubicBezTo>
                      <a:cubicBezTo>
                        <a:pt x="70" y="38"/>
                        <a:pt x="72" y="42"/>
                        <a:pt x="71" y="45"/>
                      </a:cubicBezTo>
                      <a:cubicBezTo>
                        <a:pt x="71" y="45"/>
                        <a:pt x="71" y="45"/>
                        <a:pt x="71" y="45"/>
                      </a:cubicBezTo>
                      <a:cubicBezTo>
                        <a:pt x="70" y="49"/>
                        <a:pt x="67" y="50"/>
                        <a:pt x="64" y="48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35" name="îsḷíde"/>
                <p:cNvSpPr/>
                <p:nvPr userDrawn="1"/>
              </p:nvSpPr>
              <p:spPr bwMode="auto">
                <a:xfrm>
                  <a:off x="5603911" y="2112144"/>
                  <a:ext cx="112626" cy="97032"/>
                </a:xfrm>
                <a:custGeom>
                  <a:avLst/>
                  <a:gdLst>
                    <a:gd name="T0" fmla="*/ 24 w 31"/>
                    <a:gd name="T1" fmla="*/ 25 h 27"/>
                    <a:gd name="T2" fmla="*/ 5 w 31"/>
                    <a:gd name="T3" fmla="*/ 14 h 27"/>
                    <a:gd name="T4" fmla="*/ 1 w 31"/>
                    <a:gd name="T5" fmla="*/ 5 h 27"/>
                    <a:gd name="T6" fmla="*/ 1 w 31"/>
                    <a:gd name="T7" fmla="*/ 5 h 27"/>
                    <a:gd name="T8" fmla="*/ 7 w 31"/>
                    <a:gd name="T9" fmla="*/ 2 h 27"/>
                    <a:gd name="T10" fmla="*/ 27 w 31"/>
                    <a:gd name="T11" fmla="*/ 13 h 27"/>
                    <a:gd name="T12" fmla="*/ 31 w 31"/>
                    <a:gd name="T13" fmla="*/ 22 h 27"/>
                    <a:gd name="T14" fmla="*/ 31 w 31"/>
                    <a:gd name="T15" fmla="*/ 22 h 27"/>
                    <a:gd name="T16" fmla="*/ 24 w 31"/>
                    <a:gd name="T17" fmla="*/ 25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1" h="27">
                      <a:moveTo>
                        <a:pt x="24" y="25"/>
                      </a:move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2" y="12"/>
                        <a:pt x="0" y="8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1" y="1"/>
                        <a:pt x="4" y="0"/>
                        <a:pt x="7" y="2"/>
                      </a:cubicBezTo>
                      <a:cubicBezTo>
                        <a:pt x="27" y="13"/>
                        <a:pt x="27" y="13"/>
                        <a:pt x="27" y="13"/>
                      </a:cubicBezTo>
                      <a:cubicBezTo>
                        <a:pt x="30" y="15"/>
                        <a:pt x="31" y="19"/>
                        <a:pt x="31" y="22"/>
                      </a:cubicBezTo>
                      <a:cubicBezTo>
                        <a:pt x="31" y="22"/>
                        <a:pt x="31" y="22"/>
                        <a:pt x="31" y="22"/>
                      </a:cubicBezTo>
                      <a:cubicBezTo>
                        <a:pt x="30" y="26"/>
                        <a:pt x="27" y="27"/>
                        <a:pt x="24" y="25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36" name="îṧlíḓe"/>
                <p:cNvSpPr/>
                <p:nvPr userDrawn="1"/>
              </p:nvSpPr>
              <p:spPr bwMode="auto">
                <a:xfrm>
                  <a:off x="5867282" y="2690868"/>
                  <a:ext cx="233916" cy="162874"/>
                </a:xfrm>
                <a:custGeom>
                  <a:avLst/>
                  <a:gdLst>
                    <a:gd name="T0" fmla="*/ 57 w 65"/>
                    <a:gd name="T1" fmla="*/ 44 h 45"/>
                    <a:gd name="T2" fmla="*/ 5 w 65"/>
                    <a:gd name="T3" fmla="*/ 14 h 45"/>
                    <a:gd name="T4" fmla="*/ 1 w 65"/>
                    <a:gd name="T5" fmla="*/ 4 h 45"/>
                    <a:gd name="T6" fmla="*/ 1 w 65"/>
                    <a:gd name="T7" fmla="*/ 4 h 45"/>
                    <a:gd name="T8" fmla="*/ 8 w 65"/>
                    <a:gd name="T9" fmla="*/ 1 h 45"/>
                    <a:gd name="T10" fmla="*/ 60 w 65"/>
                    <a:gd name="T11" fmla="*/ 31 h 45"/>
                    <a:gd name="T12" fmla="*/ 64 w 65"/>
                    <a:gd name="T13" fmla="*/ 41 h 45"/>
                    <a:gd name="T14" fmla="*/ 64 w 65"/>
                    <a:gd name="T15" fmla="*/ 41 h 45"/>
                    <a:gd name="T16" fmla="*/ 57 w 65"/>
                    <a:gd name="T17" fmla="*/ 44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5" h="45">
                      <a:moveTo>
                        <a:pt x="57" y="44"/>
                      </a:move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2" y="12"/>
                        <a:pt x="0" y="8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2" y="1"/>
                        <a:pt x="5" y="0"/>
                        <a:pt x="8" y="1"/>
                      </a:cubicBezTo>
                      <a:cubicBezTo>
                        <a:pt x="60" y="31"/>
                        <a:pt x="60" y="31"/>
                        <a:pt x="60" y="31"/>
                      </a:cubicBezTo>
                      <a:cubicBezTo>
                        <a:pt x="63" y="33"/>
                        <a:pt x="65" y="37"/>
                        <a:pt x="64" y="41"/>
                      </a:cubicBezTo>
                      <a:cubicBezTo>
                        <a:pt x="64" y="41"/>
                        <a:pt x="64" y="41"/>
                        <a:pt x="64" y="41"/>
                      </a:cubicBezTo>
                      <a:cubicBezTo>
                        <a:pt x="63" y="44"/>
                        <a:pt x="60" y="45"/>
                        <a:pt x="57" y="44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37" name="íṡlíḑê"/>
                <p:cNvSpPr/>
                <p:nvPr userDrawn="1"/>
              </p:nvSpPr>
              <p:spPr bwMode="auto">
                <a:xfrm>
                  <a:off x="5560594" y="2299277"/>
                  <a:ext cx="86635" cy="81438"/>
                </a:xfrm>
                <a:custGeom>
                  <a:avLst/>
                  <a:gdLst>
                    <a:gd name="T0" fmla="*/ 17 w 24"/>
                    <a:gd name="T1" fmla="*/ 21 h 23"/>
                    <a:gd name="T2" fmla="*/ 4 w 24"/>
                    <a:gd name="T3" fmla="*/ 14 h 23"/>
                    <a:gd name="T4" fmla="*/ 1 w 24"/>
                    <a:gd name="T5" fmla="*/ 5 h 23"/>
                    <a:gd name="T6" fmla="*/ 1 w 24"/>
                    <a:gd name="T7" fmla="*/ 5 h 23"/>
                    <a:gd name="T8" fmla="*/ 7 w 24"/>
                    <a:gd name="T9" fmla="*/ 2 h 23"/>
                    <a:gd name="T10" fmla="*/ 20 w 24"/>
                    <a:gd name="T11" fmla="*/ 9 h 23"/>
                    <a:gd name="T12" fmla="*/ 24 w 24"/>
                    <a:gd name="T13" fmla="*/ 18 h 23"/>
                    <a:gd name="T14" fmla="*/ 24 w 24"/>
                    <a:gd name="T15" fmla="*/ 18 h 23"/>
                    <a:gd name="T16" fmla="*/ 17 w 24"/>
                    <a:gd name="T17" fmla="*/ 21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4" h="23">
                      <a:moveTo>
                        <a:pt x="17" y="21"/>
                      </a:moveTo>
                      <a:cubicBezTo>
                        <a:pt x="4" y="14"/>
                        <a:pt x="4" y="14"/>
                        <a:pt x="4" y="14"/>
                      </a:cubicBezTo>
                      <a:cubicBezTo>
                        <a:pt x="2" y="13"/>
                        <a:pt x="0" y="8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1" y="2"/>
                        <a:pt x="4" y="0"/>
                        <a:pt x="7" y="2"/>
                      </a:cubicBezTo>
                      <a:cubicBezTo>
                        <a:pt x="20" y="9"/>
                        <a:pt x="20" y="9"/>
                        <a:pt x="20" y="9"/>
                      </a:cubicBezTo>
                      <a:cubicBezTo>
                        <a:pt x="23" y="11"/>
                        <a:pt x="24" y="15"/>
                        <a:pt x="24" y="18"/>
                      </a:cubicBezTo>
                      <a:cubicBezTo>
                        <a:pt x="24" y="18"/>
                        <a:pt x="24" y="18"/>
                        <a:pt x="24" y="18"/>
                      </a:cubicBezTo>
                      <a:cubicBezTo>
                        <a:pt x="23" y="22"/>
                        <a:pt x="20" y="23"/>
                        <a:pt x="17" y="21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38" name="ïş1îďé"/>
                <p:cNvSpPr/>
                <p:nvPr userDrawn="1"/>
              </p:nvSpPr>
              <p:spPr bwMode="auto">
                <a:xfrm>
                  <a:off x="5517276" y="2486409"/>
                  <a:ext cx="98765" cy="90101"/>
                </a:xfrm>
                <a:custGeom>
                  <a:avLst/>
                  <a:gdLst>
                    <a:gd name="T0" fmla="*/ 20 w 27"/>
                    <a:gd name="T1" fmla="*/ 23 h 25"/>
                    <a:gd name="T2" fmla="*/ 4 w 27"/>
                    <a:gd name="T3" fmla="*/ 14 h 25"/>
                    <a:gd name="T4" fmla="*/ 1 w 27"/>
                    <a:gd name="T5" fmla="*/ 5 h 25"/>
                    <a:gd name="T6" fmla="*/ 1 w 27"/>
                    <a:gd name="T7" fmla="*/ 5 h 25"/>
                    <a:gd name="T8" fmla="*/ 7 w 27"/>
                    <a:gd name="T9" fmla="*/ 2 h 25"/>
                    <a:gd name="T10" fmla="*/ 23 w 27"/>
                    <a:gd name="T11" fmla="*/ 11 h 25"/>
                    <a:gd name="T12" fmla="*/ 27 w 27"/>
                    <a:gd name="T13" fmla="*/ 20 h 25"/>
                    <a:gd name="T14" fmla="*/ 27 w 27"/>
                    <a:gd name="T15" fmla="*/ 20 h 25"/>
                    <a:gd name="T16" fmla="*/ 20 w 27"/>
                    <a:gd name="T17" fmla="*/ 2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7" h="25">
                      <a:moveTo>
                        <a:pt x="20" y="23"/>
                      </a:moveTo>
                      <a:cubicBezTo>
                        <a:pt x="4" y="14"/>
                        <a:pt x="4" y="14"/>
                        <a:pt x="4" y="14"/>
                      </a:cubicBezTo>
                      <a:cubicBezTo>
                        <a:pt x="2" y="13"/>
                        <a:pt x="0" y="9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1" y="2"/>
                        <a:pt x="4" y="0"/>
                        <a:pt x="7" y="2"/>
                      </a:cubicBezTo>
                      <a:cubicBezTo>
                        <a:pt x="23" y="11"/>
                        <a:pt x="23" y="11"/>
                        <a:pt x="23" y="11"/>
                      </a:cubicBezTo>
                      <a:cubicBezTo>
                        <a:pt x="26" y="13"/>
                        <a:pt x="27" y="17"/>
                        <a:pt x="27" y="20"/>
                      </a:cubicBezTo>
                      <a:cubicBezTo>
                        <a:pt x="27" y="20"/>
                        <a:pt x="27" y="20"/>
                        <a:pt x="27" y="20"/>
                      </a:cubicBezTo>
                      <a:cubicBezTo>
                        <a:pt x="26" y="24"/>
                        <a:pt x="23" y="25"/>
                        <a:pt x="20" y="23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39" name="işḷiďé"/>
                <p:cNvSpPr/>
                <p:nvPr userDrawn="1"/>
              </p:nvSpPr>
              <p:spPr bwMode="auto">
                <a:xfrm>
                  <a:off x="5643764" y="2557449"/>
                  <a:ext cx="190598" cy="143815"/>
                </a:xfrm>
                <a:custGeom>
                  <a:avLst/>
                  <a:gdLst>
                    <a:gd name="T0" fmla="*/ 45 w 53"/>
                    <a:gd name="T1" fmla="*/ 38 h 40"/>
                    <a:gd name="T2" fmla="*/ 4 w 53"/>
                    <a:gd name="T3" fmla="*/ 15 h 40"/>
                    <a:gd name="T4" fmla="*/ 1 w 53"/>
                    <a:gd name="T5" fmla="*/ 5 h 40"/>
                    <a:gd name="T6" fmla="*/ 1 w 53"/>
                    <a:gd name="T7" fmla="*/ 5 h 40"/>
                    <a:gd name="T8" fmla="*/ 7 w 53"/>
                    <a:gd name="T9" fmla="*/ 2 h 40"/>
                    <a:gd name="T10" fmla="*/ 48 w 53"/>
                    <a:gd name="T11" fmla="*/ 26 h 40"/>
                    <a:gd name="T12" fmla="*/ 52 w 53"/>
                    <a:gd name="T13" fmla="*/ 35 h 40"/>
                    <a:gd name="T14" fmla="*/ 52 w 53"/>
                    <a:gd name="T15" fmla="*/ 35 h 40"/>
                    <a:gd name="T16" fmla="*/ 45 w 53"/>
                    <a:gd name="T17" fmla="*/ 38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3" h="40">
                      <a:moveTo>
                        <a:pt x="45" y="38"/>
                      </a:moveTo>
                      <a:cubicBezTo>
                        <a:pt x="4" y="15"/>
                        <a:pt x="4" y="15"/>
                        <a:pt x="4" y="15"/>
                      </a:cubicBezTo>
                      <a:cubicBezTo>
                        <a:pt x="2" y="13"/>
                        <a:pt x="0" y="9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1" y="2"/>
                        <a:pt x="4" y="0"/>
                        <a:pt x="7" y="2"/>
                      </a:cubicBezTo>
                      <a:cubicBezTo>
                        <a:pt x="48" y="26"/>
                        <a:pt x="48" y="26"/>
                        <a:pt x="48" y="26"/>
                      </a:cubicBezTo>
                      <a:cubicBezTo>
                        <a:pt x="51" y="27"/>
                        <a:pt x="53" y="32"/>
                        <a:pt x="52" y="35"/>
                      </a:cubicBezTo>
                      <a:cubicBezTo>
                        <a:pt x="52" y="35"/>
                        <a:pt x="52" y="35"/>
                        <a:pt x="52" y="35"/>
                      </a:cubicBezTo>
                      <a:cubicBezTo>
                        <a:pt x="51" y="39"/>
                        <a:pt x="48" y="40"/>
                        <a:pt x="45" y="38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40" name="iS1ïďê"/>
                <p:cNvSpPr/>
                <p:nvPr userDrawn="1"/>
              </p:nvSpPr>
              <p:spPr bwMode="auto">
                <a:xfrm>
                  <a:off x="5496483" y="2579975"/>
                  <a:ext cx="147281" cy="117824"/>
                </a:xfrm>
                <a:custGeom>
                  <a:avLst/>
                  <a:gdLst>
                    <a:gd name="T0" fmla="*/ 34 w 41"/>
                    <a:gd name="T1" fmla="*/ 31 h 33"/>
                    <a:gd name="T2" fmla="*/ 4 w 41"/>
                    <a:gd name="T3" fmla="*/ 14 h 33"/>
                    <a:gd name="T4" fmla="*/ 1 w 41"/>
                    <a:gd name="T5" fmla="*/ 5 h 33"/>
                    <a:gd name="T6" fmla="*/ 1 w 41"/>
                    <a:gd name="T7" fmla="*/ 5 h 33"/>
                    <a:gd name="T8" fmla="*/ 7 w 41"/>
                    <a:gd name="T9" fmla="*/ 2 h 33"/>
                    <a:gd name="T10" fmla="*/ 37 w 41"/>
                    <a:gd name="T11" fmla="*/ 19 h 33"/>
                    <a:gd name="T12" fmla="*/ 41 w 41"/>
                    <a:gd name="T13" fmla="*/ 28 h 33"/>
                    <a:gd name="T14" fmla="*/ 41 w 41"/>
                    <a:gd name="T15" fmla="*/ 28 h 33"/>
                    <a:gd name="T16" fmla="*/ 34 w 41"/>
                    <a:gd name="T17" fmla="*/ 31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1" h="33">
                      <a:moveTo>
                        <a:pt x="34" y="31"/>
                      </a:moveTo>
                      <a:cubicBezTo>
                        <a:pt x="4" y="14"/>
                        <a:pt x="4" y="14"/>
                        <a:pt x="4" y="14"/>
                      </a:cubicBezTo>
                      <a:cubicBezTo>
                        <a:pt x="2" y="13"/>
                        <a:pt x="0" y="9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1" y="2"/>
                        <a:pt x="4" y="0"/>
                        <a:pt x="7" y="2"/>
                      </a:cubicBezTo>
                      <a:cubicBezTo>
                        <a:pt x="37" y="19"/>
                        <a:pt x="37" y="19"/>
                        <a:pt x="37" y="19"/>
                      </a:cubicBezTo>
                      <a:cubicBezTo>
                        <a:pt x="40" y="21"/>
                        <a:pt x="41" y="25"/>
                        <a:pt x="41" y="28"/>
                      </a:cubicBezTo>
                      <a:cubicBezTo>
                        <a:pt x="41" y="28"/>
                        <a:pt x="41" y="28"/>
                        <a:pt x="41" y="28"/>
                      </a:cubicBezTo>
                      <a:cubicBezTo>
                        <a:pt x="40" y="32"/>
                        <a:pt x="37" y="33"/>
                        <a:pt x="34" y="31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41" name="îsľiḓé"/>
                <p:cNvSpPr/>
                <p:nvPr userDrawn="1"/>
              </p:nvSpPr>
              <p:spPr bwMode="auto">
                <a:xfrm>
                  <a:off x="6147981" y="2853742"/>
                  <a:ext cx="112626" cy="93566"/>
                </a:xfrm>
                <a:custGeom>
                  <a:avLst/>
                  <a:gdLst>
                    <a:gd name="T0" fmla="*/ 24 w 31"/>
                    <a:gd name="T1" fmla="*/ 25 h 26"/>
                    <a:gd name="T2" fmla="*/ 5 w 31"/>
                    <a:gd name="T3" fmla="*/ 14 h 26"/>
                    <a:gd name="T4" fmla="*/ 1 w 31"/>
                    <a:gd name="T5" fmla="*/ 5 h 26"/>
                    <a:gd name="T6" fmla="*/ 1 w 31"/>
                    <a:gd name="T7" fmla="*/ 5 h 26"/>
                    <a:gd name="T8" fmla="*/ 8 w 31"/>
                    <a:gd name="T9" fmla="*/ 1 h 26"/>
                    <a:gd name="T10" fmla="*/ 27 w 31"/>
                    <a:gd name="T11" fmla="*/ 12 h 26"/>
                    <a:gd name="T12" fmla="*/ 30 w 31"/>
                    <a:gd name="T13" fmla="*/ 21 h 26"/>
                    <a:gd name="T14" fmla="*/ 30 w 31"/>
                    <a:gd name="T15" fmla="*/ 21 h 26"/>
                    <a:gd name="T16" fmla="*/ 24 w 31"/>
                    <a:gd name="T17" fmla="*/ 25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1" h="26">
                      <a:moveTo>
                        <a:pt x="24" y="25"/>
                      </a:move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2" y="12"/>
                        <a:pt x="0" y="8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2" y="1"/>
                        <a:pt x="5" y="0"/>
                        <a:pt x="8" y="1"/>
                      </a:cubicBezTo>
                      <a:cubicBezTo>
                        <a:pt x="27" y="12"/>
                        <a:pt x="27" y="12"/>
                        <a:pt x="27" y="12"/>
                      </a:cubicBezTo>
                      <a:cubicBezTo>
                        <a:pt x="30" y="14"/>
                        <a:pt x="31" y="18"/>
                        <a:pt x="30" y="21"/>
                      </a:cubicBezTo>
                      <a:cubicBezTo>
                        <a:pt x="30" y="21"/>
                        <a:pt x="30" y="21"/>
                        <a:pt x="30" y="21"/>
                      </a:cubicBezTo>
                      <a:cubicBezTo>
                        <a:pt x="30" y="25"/>
                        <a:pt x="27" y="26"/>
                        <a:pt x="24" y="25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42" name="îṩlîďè"/>
                <p:cNvSpPr/>
                <p:nvPr userDrawn="1"/>
              </p:nvSpPr>
              <p:spPr bwMode="auto">
                <a:xfrm>
                  <a:off x="5747726" y="2193581"/>
                  <a:ext cx="232183" cy="166340"/>
                </a:xfrm>
                <a:custGeom>
                  <a:avLst/>
                  <a:gdLst>
                    <a:gd name="T0" fmla="*/ 57 w 64"/>
                    <a:gd name="T1" fmla="*/ 44 h 46"/>
                    <a:gd name="T2" fmla="*/ 4 w 64"/>
                    <a:gd name="T3" fmla="*/ 14 h 46"/>
                    <a:gd name="T4" fmla="*/ 1 w 64"/>
                    <a:gd name="T5" fmla="*/ 5 h 46"/>
                    <a:gd name="T6" fmla="*/ 1 w 64"/>
                    <a:gd name="T7" fmla="*/ 5 h 46"/>
                    <a:gd name="T8" fmla="*/ 7 w 64"/>
                    <a:gd name="T9" fmla="*/ 2 h 46"/>
                    <a:gd name="T10" fmla="*/ 59 w 64"/>
                    <a:gd name="T11" fmla="*/ 32 h 46"/>
                    <a:gd name="T12" fmla="*/ 63 w 64"/>
                    <a:gd name="T13" fmla="*/ 41 h 46"/>
                    <a:gd name="T14" fmla="*/ 63 w 64"/>
                    <a:gd name="T15" fmla="*/ 41 h 46"/>
                    <a:gd name="T16" fmla="*/ 57 w 64"/>
                    <a:gd name="T17" fmla="*/ 44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4" h="46">
                      <a:moveTo>
                        <a:pt x="57" y="44"/>
                      </a:moveTo>
                      <a:cubicBezTo>
                        <a:pt x="4" y="14"/>
                        <a:pt x="4" y="14"/>
                        <a:pt x="4" y="14"/>
                      </a:cubicBezTo>
                      <a:cubicBezTo>
                        <a:pt x="2" y="13"/>
                        <a:pt x="0" y="8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1" y="1"/>
                        <a:pt x="4" y="0"/>
                        <a:pt x="7" y="2"/>
                      </a:cubicBezTo>
                      <a:cubicBezTo>
                        <a:pt x="59" y="32"/>
                        <a:pt x="59" y="32"/>
                        <a:pt x="59" y="32"/>
                      </a:cubicBezTo>
                      <a:cubicBezTo>
                        <a:pt x="62" y="33"/>
                        <a:pt x="64" y="38"/>
                        <a:pt x="63" y="41"/>
                      </a:cubicBezTo>
                      <a:cubicBezTo>
                        <a:pt x="63" y="41"/>
                        <a:pt x="63" y="41"/>
                        <a:pt x="63" y="41"/>
                      </a:cubicBezTo>
                      <a:cubicBezTo>
                        <a:pt x="62" y="45"/>
                        <a:pt x="59" y="46"/>
                        <a:pt x="57" y="44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43" name="ïṩļïḍe"/>
                <p:cNvSpPr/>
                <p:nvPr userDrawn="1"/>
              </p:nvSpPr>
              <p:spPr bwMode="auto">
                <a:xfrm>
                  <a:off x="5626437" y="2018578"/>
                  <a:ext cx="370799" cy="244312"/>
                </a:xfrm>
                <a:custGeom>
                  <a:avLst/>
                  <a:gdLst>
                    <a:gd name="T0" fmla="*/ 95 w 103"/>
                    <a:gd name="T1" fmla="*/ 66 h 68"/>
                    <a:gd name="T2" fmla="*/ 5 w 103"/>
                    <a:gd name="T3" fmla="*/ 14 h 68"/>
                    <a:gd name="T4" fmla="*/ 1 w 103"/>
                    <a:gd name="T5" fmla="*/ 5 h 68"/>
                    <a:gd name="T6" fmla="*/ 1 w 103"/>
                    <a:gd name="T7" fmla="*/ 5 h 68"/>
                    <a:gd name="T8" fmla="*/ 7 w 103"/>
                    <a:gd name="T9" fmla="*/ 2 h 68"/>
                    <a:gd name="T10" fmla="*/ 98 w 103"/>
                    <a:gd name="T11" fmla="*/ 54 h 68"/>
                    <a:gd name="T12" fmla="*/ 102 w 103"/>
                    <a:gd name="T13" fmla="*/ 63 h 68"/>
                    <a:gd name="T14" fmla="*/ 102 w 103"/>
                    <a:gd name="T15" fmla="*/ 63 h 68"/>
                    <a:gd name="T16" fmla="*/ 95 w 103"/>
                    <a:gd name="T17" fmla="*/ 66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03" h="68">
                      <a:moveTo>
                        <a:pt x="95" y="66"/>
                      </a:move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2" y="12"/>
                        <a:pt x="0" y="8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2" y="1"/>
                        <a:pt x="4" y="0"/>
                        <a:pt x="7" y="2"/>
                      </a:cubicBezTo>
                      <a:cubicBezTo>
                        <a:pt x="98" y="54"/>
                        <a:pt x="98" y="54"/>
                        <a:pt x="98" y="54"/>
                      </a:cubicBezTo>
                      <a:cubicBezTo>
                        <a:pt x="101" y="56"/>
                        <a:pt x="103" y="60"/>
                        <a:pt x="102" y="63"/>
                      </a:cubicBezTo>
                      <a:cubicBezTo>
                        <a:pt x="102" y="63"/>
                        <a:pt x="102" y="63"/>
                        <a:pt x="102" y="63"/>
                      </a:cubicBezTo>
                      <a:cubicBezTo>
                        <a:pt x="101" y="67"/>
                        <a:pt x="98" y="68"/>
                        <a:pt x="95" y="66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44" name="îslide"/>
                <p:cNvSpPr/>
                <p:nvPr userDrawn="1"/>
              </p:nvSpPr>
              <p:spPr bwMode="auto">
                <a:xfrm>
                  <a:off x="5583119" y="2205710"/>
                  <a:ext cx="230450" cy="164608"/>
                </a:xfrm>
                <a:custGeom>
                  <a:avLst/>
                  <a:gdLst>
                    <a:gd name="T0" fmla="*/ 57 w 64"/>
                    <a:gd name="T1" fmla="*/ 44 h 46"/>
                    <a:gd name="T2" fmla="*/ 4 w 64"/>
                    <a:gd name="T3" fmla="*/ 14 h 46"/>
                    <a:gd name="T4" fmla="*/ 1 w 64"/>
                    <a:gd name="T5" fmla="*/ 5 h 46"/>
                    <a:gd name="T6" fmla="*/ 1 w 64"/>
                    <a:gd name="T7" fmla="*/ 5 h 46"/>
                    <a:gd name="T8" fmla="*/ 7 w 64"/>
                    <a:gd name="T9" fmla="*/ 2 h 46"/>
                    <a:gd name="T10" fmla="*/ 59 w 64"/>
                    <a:gd name="T11" fmla="*/ 32 h 46"/>
                    <a:gd name="T12" fmla="*/ 63 w 64"/>
                    <a:gd name="T13" fmla="*/ 41 h 46"/>
                    <a:gd name="T14" fmla="*/ 63 w 64"/>
                    <a:gd name="T15" fmla="*/ 41 h 46"/>
                    <a:gd name="T16" fmla="*/ 57 w 64"/>
                    <a:gd name="T17" fmla="*/ 44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4" h="46">
                      <a:moveTo>
                        <a:pt x="57" y="44"/>
                      </a:moveTo>
                      <a:cubicBezTo>
                        <a:pt x="4" y="14"/>
                        <a:pt x="4" y="14"/>
                        <a:pt x="4" y="14"/>
                      </a:cubicBezTo>
                      <a:cubicBezTo>
                        <a:pt x="2" y="12"/>
                        <a:pt x="0" y="8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1" y="1"/>
                        <a:pt x="4" y="0"/>
                        <a:pt x="7" y="2"/>
                      </a:cubicBezTo>
                      <a:cubicBezTo>
                        <a:pt x="59" y="32"/>
                        <a:pt x="59" y="32"/>
                        <a:pt x="59" y="32"/>
                      </a:cubicBezTo>
                      <a:cubicBezTo>
                        <a:pt x="62" y="33"/>
                        <a:pt x="64" y="38"/>
                        <a:pt x="63" y="41"/>
                      </a:cubicBezTo>
                      <a:cubicBezTo>
                        <a:pt x="63" y="41"/>
                        <a:pt x="63" y="41"/>
                        <a:pt x="63" y="41"/>
                      </a:cubicBezTo>
                      <a:cubicBezTo>
                        <a:pt x="62" y="44"/>
                        <a:pt x="59" y="46"/>
                        <a:pt x="57" y="44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45" name="íṩḻîḋé"/>
                <p:cNvSpPr/>
                <p:nvPr userDrawn="1"/>
              </p:nvSpPr>
              <p:spPr bwMode="auto">
                <a:xfrm>
                  <a:off x="6011097" y="2346059"/>
                  <a:ext cx="112626" cy="97032"/>
                </a:xfrm>
                <a:custGeom>
                  <a:avLst/>
                  <a:gdLst>
                    <a:gd name="T0" fmla="*/ 23 w 31"/>
                    <a:gd name="T1" fmla="*/ 25 h 27"/>
                    <a:gd name="T2" fmla="*/ 4 w 31"/>
                    <a:gd name="T3" fmla="*/ 14 h 27"/>
                    <a:gd name="T4" fmla="*/ 0 w 31"/>
                    <a:gd name="T5" fmla="*/ 5 h 27"/>
                    <a:gd name="T6" fmla="*/ 0 w 31"/>
                    <a:gd name="T7" fmla="*/ 5 h 27"/>
                    <a:gd name="T8" fmla="*/ 7 w 31"/>
                    <a:gd name="T9" fmla="*/ 2 h 27"/>
                    <a:gd name="T10" fmla="*/ 26 w 31"/>
                    <a:gd name="T11" fmla="*/ 13 h 27"/>
                    <a:gd name="T12" fmla="*/ 30 w 31"/>
                    <a:gd name="T13" fmla="*/ 22 h 27"/>
                    <a:gd name="T14" fmla="*/ 30 w 31"/>
                    <a:gd name="T15" fmla="*/ 22 h 27"/>
                    <a:gd name="T16" fmla="*/ 23 w 31"/>
                    <a:gd name="T17" fmla="*/ 25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1" h="27">
                      <a:moveTo>
                        <a:pt x="23" y="25"/>
                      </a:moveTo>
                      <a:cubicBezTo>
                        <a:pt x="4" y="14"/>
                        <a:pt x="4" y="14"/>
                        <a:pt x="4" y="14"/>
                      </a:cubicBezTo>
                      <a:cubicBezTo>
                        <a:pt x="1" y="12"/>
                        <a:pt x="0" y="8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1" y="1"/>
                        <a:pt x="4" y="0"/>
                        <a:pt x="7" y="2"/>
                      </a:cubicBezTo>
                      <a:cubicBezTo>
                        <a:pt x="26" y="13"/>
                        <a:pt x="26" y="13"/>
                        <a:pt x="26" y="13"/>
                      </a:cubicBezTo>
                      <a:cubicBezTo>
                        <a:pt x="29" y="14"/>
                        <a:pt x="31" y="18"/>
                        <a:pt x="30" y="22"/>
                      </a:cubicBezTo>
                      <a:cubicBezTo>
                        <a:pt x="30" y="22"/>
                        <a:pt x="30" y="22"/>
                        <a:pt x="30" y="22"/>
                      </a:cubicBezTo>
                      <a:cubicBezTo>
                        <a:pt x="29" y="25"/>
                        <a:pt x="26" y="27"/>
                        <a:pt x="23" y="25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46" name="ïṣļíḑè"/>
                <p:cNvSpPr/>
                <p:nvPr userDrawn="1"/>
              </p:nvSpPr>
              <p:spPr bwMode="auto">
                <a:xfrm>
                  <a:off x="6518780" y="2202245"/>
                  <a:ext cx="112626" cy="97032"/>
                </a:xfrm>
                <a:custGeom>
                  <a:avLst/>
                  <a:gdLst>
                    <a:gd name="T0" fmla="*/ 23 w 31"/>
                    <a:gd name="T1" fmla="*/ 25 h 27"/>
                    <a:gd name="T2" fmla="*/ 5 w 31"/>
                    <a:gd name="T3" fmla="*/ 14 h 27"/>
                    <a:gd name="T4" fmla="*/ 1 w 31"/>
                    <a:gd name="T5" fmla="*/ 5 h 27"/>
                    <a:gd name="T6" fmla="*/ 1 w 31"/>
                    <a:gd name="T7" fmla="*/ 5 h 27"/>
                    <a:gd name="T8" fmla="*/ 7 w 31"/>
                    <a:gd name="T9" fmla="*/ 2 h 27"/>
                    <a:gd name="T10" fmla="*/ 26 w 31"/>
                    <a:gd name="T11" fmla="*/ 13 h 27"/>
                    <a:gd name="T12" fmla="*/ 30 w 31"/>
                    <a:gd name="T13" fmla="*/ 22 h 27"/>
                    <a:gd name="T14" fmla="*/ 30 w 31"/>
                    <a:gd name="T15" fmla="*/ 22 h 27"/>
                    <a:gd name="T16" fmla="*/ 23 w 31"/>
                    <a:gd name="T17" fmla="*/ 25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1" h="27">
                      <a:moveTo>
                        <a:pt x="23" y="25"/>
                      </a:move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2" y="13"/>
                        <a:pt x="0" y="8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2" y="2"/>
                        <a:pt x="5" y="0"/>
                        <a:pt x="7" y="2"/>
                      </a:cubicBezTo>
                      <a:cubicBezTo>
                        <a:pt x="26" y="13"/>
                        <a:pt x="26" y="13"/>
                        <a:pt x="26" y="13"/>
                      </a:cubicBezTo>
                      <a:cubicBezTo>
                        <a:pt x="29" y="14"/>
                        <a:pt x="31" y="19"/>
                        <a:pt x="30" y="22"/>
                      </a:cubicBezTo>
                      <a:cubicBezTo>
                        <a:pt x="30" y="22"/>
                        <a:pt x="30" y="22"/>
                        <a:pt x="30" y="22"/>
                      </a:cubicBezTo>
                      <a:cubicBezTo>
                        <a:pt x="29" y="25"/>
                        <a:pt x="26" y="27"/>
                        <a:pt x="23" y="25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47" name="îŝ1íḓè"/>
                <p:cNvSpPr/>
                <p:nvPr userDrawn="1"/>
              </p:nvSpPr>
              <p:spPr bwMode="auto">
                <a:xfrm>
                  <a:off x="5539802" y="2392843"/>
                  <a:ext cx="270302" cy="187132"/>
                </a:xfrm>
                <a:custGeom>
                  <a:avLst/>
                  <a:gdLst>
                    <a:gd name="T0" fmla="*/ 67 w 75"/>
                    <a:gd name="T1" fmla="*/ 50 h 52"/>
                    <a:gd name="T2" fmla="*/ 4 w 75"/>
                    <a:gd name="T3" fmla="*/ 14 h 52"/>
                    <a:gd name="T4" fmla="*/ 1 w 75"/>
                    <a:gd name="T5" fmla="*/ 5 h 52"/>
                    <a:gd name="T6" fmla="*/ 1 w 75"/>
                    <a:gd name="T7" fmla="*/ 5 h 52"/>
                    <a:gd name="T8" fmla="*/ 7 w 75"/>
                    <a:gd name="T9" fmla="*/ 2 h 52"/>
                    <a:gd name="T10" fmla="*/ 70 w 75"/>
                    <a:gd name="T11" fmla="*/ 38 h 52"/>
                    <a:gd name="T12" fmla="*/ 74 w 75"/>
                    <a:gd name="T13" fmla="*/ 47 h 52"/>
                    <a:gd name="T14" fmla="*/ 74 w 75"/>
                    <a:gd name="T15" fmla="*/ 47 h 52"/>
                    <a:gd name="T16" fmla="*/ 67 w 75"/>
                    <a:gd name="T17" fmla="*/ 50 h 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52">
                      <a:moveTo>
                        <a:pt x="67" y="50"/>
                      </a:moveTo>
                      <a:cubicBezTo>
                        <a:pt x="4" y="14"/>
                        <a:pt x="4" y="14"/>
                        <a:pt x="4" y="14"/>
                      </a:cubicBezTo>
                      <a:cubicBezTo>
                        <a:pt x="2" y="13"/>
                        <a:pt x="0" y="8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1" y="2"/>
                        <a:pt x="4" y="0"/>
                        <a:pt x="7" y="2"/>
                      </a:cubicBezTo>
                      <a:cubicBezTo>
                        <a:pt x="70" y="38"/>
                        <a:pt x="70" y="38"/>
                        <a:pt x="70" y="38"/>
                      </a:cubicBezTo>
                      <a:cubicBezTo>
                        <a:pt x="73" y="40"/>
                        <a:pt x="75" y="44"/>
                        <a:pt x="74" y="47"/>
                      </a:cubicBezTo>
                      <a:cubicBezTo>
                        <a:pt x="74" y="47"/>
                        <a:pt x="74" y="47"/>
                        <a:pt x="74" y="47"/>
                      </a:cubicBezTo>
                      <a:cubicBezTo>
                        <a:pt x="73" y="51"/>
                        <a:pt x="70" y="52"/>
                        <a:pt x="67" y="50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48" name="íṡ1íḋè"/>
                <p:cNvSpPr/>
                <p:nvPr userDrawn="1"/>
              </p:nvSpPr>
              <p:spPr bwMode="auto">
                <a:xfrm>
                  <a:off x="5596980" y="1684166"/>
                  <a:ext cx="209658" cy="150746"/>
                </a:xfrm>
                <a:custGeom>
                  <a:avLst/>
                  <a:gdLst>
                    <a:gd name="T0" fmla="*/ 51 w 58"/>
                    <a:gd name="T1" fmla="*/ 40 h 42"/>
                    <a:gd name="T2" fmla="*/ 5 w 58"/>
                    <a:gd name="T3" fmla="*/ 14 h 42"/>
                    <a:gd name="T4" fmla="*/ 1 w 58"/>
                    <a:gd name="T5" fmla="*/ 5 h 42"/>
                    <a:gd name="T6" fmla="*/ 1 w 58"/>
                    <a:gd name="T7" fmla="*/ 5 h 42"/>
                    <a:gd name="T8" fmla="*/ 7 w 58"/>
                    <a:gd name="T9" fmla="*/ 1 h 42"/>
                    <a:gd name="T10" fmla="*/ 53 w 58"/>
                    <a:gd name="T11" fmla="*/ 28 h 42"/>
                    <a:gd name="T12" fmla="*/ 57 w 58"/>
                    <a:gd name="T13" fmla="*/ 37 h 42"/>
                    <a:gd name="T14" fmla="*/ 57 w 58"/>
                    <a:gd name="T15" fmla="*/ 37 h 42"/>
                    <a:gd name="T16" fmla="*/ 51 w 58"/>
                    <a:gd name="T17" fmla="*/ 40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8" h="42">
                      <a:moveTo>
                        <a:pt x="51" y="40"/>
                      </a:move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2" y="12"/>
                        <a:pt x="0" y="8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2" y="1"/>
                        <a:pt x="4" y="0"/>
                        <a:pt x="7" y="1"/>
                      </a:cubicBezTo>
                      <a:cubicBezTo>
                        <a:pt x="53" y="28"/>
                        <a:pt x="53" y="28"/>
                        <a:pt x="53" y="28"/>
                      </a:cubicBezTo>
                      <a:cubicBezTo>
                        <a:pt x="56" y="30"/>
                        <a:pt x="58" y="34"/>
                        <a:pt x="57" y="37"/>
                      </a:cubicBezTo>
                      <a:cubicBezTo>
                        <a:pt x="57" y="37"/>
                        <a:pt x="57" y="37"/>
                        <a:pt x="57" y="37"/>
                      </a:cubicBezTo>
                      <a:cubicBezTo>
                        <a:pt x="56" y="41"/>
                        <a:pt x="53" y="42"/>
                        <a:pt x="51" y="40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49" name="ïśļidé"/>
                <p:cNvSpPr/>
                <p:nvPr userDrawn="1"/>
              </p:nvSpPr>
              <p:spPr bwMode="auto">
                <a:xfrm>
                  <a:off x="5380393" y="2619827"/>
                  <a:ext cx="235648" cy="168073"/>
                </a:xfrm>
                <a:custGeom>
                  <a:avLst/>
                  <a:gdLst>
                    <a:gd name="T0" fmla="*/ 58 w 65"/>
                    <a:gd name="T1" fmla="*/ 45 h 47"/>
                    <a:gd name="T2" fmla="*/ 4 w 65"/>
                    <a:gd name="T3" fmla="*/ 14 h 47"/>
                    <a:gd name="T4" fmla="*/ 1 w 65"/>
                    <a:gd name="T5" fmla="*/ 5 h 47"/>
                    <a:gd name="T6" fmla="*/ 1 w 65"/>
                    <a:gd name="T7" fmla="*/ 5 h 47"/>
                    <a:gd name="T8" fmla="*/ 7 w 65"/>
                    <a:gd name="T9" fmla="*/ 2 h 47"/>
                    <a:gd name="T10" fmla="*/ 61 w 65"/>
                    <a:gd name="T11" fmla="*/ 33 h 47"/>
                    <a:gd name="T12" fmla="*/ 64 w 65"/>
                    <a:gd name="T13" fmla="*/ 42 h 47"/>
                    <a:gd name="T14" fmla="*/ 64 w 65"/>
                    <a:gd name="T15" fmla="*/ 42 h 47"/>
                    <a:gd name="T16" fmla="*/ 58 w 65"/>
                    <a:gd name="T17" fmla="*/ 45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5" h="47">
                      <a:moveTo>
                        <a:pt x="58" y="45"/>
                      </a:moveTo>
                      <a:cubicBezTo>
                        <a:pt x="4" y="14"/>
                        <a:pt x="4" y="14"/>
                        <a:pt x="4" y="14"/>
                      </a:cubicBezTo>
                      <a:cubicBezTo>
                        <a:pt x="1" y="13"/>
                        <a:pt x="0" y="9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1" y="2"/>
                        <a:pt x="4" y="0"/>
                        <a:pt x="7" y="2"/>
                      </a:cubicBezTo>
                      <a:cubicBezTo>
                        <a:pt x="61" y="33"/>
                        <a:pt x="61" y="33"/>
                        <a:pt x="61" y="33"/>
                      </a:cubicBezTo>
                      <a:cubicBezTo>
                        <a:pt x="63" y="34"/>
                        <a:pt x="65" y="39"/>
                        <a:pt x="64" y="42"/>
                      </a:cubicBezTo>
                      <a:cubicBezTo>
                        <a:pt x="64" y="42"/>
                        <a:pt x="64" y="42"/>
                        <a:pt x="64" y="42"/>
                      </a:cubicBezTo>
                      <a:cubicBezTo>
                        <a:pt x="64" y="45"/>
                        <a:pt x="61" y="47"/>
                        <a:pt x="58" y="45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50" name="îṣ1iḓè"/>
                <p:cNvSpPr/>
                <p:nvPr userDrawn="1"/>
              </p:nvSpPr>
              <p:spPr bwMode="auto">
                <a:xfrm>
                  <a:off x="5576188" y="3278255"/>
                  <a:ext cx="154211" cy="121289"/>
                </a:xfrm>
                <a:custGeom>
                  <a:avLst/>
                  <a:gdLst>
                    <a:gd name="T0" fmla="*/ 36 w 43"/>
                    <a:gd name="T1" fmla="*/ 32 h 34"/>
                    <a:gd name="T2" fmla="*/ 4 w 43"/>
                    <a:gd name="T3" fmla="*/ 14 h 34"/>
                    <a:gd name="T4" fmla="*/ 1 w 43"/>
                    <a:gd name="T5" fmla="*/ 5 h 34"/>
                    <a:gd name="T6" fmla="*/ 1 w 43"/>
                    <a:gd name="T7" fmla="*/ 5 h 34"/>
                    <a:gd name="T8" fmla="*/ 7 w 43"/>
                    <a:gd name="T9" fmla="*/ 2 h 34"/>
                    <a:gd name="T10" fmla="*/ 39 w 43"/>
                    <a:gd name="T11" fmla="*/ 20 h 34"/>
                    <a:gd name="T12" fmla="*/ 42 w 43"/>
                    <a:gd name="T13" fmla="*/ 29 h 34"/>
                    <a:gd name="T14" fmla="*/ 42 w 43"/>
                    <a:gd name="T15" fmla="*/ 29 h 34"/>
                    <a:gd name="T16" fmla="*/ 36 w 43"/>
                    <a:gd name="T17" fmla="*/ 32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3" h="34">
                      <a:moveTo>
                        <a:pt x="36" y="32"/>
                      </a:moveTo>
                      <a:cubicBezTo>
                        <a:pt x="4" y="14"/>
                        <a:pt x="4" y="14"/>
                        <a:pt x="4" y="14"/>
                      </a:cubicBezTo>
                      <a:cubicBezTo>
                        <a:pt x="2" y="13"/>
                        <a:pt x="0" y="8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1" y="2"/>
                        <a:pt x="4" y="0"/>
                        <a:pt x="7" y="2"/>
                      </a:cubicBezTo>
                      <a:cubicBezTo>
                        <a:pt x="39" y="20"/>
                        <a:pt x="39" y="20"/>
                        <a:pt x="39" y="20"/>
                      </a:cubicBezTo>
                      <a:cubicBezTo>
                        <a:pt x="41" y="22"/>
                        <a:pt x="43" y="26"/>
                        <a:pt x="42" y="29"/>
                      </a:cubicBezTo>
                      <a:cubicBezTo>
                        <a:pt x="42" y="29"/>
                        <a:pt x="42" y="29"/>
                        <a:pt x="42" y="29"/>
                      </a:cubicBezTo>
                      <a:cubicBezTo>
                        <a:pt x="42" y="33"/>
                        <a:pt x="39" y="34"/>
                        <a:pt x="36" y="32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51" name="ïslîďe"/>
                <p:cNvSpPr/>
                <p:nvPr userDrawn="1"/>
              </p:nvSpPr>
              <p:spPr bwMode="auto">
                <a:xfrm>
                  <a:off x="5787578" y="3403009"/>
                  <a:ext cx="213123" cy="152478"/>
                </a:xfrm>
                <a:custGeom>
                  <a:avLst/>
                  <a:gdLst>
                    <a:gd name="T0" fmla="*/ 51 w 59"/>
                    <a:gd name="T1" fmla="*/ 40 h 42"/>
                    <a:gd name="T2" fmla="*/ 5 w 59"/>
                    <a:gd name="T3" fmla="*/ 14 h 42"/>
                    <a:gd name="T4" fmla="*/ 1 w 59"/>
                    <a:gd name="T5" fmla="*/ 4 h 42"/>
                    <a:gd name="T6" fmla="*/ 1 w 59"/>
                    <a:gd name="T7" fmla="*/ 4 h 42"/>
                    <a:gd name="T8" fmla="*/ 8 w 59"/>
                    <a:gd name="T9" fmla="*/ 1 h 42"/>
                    <a:gd name="T10" fmla="*/ 54 w 59"/>
                    <a:gd name="T11" fmla="*/ 28 h 42"/>
                    <a:gd name="T12" fmla="*/ 58 w 59"/>
                    <a:gd name="T13" fmla="*/ 37 h 42"/>
                    <a:gd name="T14" fmla="*/ 58 w 59"/>
                    <a:gd name="T15" fmla="*/ 37 h 42"/>
                    <a:gd name="T16" fmla="*/ 51 w 59"/>
                    <a:gd name="T17" fmla="*/ 40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9" h="42">
                      <a:moveTo>
                        <a:pt x="51" y="40"/>
                      </a:move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2" y="12"/>
                        <a:pt x="0" y="8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2" y="1"/>
                        <a:pt x="5" y="0"/>
                        <a:pt x="8" y="1"/>
                      </a:cubicBezTo>
                      <a:cubicBezTo>
                        <a:pt x="54" y="28"/>
                        <a:pt x="54" y="28"/>
                        <a:pt x="54" y="28"/>
                      </a:cubicBezTo>
                      <a:cubicBezTo>
                        <a:pt x="57" y="30"/>
                        <a:pt x="59" y="34"/>
                        <a:pt x="58" y="37"/>
                      </a:cubicBezTo>
                      <a:cubicBezTo>
                        <a:pt x="58" y="37"/>
                        <a:pt x="58" y="37"/>
                        <a:pt x="58" y="37"/>
                      </a:cubicBezTo>
                      <a:cubicBezTo>
                        <a:pt x="57" y="41"/>
                        <a:pt x="54" y="42"/>
                        <a:pt x="51" y="40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52" name="ïṣḻiḍé"/>
                <p:cNvSpPr/>
                <p:nvPr userDrawn="1"/>
              </p:nvSpPr>
              <p:spPr bwMode="auto">
                <a:xfrm>
                  <a:off x="5376927" y="3803265"/>
                  <a:ext cx="159409" cy="123023"/>
                </a:xfrm>
                <a:custGeom>
                  <a:avLst/>
                  <a:gdLst>
                    <a:gd name="T0" fmla="*/ 36 w 44"/>
                    <a:gd name="T1" fmla="*/ 32 h 34"/>
                    <a:gd name="T2" fmla="*/ 5 w 44"/>
                    <a:gd name="T3" fmla="*/ 14 h 34"/>
                    <a:gd name="T4" fmla="*/ 1 w 44"/>
                    <a:gd name="T5" fmla="*/ 5 h 34"/>
                    <a:gd name="T6" fmla="*/ 1 w 44"/>
                    <a:gd name="T7" fmla="*/ 5 h 34"/>
                    <a:gd name="T8" fmla="*/ 8 w 44"/>
                    <a:gd name="T9" fmla="*/ 2 h 34"/>
                    <a:gd name="T10" fmla="*/ 39 w 44"/>
                    <a:gd name="T11" fmla="*/ 20 h 34"/>
                    <a:gd name="T12" fmla="*/ 43 w 44"/>
                    <a:gd name="T13" fmla="*/ 29 h 34"/>
                    <a:gd name="T14" fmla="*/ 43 w 44"/>
                    <a:gd name="T15" fmla="*/ 29 h 34"/>
                    <a:gd name="T16" fmla="*/ 36 w 44"/>
                    <a:gd name="T17" fmla="*/ 32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4" h="34">
                      <a:moveTo>
                        <a:pt x="36" y="32"/>
                      </a:move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2" y="12"/>
                        <a:pt x="0" y="8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2" y="1"/>
                        <a:pt x="5" y="0"/>
                        <a:pt x="8" y="2"/>
                      </a:cubicBezTo>
                      <a:cubicBezTo>
                        <a:pt x="39" y="20"/>
                        <a:pt x="39" y="20"/>
                        <a:pt x="39" y="20"/>
                      </a:cubicBezTo>
                      <a:cubicBezTo>
                        <a:pt x="42" y="21"/>
                        <a:pt x="44" y="26"/>
                        <a:pt x="43" y="29"/>
                      </a:cubicBezTo>
                      <a:cubicBezTo>
                        <a:pt x="43" y="29"/>
                        <a:pt x="43" y="29"/>
                        <a:pt x="43" y="29"/>
                      </a:cubicBezTo>
                      <a:cubicBezTo>
                        <a:pt x="42" y="32"/>
                        <a:pt x="39" y="34"/>
                        <a:pt x="36" y="32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53" name="ïśľïḓé"/>
                <p:cNvSpPr/>
                <p:nvPr userDrawn="1"/>
              </p:nvSpPr>
              <p:spPr bwMode="auto">
                <a:xfrm>
                  <a:off x="5564059" y="3910693"/>
                  <a:ext cx="209658" cy="150746"/>
                </a:xfrm>
                <a:custGeom>
                  <a:avLst/>
                  <a:gdLst>
                    <a:gd name="T0" fmla="*/ 51 w 58"/>
                    <a:gd name="T1" fmla="*/ 40 h 42"/>
                    <a:gd name="T2" fmla="*/ 5 w 58"/>
                    <a:gd name="T3" fmla="*/ 14 h 42"/>
                    <a:gd name="T4" fmla="*/ 1 w 58"/>
                    <a:gd name="T5" fmla="*/ 5 h 42"/>
                    <a:gd name="T6" fmla="*/ 1 w 58"/>
                    <a:gd name="T7" fmla="*/ 5 h 42"/>
                    <a:gd name="T8" fmla="*/ 7 w 58"/>
                    <a:gd name="T9" fmla="*/ 1 h 42"/>
                    <a:gd name="T10" fmla="*/ 53 w 58"/>
                    <a:gd name="T11" fmla="*/ 28 h 42"/>
                    <a:gd name="T12" fmla="*/ 57 w 58"/>
                    <a:gd name="T13" fmla="*/ 37 h 42"/>
                    <a:gd name="T14" fmla="*/ 57 w 58"/>
                    <a:gd name="T15" fmla="*/ 37 h 42"/>
                    <a:gd name="T16" fmla="*/ 51 w 58"/>
                    <a:gd name="T17" fmla="*/ 40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8" h="42">
                      <a:moveTo>
                        <a:pt x="51" y="40"/>
                      </a:move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2" y="12"/>
                        <a:pt x="0" y="8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1" y="1"/>
                        <a:pt x="4" y="0"/>
                        <a:pt x="7" y="1"/>
                      </a:cubicBezTo>
                      <a:cubicBezTo>
                        <a:pt x="53" y="28"/>
                        <a:pt x="53" y="28"/>
                        <a:pt x="53" y="28"/>
                      </a:cubicBezTo>
                      <a:cubicBezTo>
                        <a:pt x="56" y="30"/>
                        <a:pt x="58" y="34"/>
                        <a:pt x="57" y="37"/>
                      </a:cubicBezTo>
                      <a:cubicBezTo>
                        <a:pt x="57" y="37"/>
                        <a:pt x="57" y="37"/>
                        <a:pt x="57" y="37"/>
                      </a:cubicBezTo>
                      <a:cubicBezTo>
                        <a:pt x="56" y="41"/>
                        <a:pt x="53" y="42"/>
                        <a:pt x="51" y="40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54" name="išlíḑê"/>
                <p:cNvSpPr/>
                <p:nvPr userDrawn="1"/>
              </p:nvSpPr>
              <p:spPr bwMode="auto">
                <a:xfrm>
                  <a:off x="5283361" y="3215877"/>
                  <a:ext cx="116092" cy="97032"/>
                </a:xfrm>
                <a:custGeom>
                  <a:avLst/>
                  <a:gdLst>
                    <a:gd name="T0" fmla="*/ 25 w 32"/>
                    <a:gd name="T1" fmla="*/ 26 h 27"/>
                    <a:gd name="T2" fmla="*/ 5 w 32"/>
                    <a:gd name="T3" fmla="*/ 14 h 27"/>
                    <a:gd name="T4" fmla="*/ 1 w 32"/>
                    <a:gd name="T5" fmla="*/ 5 h 27"/>
                    <a:gd name="T6" fmla="*/ 1 w 32"/>
                    <a:gd name="T7" fmla="*/ 5 h 27"/>
                    <a:gd name="T8" fmla="*/ 8 w 32"/>
                    <a:gd name="T9" fmla="*/ 2 h 27"/>
                    <a:gd name="T10" fmla="*/ 27 w 32"/>
                    <a:gd name="T11" fmla="*/ 13 h 27"/>
                    <a:gd name="T12" fmla="*/ 31 w 32"/>
                    <a:gd name="T13" fmla="*/ 22 h 27"/>
                    <a:gd name="T14" fmla="*/ 31 w 32"/>
                    <a:gd name="T15" fmla="*/ 22 h 27"/>
                    <a:gd name="T16" fmla="*/ 25 w 32"/>
                    <a:gd name="T17" fmla="*/ 26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2" h="27">
                      <a:moveTo>
                        <a:pt x="25" y="26"/>
                      </a:move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2" y="13"/>
                        <a:pt x="0" y="9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2" y="2"/>
                        <a:pt x="5" y="0"/>
                        <a:pt x="8" y="2"/>
                      </a:cubicBezTo>
                      <a:cubicBezTo>
                        <a:pt x="27" y="13"/>
                        <a:pt x="27" y="13"/>
                        <a:pt x="27" y="13"/>
                      </a:cubicBezTo>
                      <a:cubicBezTo>
                        <a:pt x="30" y="15"/>
                        <a:pt x="32" y="19"/>
                        <a:pt x="31" y="22"/>
                      </a:cubicBezTo>
                      <a:cubicBezTo>
                        <a:pt x="31" y="22"/>
                        <a:pt x="31" y="22"/>
                        <a:pt x="31" y="22"/>
                      </a:cubicBezTo>
                      <a:cubicBezTo>
                        <a:pt x="30" y="26"/>
                        <a:pt x="27" y="27"/>
                        <a:pt x="25" y="26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55" name="iṧļïḑê"/>
                <p:cNvSpPr/>
                <p:nvPr userDrawn="1"/>
              </p:nvSpPr>
              <p:spPr bwMode="auto">
                <a:xfrm>
                  <a:off x="5356135" y="3364890"/>
                  <a:ext cx="259906" cy="181935"/>
                </a:xfrm>
                <a:custGeom>
                  <a:avLst/>
                  <a:gdLst>
                    <a:gd name="T0" fmla="*/ 65 w 72"/>
                    <a:gd name="T1" fmla="*/ 49 h 51"/>
                    <a:gd name="T2" fmla="*/ 5 w 72"/>
                    <a:gd name="T3" fmla="*/ 15 h 51"/>
                    <a:gd name="T4" fmla="*/ 1 w 72"/>
                    <a:gd name="T5" fmla="*/ 5 h 51"/>
                    <a:gd name="T6" fmla="*/ 1 w 72"/>
                    <a:gd name="T7" fmla="*/ 5 h 51"/>
                    <a:gd name="T8" fmla="*/ 8 w 72"/>
                    <a:gd name="T9" fmla="*/ 2 h 51"/>
                    <a:gd name="T10" fmla="*/ 68 w 72"/>
                    <a:gd name="T11" fmla="*/ 36 h 51"/>
                    <a:gd name="T12" fmla="*/ 71 w 72"/>
                    <a:gd name="T13" fmla="*/ 46 h 51"/>
                    <a:gd name="T14" fmla="*/ 71 w 72"/>
                    <a:gd name="T15" fmla="*/ 46 h 51"/>
                    <a:gd name="T16" fmla="*/ 65 w 72"/>
                    <a:gd name="T17" fmla="*/ 49 h 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2" h="51">
                      <a:moveTo>
                        <a:pt x="65" y="49"/>
                      </a:moveTo>
                      <a:cubicBezTo>
                        <a:pt x="5" y="15"/>
                        <a:pt x="5" y="15"/>
                        <a:pt x="5" y="15"/>
                      </a:cubicBezTo>
                      <a:cubicBezTo>
                        <a:pt x="2" y="13"/>
                        <a:pt x="0" y="9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2" y="2"/>
                        <a:pt x="5" y="0"/>
                        <a:pt x="8" y="2"/>
                      </a:cubicBezTo>
                      <a:cubicBezTo>
                        <a:pt x="68" y="36"/>
                        <a:pt x="68" y="36"/>
                        <a:pt x="68" y="36"/>
                      </a:cubicBezTo>
                      <a:cubicBezTo>
                        <a:pt x="70" y="38"/>
                        <a:pt x="72" y="42"/>
                        <a:pt x="71" y="46"/>
                      </a:cubicBezTo>
                      <a:cubicBezTo>
                        <a:pt x="71" y="46"/>
                        <a:pt x="71" y="46"/>
                        <a:pt x="71" y="46"/>
                      </a:cubicBezTo>
                      <a:cubicBezTo>
                        <a:pt x="71" y="49"/>
                        <a:pt x="68" y="51"/>
                        <a:pt x="65" y="49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56" name="íśḻîḑé"/>
                <p:cNvSpPr/>
                <p:nvPr userDrawn="1"/>
              </p:nvSpPr>
              <p:spPr bwMode="auto">
                <a:xfrm>
                  <a:off x="5312817" y="3555487"/>
                  <a:ext cx="114359" cy="97032"/>
                </a:xfrm>
                <a:custGeom>
                  <a:avLst/>
                  <a:gdLst>
                    <a:gd name="T0" fmla="*/ 25 w 32"/>
                    <a:gd name="T1" fmla="*/ 25 h 27"/>
                    <a:gd name="T2" fmla="*/ 5 w 32"/>
                    <a:gd name="T3" fmla="*/ 14 h 27"/>
                    <a:gd name="T4" fmla="*/ 1 w 32"/>
                    <a:gd name="T5" fmla="*/ 4 h 27"/>
                    <a:gd name="T6" fmla="*/ 1 w 32"/>
                    <a:gd name="T7" fmla="*/ 4 h 27"/>
                    <a:gd name="T8" fmla="*/ 8 w 32"/>
                    <a:gd name="T9" fmla="*/ 1 h 27"/>
                    <a:gd name="T10" fmla="*/ 27 w 32"/>
                    <a:gd name="T11" fmla="*/ 12 h 27"/>
                    <a:gd name="T12" fmla="*/ 31 w 32"/>
                    <a:gd name="T13" fmla="*/ 22 h 27"/>
                    <a:gd name="T14" fmla="*/ 31 w 32"/>
                    <a:gd name="T15" fmla="*/ 22 h 27"/>
                    <a:gd name="T16" fmla="*/ 25 w 32"/>
                    <a:gd name="T17" fmla="*/ 25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2" h="27">
                      <a:moveTo>
                        <a:pt x="25" y="25"/>
                      </a:move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2" y="12"/>
                        <a:pt x="0" y="8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2" y="1"/>
                        <a:pt x="5" y="0"/>
                        <a:pt x="8" y="1"/>
                      </a:cubicBezTo>
                      <a:cubicBezTo>
                        <a:pt x="27" y="12"/>
                        <a:pt x="27" y="12"/>
                        <a:pt x="27" y="12"/>
                      </a:cubicBezTo>
                      <a:cubicBezTo>
                        <a:pt x="30" y="14"/>
                        <a:pt x="32" y="18"/>
                        <a:pt x="31" y="22"/>
                      </a:cubicBezTo>
                      <a:cubicBezTo>
                        <a:pt x="31" y="22"/>
                        <a:pt x="31" y="22"/>
                        <a:pt x="31" y="22"/>
                      </a:cubicBezTo>
                      <a:cubicBezTo>
                        <a:pt x="30" y="25"/>
                        <a:pt x="27" y="27"/>
                        <a:pt x="25" y="25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60" name="iŝļïḑé"/>
                <p:cNvSpPr/>
                <p:nvPr userDrawn="1"/>
              </p:nvSpPr>
              <p:spPr bwMode="auto">
                <a:xfrm>
                  <a:off x="5579653" y="4130746"/>
                  <a:ext cx="230450" cy="164608"/>
                </a:xfrm>
                <a:custGeom>
                  <a:avLst/>
                  <a:gdLst>
                    <a:gd name="T0" fmla="*/ 57 w 64"/>
                    <a:gd name="T1" fmla="*/ 44 h 46"/>
                    <a:gd name="T2" fmla="*/ 4 w 64"/>
                    <a:gd name="T3" fmla="*/ 14 h 46"/>
                    <a:gd name="T4" fmla="*/ 1 w 64"/>
                    <a:gd name="T5" fmla="*/ 5 h 46"/>
                    <a:gd name="T6" fmla="*/ 1 w 64"/>
                    <a:gd name="T7" fmla="*/ 5 h 46"/>
                    <a:gd name="T8" fmla="*/ 7 w 64"/>
                    <a:gd name="T9" fmla="*/ 2 h 46"/>
                    <a:gd name="T10" fmla="*/ 59 w 64"/>
                    <a:gd name="T11" fmla="*/ 32 h 46"/>
                    <a:gd name="T12" fmla="*/ 63 w 64"/>
                    <a:gd name="T13" fmla="*/ 41 h 46"/>
                    <a:gd name="T14" fmla="*/ 63 w 64"/>
                    <a:gd name="T15" fmla="*/ 41 h 46"/>
                    <a:gd name="T16" fmla="*/ 57 w 64"/>
                    <a:gd name="T17" fmla="*/ 44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4" h="46">
                      <a:moveTo>
                        <a:pt x="57" y="44"/>
                      </a:moveTo>
                      <a:cubicBezTo>
                        <a:pt x="4" y="14"/>
                        <a:pt x="4" y="14"/>
                        <a:pt x="4" y="14"/>
                      </a:cubicBezTo>
                      <a:cubicBezTo>
                        <a:pt x="2" y="13"/>
                        <a:pt x="0" y="8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1" y="2"/>
                        <a:pt x="4" y="0"/>
                        <a:pt x="7" y="2"/>
                      </a:cubicBezTo>
                      <a:cubicBezTo>
                        <a:pt x="59" y="32"/>
                        <a:pt x="59" y="32"/>
                        <a:pt x="59" y="32"/>
                      </a:cubicBezTo>
                      <a:cubicBezTo>
                        <a:pt x="62" y="34"/>
                        <a:pt x="64" y="38"/>
                        <a:pt x="63" y="41"/>
                      </a:cubicBezTo>
                      <a:cubicBezTo>
                        <a:pt x="63" y="41"/>
                        <a:pt x="63" y="41"/>
                        <a:pt x="63" y="41"/>
                      </a:cubicBezTo>
                      <a:cubicBezTo>
                        <a:pt x="62" y="45"/>
                        <a:pt x="59" y="46"/>
                        <a:pt x="57" y="44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61" name="îṧḻïdê"/>
                <p:cNvSpPr/>
                <p:nvPr userDrawn="1"/>
              </p:nvSpPr>
              <p:spPr bwMode="auto">
                <a:xfrm>
                  <a:off x="5269499" y="3742620"/>
                  <a:ext cx="90101" cy="81438"/>
                </a:xfrm>
                <a:custGeom>
                  <a:avLst/>
                  <a:gdLst>
                    <a:gd name="T0" fmla="*/ 18 w 25"/>
                    <a:gd name="T1" fmla="*/ 21 h 23"/>
                    <a:gd name="T2" fmla="*/ 5 w 25"/>
                    <a:gd name="T3" fmla="*/ 14 h 23"/>
                    <a:gd name="T4" fmla="*/ 1 w 25"/>
                    <a:gd name="T5" fmla="*/ 5 h 23"/>
                    <a:gd name="T6" fmla="*/ 1 w 25"/>
                    <a:gd name="T7" fmla="*/ 5 h 23"/>
                    <a:gd name="T8" fmla="*/ 8 w 25"/>
                    <a:gd name="T9" fmla="*/ 1 h 23"/>
                    <a:gd name="T10" fmla="*/ 20 w 25"/>
                    <a:gd name="T11" fmla="*/ 9 h 23"/>
                    <a:gd name="T12" fmla="*/ 24 w 25"/>
                    <a:gd name="T13" fmla="*/ 18 h 23"/>
                    <a:gd name="T14" fmla="*/ 24 w 25"/>
                    <a:gd name="T15" fmla="*/ 18 h 23"/>
                    <a:gd name="T16" fmla="*/ 18 w 25"/>
                    <a:gd name="T17" fmla="*/ 21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5" h="23">
                      <a:moveTo>
                        <a:pt x="18" y="21"/>
                      </a:move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2" y="12"/>
                        <a:pt x="0" y="8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2" y="1"/>
                        <a:pt x="5" y="0"/>
                        <a:pt x="8" y="1"/>
                      </a:cubicBezTo>
                      <a:cubicBezTo>
                        <a:pt x="20" y="9"/>
                        <a:pt x="20" y="9"/>
                        <a:pt x="20" y="9"/>
                      </a:cubicBezTo>
                      <a:cubicBezTo>
                        <a:pt x="23" y="10"/>
                        <a:pt x="25" y="14"/>
                        <a:pt x="24" y="18"/>
                      </a:cubicBezTo>
                      <a:cubicBezTo>
                        <a:pt x="24" y="18"/>
                        <a:pt x="24" y="18"/>
                        <a:pt x="24" y="18"/>
                      </a:cubicBezTo>
                      <a:cubicBezTo>
                        <a:pt x="23" y="21"/>
                        <a:pt x="20" y="23"/>
                        <a:pt x="18" y="21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62" name="íṧḻíḋê"/>
                <p:cNvSpPr/>
                <p:nvPr userDrawn="1"/>
              </p:nvSpPr>
              <p:spPr bwMode="auto">
                <a:xfrm>
                  <a:off x="5226181" y="3929752"/>
                  <a:ext cx="100497" cy="90101"/>
                </a:xfrm>
                <a:custGeom>
                  <a:avLst/>
                  <a:gdLst>
                    <a:gd name="T0" fmla="*/ 21 w 28"/>
                    <a:gd name="T1" fmla="*/ 23 h 25"/>
                    <a:gd name="T2" fmla="*/ 5 w 28"/>
                    <a:gd name="T3" fmla="*/ 14 h 25"/>
                    <a:gd name="T4" fmla="*/ 1 w 28"/>
                    <a:gd name="T5" fmla="*/ 5 h 25"/>
                    <a:gd name="T6" fmla="*/ 1 w 28"/>
                    <a:gd name="T7" fmla="*/ 5 h 25"/>
                    <a:gd name="T8" fmla="*/ 8 w 28"/>
                    <a:gd name="T9" fmla="*/ 1 h 25"/>
                    <a:gd name="T10" fmla="*/ 23 w 28"/>
                    <a:gd name="T11" fmla="*/ 10 h 25"/>
                    <a:gd name="T12" fmla="*/ 27 w 28"/>
                    <a:gd name="T13" fmla="*/ 20 h 25"/>
                    <a:gd name="T14" fmla="*/ 27 w 28"/>
                    <a:gd name="T15" fmla="*/ 20 h 25"/>
                    <a:gd name="T16" fmla="*/ 21 w 28"/>
                    <a:gd name="T17" fmla="*/ 2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8" h="25">
                      <a:moveTo>
                        <a:pt x="21" y="23"/>
                      </a:move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2" y="12"/>
                        <a:pt x="0" y="8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2" y="1"/>
                        <a:pt x="5" y="0"/>
                        <a:pt x="8" y="1"/>
                      </a:cubicBezTo>
                      <a:cubicBezTo>
                        <a:pt x="23" y="10"/>
                        <a:pt x="23" y="10"/>
                        <a:pt x="23" y="10"/>
                      </a:cubicBezTo>
                      <a:cubicBezTo>
                        <a:pt x="26" y="12"/>
                        <a:pt x="28" y="16"/>
                        <a:pt x="27" y="20"/>
                      </a:cubicBezTo>
                      <a:cubicBezTo>
                        <a:pt x="27" y="20"/>
                        <a:pt x="27" y="20"/>
                        <a:pt x="27" y="20"/>
                      </a:cubicBezTo>
                      <a:cubicBezTo>
                        <a:pt x="26" y="23"/>
                        <a:pt x="23" y="25"/>
                        <a:pt x="21" y="23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63" name="iṥļíḑe"/>
                <p:cNvSpPr/>
                <p:nvPr userDrawn="1"/>
              </p:nvSpPr>
              <p:spPr bwMode="auto">
                <a:xfrm>
                  <a:off x="5352669" y="4000793"/>
                  <a:ext cx="194063" cy="140350"/>
                </a:xfrm>
                <a:custGeom>
                  <a:avLst/>
                  <a:gdLst>
                    <a:gd name="T0" fmla="*/ 46 w 54"/>
                    <a:gd name="T1" fmla="*/ 38 h 39"/>
                    <a:gd name="T2" fmla="*/ 5 w 54"/>
                    <a:gd name="T3" fmla="*/ 14 h 39"/>
                    <a:gd name="T4" fmla="*/ 1 w 54"/>
                    <a:gd name="T5" fmla="*/ 5 h 39"/>
                    <a:gd name="T6" fmla="*/ 1 w 54"/>
                    <a:gd name="T7" fmla="*/ 5 h 39"/>
                    <a:gd name="T8" fmla="*/ 8 w 54"/>
                    <a:gd name="T9" fmla="*/ 2 h 39"/>
                    <a:gd name="T10" fmla="*/ 49 w 54"/>
                    <a:gd name="T11" fmla="*/ 25 h 39"/>
                    <a:gd name="T12" fmla="*/ 53 w 54"/>
                    <a:gd name="T13" fmla="*/ 35 h 39"/>
                    <a:gd name="T14" fmla="*/ 53 w 54"/>
                    <a:gd name="T15" fmla="*/ 35 h 39"/>
                    <a:gd name="T16" fmla="*/ 46 w 54"/>
                    <a:gd name="T17" fmla="*/ 38 h 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4" h="39">
                      <a:moveTo>
                        <a:pt x="46" y="38"/>
                      </a:move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2" y="12"/>
                        <a:pt x="0" y="8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2" y="1"/>
                        <a:pt x="5" y="0"/>
                        <a:pt x="8" y="2"/>
                      </a:cubicBezTo>
                      <a:cubicBezTo>
                        <a:pt x="49" y="25"/>
                        <a:pt x="49" y="25"/>
                        <a:pt x="49" y="25"/>
                      </a:cubicBezTo>
                      <a:cubicBezTo>
                        <a:pt x="52" y="27"/>
                        <a:pt x="54" y="31"/>
                        <a:pt x="53" y="35"/>
                      </a:cubicBezTo>
                      <a:cubicBezTo>
                        <a:pt x="53" y="35"/>
                        <a:pt x="53" y="35"/>
                        <a:pt x="53" y="35"/>
                      </a:cubicBezTo>
                      <a:cubicBezTo>
                        <a:pt x="52" y="38"/>
                        <a:pt x="49" y="39"/>
                        <a:pt x="46" y="38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64" name="îş1ïḓe"/>
                <p:cNvSpPr/>
                <p:nvPr userDrawn="1"/>
              </p:nvSpPr>
              <p:spPr bwMode="auto">
                <a:xfrm>
                  <a:off x="5203657" y="4023318"/>
                  <a:ext cx="152478" cy="117824"/>
                </a:xfrm>
                <a:custGeom>
                  <a:avLst/>
                  <a:gdLst>
                    <a:gd name="T0" fmla="*/ 34 w 42"/>
                    <a:gd name="T1" fmla="*/ 31 h 33"/>
                    <a:gd name="T2" fmla="*/ 5 w 42"/>
                    <a:gd name="T3" fmla="*/ 14 h 33"/>
                    <a:gd name="T4" fmla="*/ 1 w 42"/>
                    <a:gd name="T5" fmla="*/ 5 h 33"/>
                    <a:gd name="T6" fmla="*/ 1 w 42"/>
                    <a:gd name="T7" fmla="*/ 5 h 33"/>
                    <a:gd name="T8" fmla="*/ 8 w 42"/>
                    <a:gd name="T9" fmla="*/ 2 h 33"/>
                    <a:gd name="T10" fmla="*/ 37 w 42"/>
                    <a:gd name="T11" fmla="*/ 19 h 33"/>
                    <a:gd name="T12" fmla="*/ 41 w 42"/>
                    <a:gd name="T13" fmla="*/ 28 h 33"/>
                    <a:gd name="T14" fmla="*/ 41 w 42"/>
                    <a:gd name="T15" fmla="*/ 28 h 33"/>
                    <a:gd name="T16" fmla="*/ 34 w 42"/>
                    <a:gd name="T17" fmla="*/ 31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2" h="33">
                      <a:moveTo>
                        <a:pt x="34" y="31"/>
                      </a:move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2" y="12"/>
                        <a:pt x="0" y="8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2" y="1"/>
                        <a:pt x="5" y="0"/>
                        <a:pt x="8" y="2"/>
                      </a:cubicBezTo>
                      <a:cubicBezTo>
                        <a:pt x="37" y="19"/>
                        <a:pt x="37" y="19"/>
                        <a:pt x="37" y="19"/>
                      </a:cubicBezTo>
                      <a:cubicBezTo>
                        <a:pt x="40" y="20"/>
                        <a:pt x="42" y="24"/>
                        <a:pt x="41" y="28"/>
                      </a:cubicBezTo>
                      <a:cubicBezTo>
                        <a:pt x="41" y="28"/>
                        <a:pt x="41" y="28"/>
                        <a:pt x="41" y="28"/>
                      </a:cubicBezTo>
                      <a:cubicBezTo>
                        <a:pt x="40" y="31"/>
                        <a:pt x="37" y="33"/>
                        <a:pt x="34" y="31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65" name="ïśḷîḓê"/>
                <p:cNvSpPr/>
                <p:nvPr userDrawn="1"/>
              </p:nvSpPr>
              <p:spPr bwMode="auto">
                <a:xfrm>
                  <a:off x="5860352" y="4291888"/>
                  <a:ext cx="110893" cy="97032"/>
                </a:xfrm>
                <a:custGeom>
                  <a:avLst/>
                  <a:gdLst>
                    <a:gd name="T0" fmla="*/ 23 w 31"/>
                    <a:gd name="T1" fmla="*/ 25 h 27"/>
                    <a:gd name="T2" fmla="*/ 4 w 31"/>
                    <a:gd name="T3" fmla="*/ 14 h 27"/>
                    <a:gd name="T4" fmla="*/ 1 w 31"/>
                    <a:gd name="T5" fmla="*/ 5 h 27"/>
                    <a:gd name="T6" fmla="*/ 1 w 31"/>
                    <a:gd name="T7" fmla="*/ 5 h 27"/>
                    <a:gd name="T8" fmla="*/ 7 w 31"/>
                    <a:gd name="T9" fmla="*/ 2 h 27"/>
                    <a:gd name="T10" fmla="*/ 26 w 31"/>
                    <a:gd name="T11" fmla="*/ 13 h 27"/>
                    <a:gd name="T12" fmla="*/ 30 w 31"/>
                    <a:gd name="T13" fmla="*/ 22 h 27"/>
                    <a:gd name="T14" fmla="*/ 30 w 31"/>
                    <a:gd name="T15" fmla="*/ 22 h 27"/>
                    <a:gd name="T16" fmla="*/ 23 w 31"/>
                    <a:gd name="T17" fmla="*/ 25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1" h="27">
                      <a:moveTo>
                        <a:pt x="23" y="25"/>
                      </a:moveTo>
                      <a:cubicBezTo>
                        <a:pt x="4" y="14"/>
                        <a:pt x="4" y="14"/>
                        <a:pt x="4" y="14"/>
                      </a:cubicBezTo>
                      <a:cubicBezTo>
                        <a:pt x="1" y="13"/>
                        <a:pt x="0" y="8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1" y="2"/>
                        <a:pt x="4" y="0"/>
                        <a:pt x="7" y="2"/>
                      </a:cubicBezTo>
                      <a:cubicBezTo>
                        <a:pt x="26" y="13"/>
                        <a:pt x="26" y="13"/>
                        <a:pt x="26" y="13"/>
                      </a:cubicBezTo>
                      <a:cubicBezTo>
                        <a:pt x="29" y="14"/>
                        <a:pt x="31" y="19"/>
                        <a:pt x="30" y="22"/>
                      </a:cubicBezTo>
                      <a:cubicBezTo>
                        <a:pt x="30" y="22"/>
                        <a:pt x="30" y="22"/>
                        <a:pt x="30" y="22"/>
                      </a:cubicBezTo>
                      <a:cubicBezTo>
                        <a:pt x="29" y="25"/>
                        <a:pt x="26" y="27"/>
                        <a:pt x="23" y="25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66" name="iSlîḓê"/>
                <p:cNvSpPr/>
                <p:nvPr userDrawn="1"/>
              </p:nvSpPr>
              <p:spPr bwMode="auto">
                <a:xfrm>
                  <a:off x="5456632" y="3636925"/>
                  <a:ext cx="233916" cy="162874"/>
                </a:xfrm>
                <a:custGeom>
                  <a:avLst/>
                  <a:gdLst>
                    <a:gd name="T0" fmla="*/ 57 w 65"/>
                    <a:gd name="T1" fmla="*/ 44 h 45"/>
                    <a:gd name="T2" fmla="*/ 5 w 65"/>
                    <a:gd name="T3" fmla="*/ 14 h 45"/>
                    <a:gd name="T4" fmla="*/ 1 w 65"/>
                    <a:gd name="T5" fmla="*/ 4 h 45"/>
                    <a:gd name="T6" fmla="*/ 1 w 65"/>
                    <a:gd name="T7" fmla="*/ 4 h 45"/>
                    <a:gd name="T8" fmla="*/ 8 w 65"/>
                    <a:gd name="T9" fmla="*/ 1 h 45"/>
                    <a:gd name="T10" fmla="*/ 60 w 65"/>
                    <a:gd name="T11" fmla="*/ 31 h 45"/>
                    <a:gd name="T12" fmla="*/ 64 w 65"/>
                    <a:gd name="T13" fmla="*/ 41 h 45"/>
                    <a:gd name="T14" fmla="*/ 64 w 65"/>
                    <a:gd name="T15" fmla="*/ 41 h 45"/>
                    <a:gd name="T16" fmla="*/ 57 w 65"/>
                    <a:gd name="T17" fmla="*/ 44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5" h="45">
                      <a:moveTo>
                        <a:pt x="57" y="44"/>
                      </a:move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2" y="12"/>
                        <a:pt x="0" y="8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2" y="1"/>
                        <a:pt x="5" y="0"/>
                        <a:pt x="8" y="1"/>
                      </a:cubicBezTo>
                      <a:cubicBezTo>
                        <a:pt x="60" y="31"/>
                        <a:pt x="60" y="31"/>
                        <a:pt x="60" y="31"/>
                      </a:cubicBezTo>
                      <a:cubicBezTo>
                        <a:pt x="63" y="33"/>
                        <a:pt x="65" y="37"/>
                        <a:pt x="64" y="41"/>
                      </a:cubicBezTo>
                      <a:cubicBezTo>
                        <a:pt x="64" y="41"/>
                        <a:pt x="64" y="41"/>
                        <a:pt x="64" y="41"/>
                      </a:cubicBezTo>
                      <a:cubicBezTo>
                        <a:pt x="63" y="44"/>
                        <a:pt x="60" y="45"/>
                        <a:pt x="57" y="44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67" name="isļîḑê"/>
                <p:cNvSpPr/>
                <p:nvPr userDrawn="1"/>
              </p:nvSpPr>
              <p:spPr bwMode="auto">
                <a:xfrm>
                  <a:off x="5333609" y="3458456"/>
                  <a:ext cx="372532" cy="247777"/>
                </a:xfrm>
                <a:custGeom>
                  <a:avLst/>
                  <a:gdLst>
                    <a:gd name="T0" fmla="*/ 96 w 103"/>
                    <a:gd name="T1" fmla="*/ 67 h 69"/>
                    <a:gd name="T2" fmla="*/ 5 w 103"/>
                    <a:gd name="T3" fmla="*/ 15 h 69"/>
                    <a:gd name="T4" fmla="*/ 1 w 103"/>
                    <a:gd name="T5" fmla="*/ 5 h 69"/>
                    <a:gd name="T6" fmla="*/ 1 w 103"/>
                    <a:gd name="T7" fmla="*/ 5 h 69"/>
                    <a:gd name="T8" fmla="*/ 8 w 103"/>
                    <a:gd name="T9" fmla="*/ 2 h 69"/>
                    <a:gd name="T10" fmla="*/ 99 w 103"/>
                    <a:gd name="T11" fmla="*/ 55 h 69"/>
                    <a:gd name="T12" fmla="*/ 103 w 103"/>
                    <a:gd name="T13" fmla="*/ 64 h 69"/>
                    <a:gd name="T14" fmla="*/ 103 w 103"/>
                    <a:gd name="T15" fmla="*/ 64 h 69"/>
                    <a:gd name="T16" fmla="*/ 96 w 103"/>
                    <a:gd name="T17" fmla="*/ 67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03" h="69">
                      <a:moveTo>
                        <a:pt x="96" y="67"/>
                      </a:moveTo>
                      <a:cubicBezTo>
                        <a:pt x="5" y="15"/>
                        <a:pt x="5" y="15"/>
                        <a:pt x="5" y="15"/>
                      </a:cubicBezTo>
                      <a:cubicBezTo>
                        <a:pt x="2" y="13"/>
                        <a:pt x="0" y="9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2" y="2"/>
                        <a:pt x="5" y="0"/>
                        <a:pt x="8" y="2"/>
                      </a:cubicBezTo>
                      <a:cubicBezTo>
                        <a:pt x="99" y="55"/>
                        <a:pt x="99" y="55"/>
                        <a:pt x="99" y="55"/>
                      </a:cubicBezTo>
                      <a:cubicBezTo>
                        <a:pt x="102" y="56"/>
                        <a:pt x="103" y="60"/>
                        <a:pt x="103" y="64"/>
                      </a:cubicBezTo>
                      <a:cubicBezTo>
                        <a:pt x="103" y="64"/>
                        <a:pt x="103" y="64"/>
                        <a:pt x="103" y="64"/>
                      </a:cubicBezTo>
                      <a:cubicBezTo>
                        <a:pt x="102" y="67"/>
                        <a:pt x="99" y="69"/>
                        <a:pt x="96" y="67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68" name="ïs1iḑê"/>
                <p:cNvSpPr/>
                <p:nvPr userDrawn="1"/>
              </p:nvSpPr>
              <p:spPr bwMode="auto">
                <a:xfrm>
                  <a:off x="5290292" y="3649054"/>
                  <a:ext cx="235648" cy="161142"/>
                </a:xfrm>
                <a:custGeom>
                  <a:avLst/>
                  <a:gdLst>
                    <a:gd name="T0" fmla="*/ 57 w 65"/>
                    <a:gd name="T1" fmla="*/ 44 h 45"/>
                    <a:gd name="T2" fmla="*/ 5 w 65"/>
                    <a:gd name="T3" fmla="*/ 14 h 45"/>
                    <a:gd name="T4" fmla="*/ 1 w 65"/>
                    <a:gd name="T5" fmla="*/ 4 h 45"/>
                    <a:gd name="T6" fmla="*/ 1 w 65"/>
                    <a:gd name="T7" fmla="*/ 4 h 45"/>
                    <a:gd name="T8" fmla="*/ 8 w 65"/>
                    <a:gd name="T9" fmla="*/ 1 h 45"/>
                    <a:gd name="T10" fmla="*/ 60 w 65"/>
                    <a:gd name="T11" fmla="*/ 31 h 45"/>
                    <a:gd name="T12" fmla="*/ 64 w 65"/>
                    <a:gd name="T13" fmla="*/ 41 h 45"/>
                    <a:gd name="T14" fmla="*/ 64 w 65"/>
                    <a:gd name="T15" fmla="*/ 41 h 45"/>
                    <a:gd name="T16" fmla="*/ 57 w 65"/>
                    <a:gd name="T17" fmla="*/ 44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5" h="45">
                      <a:moveTo>
                        <a:pt x="57" y="44"/>
                      </a:move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2" y="12"/>
                        <a:pt x="0" y="8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2" y="1"/>
                        <a:pt x="5" y="0"/>
                        <a:pt x="8" y="1"/>
                      </a:cubicBezTo>
                      <a:cubicBezTo>
                        <a:pt x="60" y="31"/>
                        <a:pt x="60" y="31"/>
                        <a:pt x="60" y="31"/>
                      </a:cubicBezTo>
                      <a:cubicBezTo>
                        <a:pt x="63" y="33"/>
                        <a:pt x="65" y="37"/>
                        <a:pt x="64" y="41"/>
                      </a:cubicBezTo>
                      <a:cubicBezTo>
                        <a:pt x="64" y="41"/>
                        <a:pt x="64" y="41"/>
                        <a:pt x="64" y="41"/>
                      </a:cubicBezTo>
                      <a:cubicBezTo>
                        <a:pt x="63" y="44"/>
                        <a:pt x="60" y="45"/>
                        <a:pt x="57" y="44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69" name="iṧ1íḋé"/>
                <p:cNvSpPr/>
                <p:nvPr userDrawn="1"/>
              </p:nvSpPr>
              <p:spPr bwMode="auto">
                <a:xfrm>
                  <a:off x="5720003" y="3789403"/>
                  <a:ext cx="110893" cy="93566"/>
                </a:xfrm>
                <a:custGeom>
                  <a:avLst/>
                  <a:gdLst>
                    <a:gd name="T0" fmla="*/ 24 w 31"/>
                    <a:gd name="T1" fmla="*/ 25 h 26"/>
                    <a:gd name="T2" fmla="*/ 5 w 31"/>
                    <a:gd name="T3" fmla="*/ 14 h 26"/>
                    <a:gd name="T4" fmla="*/ 1 w 31"/>
                    <a:gd name="T5" fmla="*/ 4 h 26"/>
                    <a:gd name="T6" fmla="*/ 1 w 31"/>
                    <a:gd name="T7" fmla="*/ 4 h 26"/>
                    <a:gd name="T8" fmla="*/ 8 w 31"/>
                    <a:gd name="T9" fmla="*/ 1 h 26"/>
                    <a:gd name="T10" fmla="*/ 27 w 31"/>
                    <a:gd name="T11" fmla="*/ 12 h 26"/>
                    <a:gd name="T12" fmla="*/ 30 w 31"/>
                    <a:gd name="T13" fmla="*/ 21 h 26"/>
                    <a:gd name="T14" fmla="*/ 30 w 31"/>
                    <a:gd name="T15" fmla="*/ 21 h 26"/>
                    <a:gd name="T16" fmla="*/ 24 w 31"/>
                    <a:gd name="T17" fmla="*/ 25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1" h="26">
                      <a:moveTo>
                        <a:pt x="24" y="25"/>
                      </a:move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2" y="12"/>
                        <a:pt x="0" y="8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2" y="1"/>
                        <a:pt x="5" y="0"/>
                        <a:pt x="8" y="1"/>
                      </a:cubicBezTo>
                      <a:cubicBezTo>
                        <a:pt x="27" y="12"/>
                        <a:pt x="27" y="12"/>
                        <a:pt x="27" y="12"/>
                      </a:cubicBezTo>
                      <a:cubicBezTo>
                        <a:pt x="29" y="14"/>
                        <a:pt x="31" y="18"/>
                        <a:pt x="30" y="21"/>
                      </a:cubicBezTo>
                      <a:cubicBezTo>
                        <a:pt x="30" y="21"/>
                        <a:pt x="30" y="21"/>
                        <a:pt x="30" y="21"/>
                      </a:cubicBezTo>
                      <a:cubicBezTo>
                        <a:pt x="30" y="25"/>
                        <a:pt x="27" y="26"/>
                        <a:pt x="24" y="25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70" name="îṣ1ïdê"/>
                <p:cNvSpPr/>
                <p:nvPr userDrawn="1"/>
              </p:nvSpPr>
              <p:spPr bwMode="auto">
                <a:xfrm>
                  <a:off x="5246974" y="3836186"/>
                  <a:ext cx="270302" cy="187132"/>
                </a:xfrm>
                <a:custGeom>
                  <a:avLst/>
                  <a:gdLst>
                    <a:gd name="T0" fmla="*/ 68 w 75"/>
                    <a:gd name="T1" fmla="*/ 50 h 52"/>
                    <a:gd name="T2" fmla="*/ 5 w 75"/>
                    <a:gd name="T3" fmla="*/ 14 h 52"/>
                    <a:gd name="T4" fmla="*/ 1 w 75"/>
                    <a:gd name="T5" fmla="*/ 5 h 52"/>
                    <a:gd name="T6" fmla="*/ 1 w 75"/>
                    <a:gd name="T7" fmla="*/ 5 h 52"/>
                    <a:gd name="T8" fmla="*/ 8 w 75"/>
                    <a:gd name="T9" fmla="*/ 1 h 52"/>
                    <a:gd name="T10" fmla="*/ 70 w 75"/>
                    <a:gd name="T11" fmla="*/ 38 h 52"/>
                    <a:gd name="T12" fmla="*/ 74 w 75"/>
                    <a:gd name="T13" fmla="*/ 47 h 52"/>
                    <a:gd name="T14" fmla="*/ 74 w 75"/>
                    <a:gd name="T15" fmla="*/ 47 h 52"/>
                    <a:gd name="T16" fmla="*/ 68 w 75"/>
                    <a:gd name="T17" fmla="*/ 50 h 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52">
                      <a:moveTo>
                        <a:pt x="68" y="50"/>
                      </a:move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2" y="12"/>
                        <a:pt x="0" y="8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2" y="1"/>
                        <a:pt x="5" y="0"/>
                        <a:pt x="8" y="1"/>
                      </a:cubicBezTo>
                      <a:cubicBezTo>
                        <a:pt x="70" y="38"/>
                        <a:pt x="70" y="38"/>
                        <a:pt x="70" y="38"/>
                      </a:cubicBezTo>
                      <a:cubicBezTo>
                        <a:pt x="73" y="39"/>
                        <a:pt x="75" y="43"/>
                        <a:pt x="74" y="47"/>
                      </a:cubicBezTo>
                      <a:cubicBezTo>
                        <a:pt x="74" y="47"/>
                        <a:pt x="74" y="47"/>
                        <a:pt x="74" y="47"/>
                      </a:cubicBezTo>
                      <a:cubicBezTo>
                        <a:pt x="74" y="50"/>
                        <a:pt x="71" y="52"/>
                        <a:pt x="68" y="50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71" name="iṣ1ïde"/>
                <p:cNvSpPr/>
                <p:nvPr userDrawn="1"/>
              </p:nvSpPr>
              <p:spPr bwMode="auto">
                <a:xfrm>
                  <a:off x="5305886" y="3122311"/>
                  <a:ext cx="211390" cy="155943"/>
                </a:xfrm>
                <a:custGeom>
                  <a:avLst/>
                  <a:gdLst>
                    <a:gd name="T0" fmla="*/ 51 w 59"/>
                    <a:gd name="T1" fmla="*/ 41 h 43"/>
                    <a:gd name="T2" fmla="*/ 5 w 59"/>
                    <a:gd name="T3" fmla="*/ 14 h 43"/>
                    <a:gd name="T4" fmla="*/ 1 w 59"/>
                    <a:gd name="T5" fmla="*/ 5 h 43"/>
                    <a:gd name="T6" fmla="*/ 1 w 59"/>
                    <a:gd name="T7" fmla="*/ 5 h 43"/>
                    <a:gd name="T8" fmla="*/ 8 w 59"/>
                    <a:gd name="T9" fmla="*/ 2 h 43"/>
                    <a:gd name="T10" fmla="*/ 54 w 59"/>
                    <a:gd name="T11" fmla="*/ 29 h 43"/>
                    <a:gd name="T12" fmla="*/ 58 w 59"/>
                    <a:gd name="T13" fmla="*/ 38 h 43"/>
                    <a:gd name="T14" fmla="*/ 58 w 59"/>
                    <a:gd name="T15" fmla="*/ 38 h 43"/>
                    <a:gd name="T16" fmla="*/ 51 w 59"/>
                    <a:gd name="T17" fmla="*/ 41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9" h="43">
                      <a:moveTo>
                        <a:pt x="51" y="41"/>
                      </a:move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2" y="13"/>
                        <a:pt x="0" y="9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2" y="2"/>
                        <a:pt x="5" y="0"/>
                        <a:pt x="8" y="2"/>
                      </a:cubicBezTo>
                      <a:cubicBezTo>
                        <a:pt x="54" y="29"/>
                        <a:pt x="54" y="29"/>
                        <a:pt x="54" y="29"/>
                      </a:cubicBezTo>
                      <a:cubicBezTo>
                        <a:pt x="57" y="30"/>
                        <a:pt x="59" y="34"/>
                        <a:pt x="58" y="38"/>
                      </a:cubicBezTo>
                      <a:cubicBezTo>
                        <a:pt x="58" y="38"/>
                        <a:pt x="58" y="38"/>
                        <a:pt x="58" y="38"/>
                      </a:cubicBezTo>
                      <a:cubicBezTo>
                        <a:pt x="57" y="41"/>
                        <a:pt x="54" y="43"/>
                        <a:pt x="51" y="41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72" name="îṩḷîḋè"/>
                <p:cNvSpPr/>
                <p:nvPr userDrawn="1"/>
              </p:nvSpPr>
              <p:spPr bwMode="auto">
                <a:xfrm>
                  <a:off x="5089298" y="4061437"/>
                  <a:ext cx="237381" cy="166340"/>
                </a:xfrm>
                <a:custGeom>
                  <a:avLst/>
                  <a:gdLst>
                    <a:gd name="T0" fmla="*/ 58 w 66"/>
                    <a:gd name="T1" fmla="*/ 45 h 46"/>
                    <a:gd name="T2" fmla="*/ 5 w 66"/>
                    <a:gd name="T3" fmla="*/ 14 h 46"/>
                    <a:gd name="T4" fmla="*/ 1 w 66"/>
                    <a:gd name="T5" fmla="*/ 5 h 46"/>
                    <a:gd name="T6" fmla="*/ 1 w 66"/>
                    <a:gd name="T7" fmla="*/ 5 h 46"/>
                    <a:gd name="T8" fmla="*/ 8 w 66"/>
                    <a:gd name="T9" fmla="*/ 2 h 46"/>
                    <a:gd name="T10" fmla="*/ 61 w 66"/>
                    <a:gd name="T11" fmla="*/ 32 h 46"/>
                    <a:gd name="T12" fmla="*/ 65 w 66"/>
                    <a:gd name="T13" fmla="*/ 42 h 46"/>
                    <a:gd name="T14" fmla="*/ 65 w 66"/>
                    <a:gd name="T15" fmla="*/ 42 h 46"/>
                    <a:gd name="T16" fmla="*/ 58 w 66"/>
                    <a:gd name="T17" fmla="*/ 45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6" h="46">
                      <a:moveTo>
                        <a:pt x="58" y="45"/>
                      </a:move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2" y="12"/>
                        <a:pt x="0" y="8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2" y="1"/>
                        <a:pt x="5" y="0"/>
                        <a:pt x="8" y="2"/>
                      </a:cubicBezTo>
                      <a:cubicBezTo>
                        <a:pt x="61" y="32"/>
                        <a:pt x="61" y="32"/>
                        <a:pt x="61" y="32"/>
                      </a:cubicBezTo>
                      <a:cubicBezTo>
                        <a:pt x="64" y="34"/>
                        <a:pt x="66" y="38"/>
                        <a:pt x="65" y="42"/>
                      </a:cubicBezTo>
                      <a:cubicBezTo>
                        <a:pt x="65" y="42"/>
                        <a:pt x="65" y="42"/>
                        <a:pt x="65" y="42"/>
                      </a:cubicBezTo>
                      <a:cubicBezTo>
                        <a:pt x="64" y="45"/>
                        <a:pt x="61" y="46"/>
                        <a:pt x="58" y="45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73" name="íşľidé"/>
                <p:cNvSpPr/>
                <p:nvPr userDrawn="1"/>
              </p:nvSpPr>
              <p:spPr bwMode="auto">
                <a:xfrm>
                  <a:off x="5240043" y="2352990"/>
                  <a:ext cx="1221558" cy="1637407"/>
                </a:xfrm>
                <a:custGeom>
                  <a:avLst/>
                  <a:gdLst>
                    <a:gd name="T0" fmla="*/ 298 w 339"/>
                    <a:gd name="T1" fmla="*/ 325 h 455"/>
                    <a:gd name="T2" fmla="*/ 339 w 339"/>
                    <a:gd name="T3" fmla="*/ 152 h 455"/>
                    <a:gd name="T4" fmla="*/ 266 w 339"/>
                    <a:gd name="T5" fmla="*/ 100 h 455"/>
                    <a:gd name="T6" fmla="*/ 153 w 339"/>
                    <a:gd name="T7" fmla="*/ 34 h 455"/>
                    <a:gd name="T8" fmla="*/ 76 w 339"/>
                    <a:gd name="T9" fmla="*/ 0 h 455"/>
                    <a:gd name="T10" fmla="*/ 35 w 339"/>
                    <a:gd name="T11" fmla="*/ 173 h 455"/>
                    <a:gd name="T12" fmla="*/ 120 w 339"/>
                    <a:gd name="T13" fmla="*/ 444 h 455"/>
                    <a:gd name="T14" fmla="*/ 298 w 339"/>
                    <a:gd name="T15" fmla="*/ 325 h 4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39" h="455">
                      <a:moveTo>
                        <a:pt x="298" y="325"/>
                      </a:moveTo>
                      <a:cubicBezTo>
                        <a:pt x="339" y="152"/>
                        <a:pt x="339" y="152"/>
                        <a:pt x="339" y="152"/>
                      </a:cubicBezTo>
                      <a:cubicBezTo>
                        <a:pt x="266" y="100"/>
                        <a:pt x="266" y="100"/>
                        <a:pt x="266" y="100"/>
                      </a:cubicBezTo>
                      <a:cubicBezTo>
                        <a:pt x="230" y="74"/>
                        <a:pt x="192" y="52"/>
                        <a:pt x="153" y="34"/>
                      </a:cubicBezTo>
                      <a:cubicBezTo>
                        <a:pt x="76" y="0"/>
                        <a:pt x="76" y="0"/>
                        <a:pt x="76" y="0"/>
                      </a:cubicBezTo>
                      <a:cubicBezTo>
                        <a:pt x="35" y="173"/>
                        <a:pt x="35" y="173"/>
                        <a:pt x="35" y="173"/>
                      </a:cubicBezTo>
                      <a:cubicBezTo>
                        <a:pt x="35" y="173"/>
                        <a:pt x="0" y="298"/>
                        <a:pt x="120" y="444"/>
                      </a:cubicBezTo>
                      <a:cubicBezTo>
                        <a:pt x="272" y="455"/>
                        <a:pt x="298" y="325"/>
                        <a:pt x="298" y="325"/>
                      </a:cubicBezTo>
                      <a:close/>
                    </a:path>
                  </a:pathLst>
                </a:custGeom>
                <a:solidFill>
                  <a:srgbClr val="B2D3E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74" name="ïṧḷïḑê"/>
                <p:cNvSpPr/>
                <p:nvPr userDrawn="1"/>
              </p:nvSpPr>
              <p:spPr bwMode="auto">
                <a:xfrm>
                  <a:off x="4839788" y="1734415"/>
                  <a:ext cx="1438146" cy="1885184"/>
                </a:xfrm>
                <a:custGeom>
                  <a:avLst/>
                  <a:gdLst>
                    <a:gd name="T0" fmla="*/ 313 w 399"/>
                    <a:gd name="T1" fmla="*/ 118 h 524"/>
                    <a:gd name="T2" fmla="*/ 180 w 399"/>
                    <a:gd name="T3" fmla="*/ 40 h 524"/>
                    <a:gd name="T4" fmla="*/ 89 w 399"/>
                    <a:gd name="T5" fmla="*/ 0 h 524"/>
                    <a:gd name="T6" fmla="*/ 60 w 399"/>
                    <a:gd name="T7" fmla="*/ 11 h 524"/>
                    <a:gd name="T8" fmla="*/ 84 w 399"/>
                    <a:gd name="T9" fmla="*/ 24 h 524"/>
                    <a:gd name="T10" fmla="*/ 41 w 399"/>
                    <a:gd name="T11" fmla="*/ 204 h 524"/>
                    <a:gd name="T12" fmla="*/ 141 w 399"/>
                    <a:gd name="T13" fmla="*/ 522 h 524"/>
                    <a:gd name="T14" fmla="*/ 212 w 399"/>
                    <a:gd name="T15" fmla="*/ 518 h 524"/>
                    <a:gd name="T16" fmla="*/ 211 w 399"/>
                    <a:gd name="T17" fmla="*/ 520 h 524"/>
                    <a:gd name="T18" fmla="*/ 237 w 399"/>
                    <a:gd name="T19" fmla="*/ 510 h 524"/>
                    <a:gd name="T20" fmla="*/ 244 w 399"/>
                    <a:gd name="T21" fmla="*/ 507 h 524"/>
                    <a:gd name="T22" fmla="*/ 245 w 399"/>
                    <a:gd name="T23" fmla="*/ 507 h 524"/>
                    <a:gd name="T24" fmla="*/ 245 w 399"/>
                    <a:gd name="T25" fmla="*/ 507 h 524"/>
                    <a:gd name="T26" fmla="*/ 350 w 399"/>
                    <a:gd name="T27" fmla="*/ 382 h 524"/>
                    <a:gd name="T28" fmla="*/ 399 w 399"/>
                    <a:gd name="T29" fmla="*/ 179 h 524"/>
                    <a:gd name="T30" fmla="*/ 313 w 399"/>
                    <a:gd name="T31" fmla="*/ 118 h 5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399" h="524">
                      <a:moveTo>
                        <a:pt x="313" y="118"/>
                      </a:moveTo>
                      <a:cubicBezTo>
                        <a:pt x="270" y="87"/>
                        <a:pt x="226" y="61"/>
                        <a:pt x="180" y="40"/>
                      </a:cubicBezTo>
                      <a:cubicBezTo>
                        <a:pt x="89" y="0"/>
                        <a:pt x="89" y="0"/>
                        <a:pt x="89" y="0"/>
                      </a:cubicBezTo>
                      <a:cubicBezTo>
                        <a:pt x="60" y="11"/>
                        <a:pt x="60" y="11"/>
                        <a:pt x="60" y="11"/>
                      </a:cubicBezTo>
                      <a:cubicBezTo>
                        <a:pt x="60" y="11"/>
                        <a:pt x="73" y="18"/>
                        <a:pt x="84" y="24"/>
                      </a:cubicBezTo>
                      <a:cubicBezTo>
                        <a:pt x="41" y="204"/>
                        <a:pt x="41" y="204"/>
                        <a:pt x="41" y="204"/>
                      </a:cubicBezTo>
                      <a:cubicBezTo>
                        <a:pt x="41" y="204"/>
                        <a:pt x="0" y="350"/>
                        <a:pt x="141" y="522"/>
                      </a:cubicBezTo>
                      <a:cubicBezTo>
                        <a:pt x="168" y="524"/>
                        <a:pt x="191" y="522"/>
                        <a:pt x="212" y="518"/>
                      </a:cubicBezTo>
                      <a:cubicBezTo>
                        <a:pt x="211" y="519"/>
                        <a:pt x="211" y="520"/>
                        <a:pt x="211" y="520"/>
                      </a:cubicBezTo>
                      <a:cubicBezTo>
                        <a:pt x="237" y="510"/>
                        <a:pt x="237" y="510"/>
                        <a:pt x="237" y="510"/>
                      </a:cubicBezTo>
                      <a:cubicBezTo>
                        <a:pt x="240" y="509"/>
                        <a:pt x="242" y="508"/>
                        <a:pt x="244" y="507"/>
                      </a:cubicBezTo>
                      <a:cubicBezTo>
                        <a:pt x="245" y="507"/>
                        <a:pt x="245" y="507"/>
                        <a:pt x="245" y="507"/>
                      </a:cubicBezTo>
                      <a:cubicBezTo>
                        <a:pt x="245" y="507"/>
                        <a:pt x="245" y="507"/>
                        <a:pt x="245" y="507"/>
                      </a:cubicBezTo>
                      <a:cubicBezTo>
                        <a:pt x="332" y="471"/>
                        <a:pt x="350" y="382"/>
                        <a:pt x="350" y="382"/>
                      </a:cubicBezTo>
                      <a:cubicBezTo>
                        <a:pt x="399" y="179"/>
                        <a:pt x="399" y="179"/>
                        <a:pt x="399" y="179"/>
                      </a:cubicBezTo>
                      <a:lnTo>
                        <a:pt x="313" y="118"/>
                      </a:lnTo>
                      <a:close/>
                    </a:path>
                  </a:pathLst>
                </a:custGeom>
                <a:solidFill>
                  <a:srgbClr val="721BD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75" name="ïṧḷîḋe"/>
                <p:cNvSpPr/>
                <p:nvPr userDrawn="1"/>
              </p:nvSpPr>
              <p:spPr bwMode="auto">
                <a:xfrm>
                  <a:off x="5056376" y="1734415"/>
                  <a:ext cx="1221558" cy="698281"/>
                </a:xfrm>
                <a:custGeom>
                  <a:avLst/>
                  <a:gdLst>
                    <a:gd name="T0" fmla="*/ 120 w 339"/>
                    <a:gd name="T1" fmla="*/ 40 h 194"/>
                    <a:gd name="T2" fmla="*/ 29 w 339"/>
                    <a:gd name="T3" fmla="*/ 0 h 194"/>
                    <a:gd name="T4" fmla="*/ 0 w 339"/>
                    <a:gd name="T5" fmla="*/ 11 h 194"/>
                    <a:gd name="T6" fmla="*/ 24 w 339"/>
                    <a:gd name="T7" fmla="*/ 24 h 194"/>
                    <a:gd name="T8" fmla="*/ 8 w 339"/>
                    <a:gd name="T9" fmla="*/ 89 h 194"/>
                    <a:gd name="T10" fmla="*/ 169 w 339"/>
                    <a:gd name="T11" fmla="*/ 194 h 194"/>
                    <a:gd name="T12" fmla="*/ 310 w 339"/>
                    <a:gd name="T13" fmla="*/ 190 h 194"/>
                    <a:gd name="T14" fmla="*/ 339 w 339"/>
                    <a:gd name="T15" fmla="*/ 179 h 194"/>
                    <a:gd name="T16" fmla="*/ 253 w 339"/>
                    <a:gd name="T17" fmla="*/ 118 h 194"/>
                    <a:gd name="T18" fmla="*/ 120 w 339"/>
                    <a:gd name="T19" fmla="*/ 40 h 1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39" h="194">
                      <a:moveTo>
                        <a:pt x="120" y="40"/>
                      </a:moveTo>
                      <a:cubicBezTo>
                        <a:pt x="29" y="0"/>
                        <a:pt x="29" y="0"/>
                        <a:pt x="29" y="0"/>
                      </a:cubicBezTo>
                      <a:cubicBezTo>
                        <a:pt x="0" y="11"/>
                        <a:pt x="0" y="11"/>
                        <a:pt x="0" y="11"/>
                      </a:cubicBezTo>
                      <a:cubicBezTo>
                        <a:pt x="0" y="11"/>
                        <a:pt x="13" y="18"/>
                        <a:pt x="24" y="24"/>
                      </a:cubicBezTo>
                      <a:cubicBezTo>
                        <a:pt x="8" y="89"/>
                        <a:pt x="8" y="89"/>
                        <a:pt x="8" y="89"/>
                      </a:cubicBezTo>
                      <a:cubicBezTo>
                        <a:pt x="169" y="194"/>
                        <a:pt x="169" y="194"/>
                        <a:pt x="169" y="194"/>
                      </a:cubicBezTo>
                      <a:cubicBezTo>
                        <a:pt x="310" y="190"/>
                        <a:pt x="310" y="190"/>
                        <a:pt x="310" y="190"/>
                      </a:cubicBezTo>
                      <a:cubicBezTo>
                        <a:pt x="339" y="179"/>
                        <a:pt x="339" y="179"/>
                        <a:pt x="339" y="179"/>
                      </a:cubicBezTo>
                      <a:cubicBezTo>
                        <a:pt x="253" y="118"/>
                        <a:pt x="253" y="118"/>
                        <a:pt x="253" y="118"/>
                      </a:cubicBezTo>
                      <a:cubicBezTo>
                        <a:pt x="210" y="87"/>
                        <a:pt x="166" y="61"/>
                        <a:pt x="120" y="40"/>
                      </a:cubicBezTo>
                      <a:close/>
                    </a:path>
                  </a:pathLst>
                </a:custGeom>
                <a:solidFill>
                  <a:srgbClr val="721BD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76" name="ï$1îḑê"/>
                <p:cNvSpPr/>
                <p:nvPr userDrawn="1"/>
              </p:nvSpPr>
              <p:spPr bwMode="auto">
                <a:xfrm>
                  <a:off x="5056376" y="1734415"/>
                  <a:ext cx="691350" cy="318818"/>
                </a:xfrm>
                <a:custGeom>
                  <a:avLst/>
                  <a:gdLst>
                    <a:gd name="T0" fmla="*/ 163 w 192"/>
                    <a:gd name="T1" fmla="*/ 89 h 89"/>
                    <a:gd name="T2" fmla="*/ 192 w 192"/>
                    <a:gd name="T3" fmla="*/ 77 h 89"/>
                    <a:gd name="T4" fmla="*/ 120 w 192"/>
                    <a:gd name="T5" fmla="*/ 40 h 89"/>
                    <a:gd name="T6" fmla="*/ 29 w 192"/>
                    <a:gd name="T7" fmla="*/ 0 h 89"/>
                    <a:gd name="T8" fmla="*/ 0 w 192"/>
                    <a:gd name="T9" fmla="*/ 11 h 89"/>
                    <a:gd name="T10" fmla="*/ 24 w 192"/>
                    <a:gd name="T11" fmla="*/ 24 h 89"/>
                    <a:gd name="T12" fmla="*/ 23 w 192"/>
                    <a:gd name="T13" fmla="*/ 28 h 89"/>
                    <a:gd name="T14" fmla="*/ 163 w 192"/>
                    <a:gd name="T15" fmla="*/ 89 h 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92" h="89">
                      <a:moveTo>
                        <a:pt x="163" y="89"/>
                      </a:moveTo>
                      <a:cubicBezTo>
                        <a:pt x="192" y="77"/>
                        <a:pt x="192" y="77"/>
                        <a:pt x="192" y="77"/>
                      </a:cubicBezTo>
                      <a:cubicBezTo>
                        <a:pt x="168" y="64"/>
                        <a:pt x="144" y="51"/>
                        <a:pt x="120" y="40"/>
                      </a:cubicBezTo>
                      <a:cubicBezTo>
                        <a:pt x="29" y="0"/>
                        <a:pt x="29" y="0"/>
                        <a:pt x="29" y="0"/>
                      </a:cubicBezTo>
                      <a:cubicBezTo>
                        <a:pt x="0" y="11"/>
                        <a:pt x="0" y="11"/>
                        <a:pt x="0" y="11"/>
                      </a:cubicBezTo>
                      <a:cubicBezTo>
                        <a:pt x="0" y="11"/>
                        <a:pt x="13" y="18"/>
                        <a:pt x="24" y="24"/>
                      </a:cubicBezTo>
                      <a:cubicBezTo>
                        <a:pt x="23" y="28"/>
                        <a:pt x="23" y="28"/>
                        <a:pt x="23" y="28"/>
                      </a:cubicBezTo>
                      <a:cubicBezTo>
                        <a:pt x="79" y="53"/>
                        <a:pt x="163" y="89"/>
                        <a:pt x="163" y="89"/>
                      </a:cubicBezTo>
                      <a:close/>
                    </a:path>
                  </a:pathLst>
                </a:custGeom>
                <a:solidFill>
                  <a:srgbClr val="B45EF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77" name="ïş1ïḍe"/>
                <p:cNvSpPr/>
                <p:nvPr userDrawn="1"/>
              </p:nvSpPr>
              <p:spPr bwMode="auto">
                <a:xfrm>
                  <a:off x="5467028" y="1964864"/>
                  <a:ext cx="360403" cy="168073"/>
                </a:xfrm>
                <a:custGeom>
                  <a:avLst/>
                  <a:gdLst>
                    <a:gd name="T0" fmla="*/ 55 w 100"/>
                    <a:gd name="T1" fmla="*/ 0 h 47"/>
                    <a:gd name="T2" fmla="*/ 0 w 100"/>
                    <a:gd name="T3" fmla="*/ 21 h 47"/>
                    <a:gd name="T4" fmla="*/ 46 w 100"/>
                    <a:gd name="T5" fmla="*/ 47 h 47"/>
                    <a:gd name="T6" fmla="*/ 100 w 100"/>
                    <a:gd name="T7" fmla="*/ 27 h 47"/>
                    <a:gd name="T8" fmla="*/ 55 w 100"/>
                    <a:gd name="T9" fmla="*/ 0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0" h="47">
                      <a:moveTo>
                        <a:pt x="55" y="0"/>
                      </a:moveTo>
                      <a:cubicBezTo>
                        <a:pt x="0" y="21"/>
                        <a:pt x="0" y="21"/>
                        <a:pt x="0" y="21"/>
                      </a:cubicBezTo>
                      <a:cubicBezTo>
                        <a:pt x="46" y="47"/>
                        <a:pt x="46" y="47"/>
                        <a:pt x="46" y="47"/>
                      </a:cubicBezTo>
                      <a:cubicBezTo>
                        <a:pt x="100" y="27"/>
                        <a:pt x="100" y="27"/>
                        <a:pt x="100" y="27"/>
                      </a:cubicBezTo>
                      <a:cubicBezTo>
                        <a:pt x="85" y="17"/>
                        <a:pt x="70" y="9"/>
                        <a:pt x="55" y="0"/>
                      </a:cubicBezTo>
                      <a:close/>
                    </a:path>
                  </a:pathLst>
                </a:custGeom>
                <a:solidFill>
                  <a:srgbClr val="7E23D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78" name="iṩľîďè"/>
                <p:cNvSpPr/>
                <p:nvPr userDrawn="1"/>
              </p:nvSpPr>
              <p:spPr bwMode="auto">
                <a:xfrm>
                  <a:off x="4735826" y="1772534"/>
                  <a:ext cx="1438146" cy="1926768"/>
                </a:xfrm>
                <a:custGeom>
                  <a:avLst/>
                  <a:gdLst>
                    <a:gd name="T0" fmla="*/ 350 w 399"/>
                    <a:gd name="T1" fmla="*/ 383 h 535"/>
                    <a:gd name="T2" fmla="*/ 399 w 399"/>
                    <a:gd name="T3" fmla="*/ 179 h 535"/>
                    <a:gd name="T4" fmla="*/ 313 w 399"/>
                    <a:gd name="T5" fmla="*/ 118 h 535"/>
                    <a:gd name="T6" fmla="*/ 180 w 399"/>
                    <a:gd name="T7" fmla="*/ 41 h 535"/>
                    <a:gd name="T8" fmla="*/ 89 w 399"/>
                    <a:gd name="T9" fmla="*/ 0 h 535"/>
                    <a:gd name="T10" fmla="*/ 41 w 399"/>
                    <a:gd name="T11" fmla="*/ 204 h 535"/>
                    <a:gd name="T12" fmla="*/ 141 w 399"/>
                    <a:gd name="T13" fmla="*/ 522 h 535"/>
                    <a:gd name="T14" fmla="*/ 350 w 399"/>
                    <a:gd name="T15" fmla="*/ 383 h 5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99" h="535">
                      <a:moveTo>
                        <a:pt x="350" y="383"/>
                      </a:moveTo>
                      <a:cubicBezTo>
                        <a:pt x="399" y="179"/>
                        <a:pt x="399" y="179"/>
                        <a:pt x="399" y="179"/>
                      </a:cubicBezTo>
                      <a:cubicBezTo>
                        <a:pt x="313" y="118"/>
                        <a:pt x="313" y="118"/>
                        <a:pt x="313" y="118"/>
                      </a:cubicBezTo>
                      <a:cubicBezTo>
                        <a:pt x="270" y="87"/>
                        <a:pt x="226" y="61"/>
                        <a:pt x="180" y="41"/>
                      </a:cubicBezTo>
                      <a:cubicBezTo>
                        <a:pt x="89" y="0"/>
                        <a:pt x="89" y="0"/>
                        <a:pt x="89" y="0"/>
                      </a:cubicBezTo>
                      <a:cubicBezTo>
                        <a:pt x="41" y="204"/>
                        <a:pt x="41" y="204"/>
                        <a:pt x="41" y="204"/>
                      </a:cubicBezTo>
                      <a:cubicBezTo>
                        <a:pt x="41" y="204"/>
                        <a:pt x="0" y="350"/>
                        <a:pt x="141" y="522"/>
                      </a:cubicBezTo>
                      <a:cubicBezTo>
                        <a:pt x="319" y="535"/>
                        <a:pt x="350" y="383"/>
                        <a:pt x="350" y="383"/>
                      </a:cubicBezTo>
                      <a:close/>
                    </a:path>
                  </a:pathLst>
                </a:custGeom>
                <a:solidFill>
                  <a:srgbClr val="983BE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79" name="iṡļíďè"/>
                <p:cNvSpPr/>
                <p:nvPr userDrawn="1"/>
              </p:nvSpPr>
              <p:spPr bwMode="auto">
                <a:xfrm>
                  <a:off x="4929889" y="1888625"/>
                  <a:ext cx="1150516" cy="1691121"/>
                </a:xfrm>
                <a:custGeom>
                  <a:avLst/>
                  <a:gdLst>
                    <a:gd name="T0" fmla="*/ 98 w 319"/>
                    <a:gd name="T1" fmla="*/ 468 h 470"/>
                    <a:gd name="T2" fmla="*/ 7 w 319"/>
                    <a:gd name="T3" fmla="*/ 266 h 470"/>
                    <a:gd name="T4" fmla="*/ 9 w 319"/>
                    <a:gd name="T5" fmla="*/ 178 h 470"/>
                    <a:gd name="T6" fmla="*/ 51 w 319"/>
                    <a:gd name="T7" fmla="*/ 0 h 470"/>
                    <a:gd name="T8" fmla="*/ 117 w 319"/>
                    <a:gd name="T9" fmla="*/ 29 h 470"/>
                    <a:gd name="T10" fmla="*/ 246 w 319"/>
                    <a:gd name="T11" fmla="*/ 104 h 470"/>
                    <a:gd name="T12" fmla="*/ 319 w 319"/>
                    <a:gd name="T13" fmla="*/ 157 h 470"/>
                    <a:gd name="T14" fmla="*/ 274 w 319"/>
                    <a:gd name="T15" fmla="*/ 345 h 470"/>
                    <a:gd name="T16" fmla="*/ 274 w 319"/>
                    <a:gd name="T17" fmla="*/ 346 h 470"/>
                    <a:gd name="T18" fmla="*/ 241 w 319"/>
                    <a:gd name="T19" fmla="*/ 411 h 470"/>
                    <a:gd name="T20" fmla="*/ 98 w 319"/>
                    <a:gd name="T21" fmla="*/ 468 h 4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319" h="470">
                      <a:moveTo>
                        <a:pt x="98" y="468"/>
                      </a:moveTo>
                      <a:cubicBezTo>
                        <a:pt x="35" y="388"/>
                        <a:pt x="13" y="314"/>
                        <a:pt x="7" y="266"/>
                      </a:cubicBezTo>
                      <a:cubicBezTo>
                        <a:pt x="0" y="213"/>
                        <a:pt x="9" y="178"/>
                        <a:pt x="9" y="178"/>
                      </a:cubicBezTo>
                      <a:cubicBezTo>
                        <a:pt x="51" y="0"/>
                        <a:pt x="51" y="0"/>
                        <a:pt x="51" y="0"/>
                      </a:cubicBezTo>
                      <a:cubicBezTo>
                        <a:pt x="117" y="29"/>
                        <a:pt x="117" y="29"/>
                        <a:pt x="117" y="29"/>
                      </a:cubicBezTo>
                      <a:cubicBezTo>
                        <a:pt x="161" y="49"/>
                        <a:pt x="204" y="74"/>
                        <a:pt x="246" y="104"/>
                      </a:cubicBezTo>
                      <a:cubicBezTo>
                        <a:pt x="319" y="157"/>
                        <a:pt x="319" y="157"/>
                        <a:pt x="319" y="157"/>
                      </a:cubicBezTo>
                      <a:cubicBezTo>
                        <a:pt x="274" y="345"/>
                        <a:pt x="274" y="345"/>
                        <a:pt x="274" y="345"/>
                      </a:cubicBezTo>
                      <a:cubicBezTo>
                        <a:pt x="274" y="346"/>
                        <a:pt x="274" y="346"/>
                        <a:pt x="274" y="346"/>
                      </a:cubicBezTo>
                      <a:cubicBezTo>
                        <a:pt x="274" y="347"/>
                        <a:pt x="267" y="380"/>
                        <a:pt x="241" y="411"/>
                      </a:cubicBezTo>
                      <a:cubicBezTo>
                        <a:pt x="208" y="451"/>
                        <a:pt x="160" y="470"/>
                        <a:pt x="98" y="468"/>
                      </a:cubicBezTo>
                      <a:close/>
                    </a:path>
                  </a:pathLst>
                </a:custGeom>
                <a:solidFill>
                  <a:srgbClr val="721BD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80" name="íṧlîḍe"/>
                <p:cNvSpPr/>
                <p:nvPr userDrawn="1"/>
              </p:nvSpPr>
              <p:spPr bwMode="auto">
                <a:xfrm>
                  <a:off x="4158835" y="4652291"/>
                  <a:ext cx="779717" cy="493822"/>
                </a:xfrm>
                <a:custGeom>
                  <a:avLst/>
                  <a:gdLst>
                    <a:gd name="T0" fmla="*/ 216 w 216"/>
                    <a:gd name="T1" fmla="*/ 68 h 137"/>
                    <a:gd name="T2" fmla="*/ 216 w 216"/>
                    <a:gd name="T3" fmla="*/ 39 h 137"/>
                    <a:gd name="T4" fmla="*/ 207 w 216"/>
                    <a:gd name="T5" fmla="*/ 44 h 137"/>
                    <a:gd name="T6" fmla="*/ 184 w 216"/>
                    <a:gd name="T7" fmla="*/ 24 h 137"/>
                    <a:gd name="T8" fmla="*/ 31 w 216"/>
                    <a:gd name="T9" fmla="*/ 24 h 137"/>
                    <a:gd name="T10" fmla="*/ 6 w 216"/>
                    <a:gd name="T11" fmla="*/ 47 h 137"/>
                    <a:gd name="T12" fmla="*/ 0 w 216"/>
                    <a:gd name="T13" fmla="*/ 39 h 137"/>
                    <a:gd name="T14" fmla="*/ 0 w 216"/>
                    <a:gd name="T15" fmla="*/ 68 h 137"/>
                    <a:gd name="T16" fmla="*/ 31 w 216"/>
                    <a:gd name="T17" fmla="*/ 112 h 137"/>
                    <a:gd name="T18" fmla="*/ 184 w 216"/>
                    <a:gd name="T19" fmla="*/ 112 h 137"/>
                    <a:gd name="T20" fmla="*/ 216 w 216"/>
                    <a:gd name="T21" fmla="*/ 68 h 137"/>
                    <a:gd name="T22" fmla="*/ 105 w 216"/>
                    <a:gd name="T23" fmla="*/ 49 h 137"/>
                    <a:gd name="T24" fmla="*/ 65 w 216"/>
                    <a:gd name="T25" fmla="*/ 49 h 137"/>
                    <a:gd name="T26" fmla="*/ 65 w 216"/>
                    <a:gd name="T27" fmla="*/ 26 h 137"/>
                    <a:gd name="T28" fmla="*/ 105 w 216"/>
                    <a:gd name="T29" fmla="*/ 26 h 137"/>
                    <a:gd name="T30" fmla="*/ 105 w 216"/>
                    <a:gd name="T31" fmla="*/ 49 h 1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216" h="137">
                      <a:moveTo>
                        <a:pt x="216" y="68"/>
                      </a:moveTo>
                      <a:cubicBezTo>
                        <a:pt x="216" y="39"/>
                        <a:pt x="216" y="39"/>
                        <a:pt x="216" y="39"/>
                      </a:cubicBezTo>
                      <a:cubicBezTo>
                        <a:pt x="207" y="44"/>
                        <a:pt x="207" y="44"/>
                        <a:pt x="207" y="44"/>
                      </a:cubicBezTo>
                      <a:cubicBezTo>
                        <a:pt x="202" y="36"/>
                        <a:pt x="194" y="30"/>
                        <a:pt x="184" y="24"/>
                      </a:cubicBezTo>
                      <a:cubicBezTo>
                        <a:pt x="142" y="0"/>
                        <a:pt x="73" y="0"/>
                        <a:pt x="31" y="24"/>
                      </a:cubicBezTo>
                      <a:cubicBezTo>
                        <a:pt x="20" y="31"/>
                        <a:pt x="11" y="39"/>
                        <a:pt x="6" y="47"/>
                      </a:cubicBezTo>
                      <a:cubicBezTo>
                        <a:pt x="0" y="39"/>
                        <a:pt x="0" y="39"/>
                        <a:pt x="0" y="39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84"/>
                        <a:pt x="10" y="100"/>
                        <a:pt x="31" y="112"/>
                      </a:cubicBezTo>
                      <a:cubicBezTo>
                        <a:pt x="73" y="137"/>
                        <a:pt x="142" y="137"/>
                        <a:pt x="184" y="112"/>
                      </a:cubicBezTo>
                      <a:cubicBezTo>
                        <a:pt x="205" y="100"/>
                        <a:pt x="216" y="84"/>
                        <a:pt x="216" y="68"/>
                      </a:cubicBezTo>
                      <a:close/>
                      <a:moveTo>
                        <a:pt x="105" y="49"/>
                      </a:moveTo>
                      <a:cubicBezTo>
                        <a:pt x="94" y="55"/>
                        <a:pt x="76" y="55"/>
                        <a:pt x="65" y="49"/>
                      </a:cubicBezTo>
                      <a:cubicBezTo>
                        <a:pt x="55" y="43"/>
                        <a:pt x="55" y="33"/>
                        <a:pt x="65" y="26"/>
                      </a:cubicBezTo>
                      <a:cubicBezTo>
                        <a:pt x="76" y="20"/>
                        <a:pt x="94" y="20"/>
                        <a:pt x="105" y="26"/>
                      </a:cubicBezTo>
                      <a:cubicBezTo>
                        <a:pt x="116" y="33"/>
                        <a:pt x="116" y="43"/>
                        <a:pt x="105" y="49"/>
                      </a:cubicBezTo>
                      <a:close/>
                    </a:path>
                  </a:pathLst>
                </a:custGeom>
                <a:solidFill>
                  <a:srgbClr val="E8A2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81" name="îSlîḑe"/>
                <p:cNvSpPr/>
                <p:nvPr userDrawn="1"/>
              </p:nvSpPr>
              <p:spPr bwMode="auto">
                <a:xfrm>
                  <a:off x="4158835" y="4792639"/>
                  <a:ext cx="356937" cy="327482"/>
                </a:xfrm>
                <a:custGeom>
                  <a:avLst/>
                  <a:gdLst>
                    <a:gd name="T0" fmla="*/ 99 w 99"/>
                    <a:gd name="T1" fmla="*/ 52 h 91"/>
                    <a:gd name="T2" fmla="*/ 52 w 99"/>
                    <a:gd name="T3" fmla="*/ 29 h 91"/>
                    <a:gd name="T4" fmla="*/ 11 w 99"/>
                    <a:gd name="T5" fmla="*/ 2 h 91"/>
                    <a:gd name="T6" fmla="*/ 6 w 99"/>
                    <a:gd name="T7" fmla="*/ 8 h 91"/>
                    <a:gd name="T8" fmla="*/ 0 w 99"/>
                    <a:gd name="T9" fmla="*/ 0 h 91"/>
                    <a:gd name="T10" fmla="*/ 0 w 99"/>
                    <a:gd name="T11" fmla="*/ 29 h 91"/>
                    <a:gd name="T12" fmla="*/ 31 w 99"/>
                    <a:gd name="T13" fmla="*/ 73 h 91"/>
                    <a:gd name="T14" fmla="*/ 99 w 99"/>
                    <a:gd name="T15" fmla="*/ 91 h 91"/>
                    <a:gd name="T16" fmla="*/ 99 w 99"/>
                    <a:gd name="T17" fmla="*/ 52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9" h="91">
                      <a:moveTo>
                        <a:pt x="99" y="52"/>
                      </a:moveTo>
                      <a:cubicBezTo>
                        <a:pt x="52" y="29"/>
                        <a:pt x="52" y="29"/>
                        <a:pt x="52" y="29"/>
                      </a:cubicBezTo>
                      <a:cubicBezTo>
                        <a:pt x="11" y="2"/>
                        <a:pt x="11" y="2"/>
                        <a:pt x="11" y="2"/>
                      </a:cubicBezTo>
                      <a:cubicBezTo>
                        <a:pt x="9" y="4"/>
                        <a:pt x="7" y="6"/>
                        <a:pt x="6" y="8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29"/>
                        <a:pt x="0" y="29"/>
                        <a:pt x="0" y="29"/>
                      </a:cubicBezTo>
                      <a:cubicBezTo>
                        <a:pt x="0" y="45"/>
                        <a:pt x="10" y="61"/>
                        <a:pt x="31" y="73"/>
                      </a:cubicBezTo>
                      <a:cubicBezTo>
                        <a:pt x="50" y="84"/>
                        <a:pt x="74" y="90"/>
                        <a:pt x="99" y="91"/>
                      </a:cubicBezTo>
                      <a:lnTo>
                        <a:pt x="99" y="52"/>
                      </a:lnTo>
                      <a:close/>
                    </a:path>
                  </a:pathLst>
                </a:custGeom>
                <a:solidFill>
                  <a:srgbClr val="FDD76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82" name="ísḻíḑê"/>
                <p:cNvSpPr/>
                <p:nvPr userDrawn="1"/>
              </p:nvSpPr>
              <p:spPr bwMode="auto">
                <a:xfrm>
                  <a:off x="4120715" y="4544863"/>
                  <a:ext cx="852491" cy="492088"/>
                </a:xfrm>
                <a:custGeom>
                  <a:avLst/>
                  <a:gdLst>
                    <a:gd name="T0" fmla="*/ 195 w 237"/>
                    <a:gd name="T1" fmla="*/ 25 h 137"/>
                    <a:gd name="T2" fmla="*/ 42 w 237"/>
                    <a:gd name="T3" fmla="*/ 25 h 137"/>
                    <a:gd name="T4" fmla="*/ 42 w 237"/>
                    <a:gd name="T5" fmla="*/ 113 h 137"/>
                    <a:gd name="T6" fmla="*/ 195 w 237"/>
                    <a:gd name="T7" fmla="*/ 113 h 137"/>
                    <a:gd name="T8" fmla="*/ 195 w 237"/>
                    <a:gd name="T9" fmla="*/ 25 h 137"/>
                    <a:gd name="T10" fmla="*/ 116 w 237"/>
                    <a:gd name="T11" fmla="*/ 70 h 137"/>
                    <a:gd name="T12" fmla="*/ 77 w 237"/>
                    <a:gd name="T13" fmla="*/ 70 h 137"/>
                    <a:gd name="T14" fmla="*/ 77 w 237"/>
                    <a:gd name="T15" fmla="*/ 47 h 137"/>
                    <a:gd name="T16" fmla="*/ 116 w 237"/>
                    <a:gd name="T17" fmla="*/ 47 h 137"/>
                    <a:gd name="T18" fmla="*/ 116 w 237"/>
                    <a:gd name="T19" fmla="*/ 70 h 1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37" h="137">
                      <a:moveTo>
                        <a:pt x="195" y="25"/>
                      </a:moveTo>
                      <a:cubicBezTo>
                        <a:pt x="153" y="0"/>
                        <a:pt x="84" y="0"/>
                        <a:pt x="42" y="25"/>
                      </a:cubicBezTo>
                      <a:cubicBezTo>
                        <a:pt x="0" y="49"/>
                        <a:pt x="0" y="89"/>
                        <a:pt x="42" y="113"/>
                      </a:cubicBezTo>
                      <a:cubicBezTo>
                        <a:pt x="84" y="137"/>
                        <a:pt x="153" y="137"/>
                        <a:pt x="195" y="113"/>
                      </a:cubicBezTo>
                      <a:cubicBezTo>
                        <a:pt x="237" y="89"/>
                        <a:pt x="237" y="49"/>
                        <a:pt x="195" y="25"/>
                      </a:cubicBezTo>
                      <a:close/>
                      <a:moveTo>
                        <a:pt x="116" y="70"/>
                      </a:moveTo>
                      <a:cubicBezTo>
                        <a:pt x="105" y="76"/>
                        <a:pt x="88" y="76"/>
                        <a:pt x="77" y="70"/>
                      </a:cubicBezTo>
                      <a:cubicBezTo>
                        <a:pt x="66" y="63"/>
                        <a:pt x="66" y="53"/>
                        <a:pt x="77" y="47"/>
                      </a:cubicBezTo>
                      <a:cubicBezTo>
                        <a:pt x="88" y="41"/>
                        <a:pt x="105" y="41"/>
                        <a:pt x="116" y="47"/>
                      </a:cubicBezTo>
                      <a:cubicBezTo>
                        <a:pt x="127" y="53"/>
                        <a:pt x="127" y="63"/>
                        <a:pt x="116" y="70"/>
                      </a:cubicBezTo>
                      <a:close/>
                    </a:path>
                  </a:pathLst>
                </a:custGeom>
                <a:solidFill>
                  <a:srgbClr val="FDD76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83" name="îṩľîḑè"/>
                <p:cNvSpPr/>
                <p:nvPr userDrawn="1"/>
              </p:nvSpPr>
              <p:spPr bwMode="auto">
                <a:xfrm>
                  <a:off x="4347700" y="4688677"/>
                  <a:ext cx="265104" cy="194063"/>
                </a:xfrm>
                <a:custGeom>
                  <a:avLst/>
                  <a:gdLst>
                    <a:gd name="T0" fmla="*/ 74 w 74"/>
                    <a:gd name="T1" fmla="*/ 0 h 54"/>
                    <a:gd name="T2" fmla="*/ 16 w 74"/>
                    <a:gd name="T3" fmla="*/ 0 h 54"/>
                    <a:gd name="T4" fmla="*/ 0 w 74"/>
                    <a:gd name="T5" fmla="*/ 5 h 54"/>
                    <a:gd name="T6" fmla="*/ 0 w 74"/>
                    <a:gd name="T7" fmla="*/ 54 h 54"/>
                    <a:gd name="T8" fmla="*/ 74 w 74"/>
                    <a:gd name="T9" fmla="*/ 54 h 54"/>
                    <a:gd name="T10" fmla="*/ 74 w 74"/>
                    <a:gd name="T11" fmla="*/ 0 h 54"/>
                    <a:gd name="T12" fmla="*/ 53 w 74"/>
                    <a:gd name="T13" fmla="*/ 39 h 54"/>
                    <a:gd name="T14" fmla="*/ 13 w 74"/>
                    <a:gd name="T15" fmla="*/ 39 h 54"/>
                    <a:gd name="T16" fmla="*/ 13 w 74"/>
                    <a:gd name="T17" fmla="*/ 16 h 54"/>
                    <a:gd name="T18" fmla="*/ 53 w 74"/>
                    <a:gd name="T19" fmla="*/ 16 h 54"/>
                    <a:gd name="T20" fmla="*/ 53 w 74"/>
                    <a:gd name="T21" fmla="*/ 39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4" h="54">
                      <a:moveTo>
                        <a:pt x="74" y="0"/>
                      </a:move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10" y="1"/>
                        <a:pt x="5" y="3"/>
                        <a:pt x="0" y="5"/>
                      </a:cubicBezTo>
                      <a:cubicBezTo>
                        <a:pt x="0" y="54"/>
                        <a:pt x="0" y="54"/>
                        <a:pt x="0" y="54"/>
                      </a:cubicBezTo>
                      <a:cubicBezTo>
                        <a:pt x="74" y="54"/>
                        <a:pt x="74" y="54"/>
                        <a:pt x="74" y="54"/>
                      </a:cubicBezTo>
                      <a:lnTo>
                        <a:pt x="74" y="0"/>
                      </a:lnTo>
                      <a:close/>
                      <a:moveTo>
                        <a:pt x="53" y="39"/>
                      </a:moveTo>
                      <a:cubicBezTo>
                        <a:pt x="42" y="45"/>
                        <a:pt x="24" y="45"/>
                        <a:pt x="13" y="39"/>
                      </a:cubicBezTo>
                      <a:cubicBezTo>
                        <a:pt x="3" y="33"/>
                        <a:pt x="3" y="23"/>
                        <a:pt x="13" y="16"/>
                      </a:cubicBezTo>
                      <a:cubicBezTo>
                        <a:pt x="24" y="10"/>
                        <a:pt x="42" y="10"/>
                        <a:pt x="53" y="16"/>
                      </a:cubicBezTo>
                      <a:cubicBezTo>
                        <a:pt x="64" y="23"/>
                        <a:pt x="64" y="33"/>
                        <a:pt x="53" y="39"/>
                      </a:cubicBezTo>
                      <a:close/>
                    </a:path>
                  </a:pathLst>
                </a:custGeom>
                <a:solidFill>
                  <a:srgbClr val="E8A2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84" name="îŝḷïḑé"/>
                <p:cNvSpPr/>
                <p:nvPr userDrawn="1"/>
              </p:nvSpPr>
              <p:spPr bwMode="auto">
                <a:xfrm>
                  <a:off x="4170964" y="4572586"/>
                  <a:ext cx="751994" cy="436642"/>
                </a:xfrm>
                <a:custGeom>
                  <a:avLst/>
                  <a:gdLst>
                    <a:gd name="T0" fmla="*/ 172 w 209"/>
                    <a:gd name="T1" fmla="*/ 22 h 121"/>
                    <a:gd name="T2" fmla="*/ 37 w 209"/>
                    <a:gd name="T3" fmla="*/ 22 h 121"/>
                    <a:gd name="T4" fmla="*/ 37 w 209"/>
                    <a:gd name="T5" fmla="*/ 100 h 121"/>
                    <a:gd name="T6" fmla="*/ 172 w 209"/>
                    <a:gd name="T7" fmla="*/ 100 h 121"/>
                    <a:gd name="T8" fmla="*/ 172 w 209"/>
                    <a:gd name="T9" fmla="*/ 22 h 121"/>
                    <a:gd name="T10" fmla="*/ 102 w 209"/>
                    <a:gd name="T11" fmla="*/ 62 h 121"/>
                    <a:gd name="T12" fmla="*/ 63 w 209"/>
                    <a:gd name="T13" fmla="*/ 62 h 121"/>
                    <a:gd name="T14" fmla="*/ 63 w 209"/>
                    <a:gd name="T15" fmla="*/ 39 h 121"/>
                    <a:gd name="T16" fmla="*/ 102 w 209"/>
                    <a:gd name="T17" fmla="*/ 39 h 121"/>
                    <a:gd name="T18" fmla="*/ 102 w 209"/>
                    <a:gd name="T19" fmla="*/ 62 h 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09" h="121">
                      <a:moveTo>
                        <a:pt x="172" y="22"/>
                      </a:moveTo>
                      <a:cubicBezTo>
                        <a:pt x="135" y="0"/>
                        <a:pt x="75" y="0"/>
                        <a:pt x="37" y="22"/>
                      </a:cubicBezTo>
                      <a:cubicBezTo>
                        <a:pt x="0" y="43"/>
                        <a:pt x="0" y="78"/>
                        <a:pt x="37" y="100"/>
                      </a:cubicBezTo>
                      <a:cubicBezTo>
                        <a:pt x="75" y="121"/>
                        <a:pt x="135" y="121"/>
                        <a:pt x="172" y="100"/>
                      </a:cubicBezTo>
                      <a:cubicBezTo>
                        <a:pt x="209" y="78"/>
                        <a:pt x="209" y="43"/>
                        <a:pt x="172" y="22"/>
                      </a:cubicBezTo>
                      <a:close/>
                      <a:moveTo>
                        <a:pt x="102" y="62"/>
                      </a:moveTo>
                      <a:cubicBezTo>
                        <a:pt x="91" y="68"/>
                        <a:pt x="74" y="68"/>
                        <a:pt x="63" y="62"/>
                      </a:cubicBezTo>
                      <a:cubicBezTo>
                        <a:pt x="52" y="55"/>
                        <a:pt x="52" y="45"/>
                        <a:pt x="63" y="39"/>
                      </a:cubicBezTo>
                      <a:cubicBezTo>
                        <a:pt x="74" y="33"/>
                        <a:pt x="91" y="33"/>
                        <a:pt x="102" y="39"/>
                      </a:cubicBezTo>
                      <a:cubicBezTo>
                        <a:pt x="113" y="45"/>
                        <a:pt x="113" y="55"/>
                        <a:pt x="102" y="62"/>
                      </a:cubicBezTo>
                      <a:close/>
                    </a:path>
                  </a:pathLst>
                </a:custGeom>
                <a:solidFill>
                  <a:srgbClr val="F2B4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85" name="ïṥļíḋe"/>
                <p:cNvSpPr/>
                <p:nvPr userDrawn="1"/>
              </p:nvSpPr>
              <p:spPr bwMode="auto">
                <a:xfrm>
                  <a:off x="4198687" y="4572586"/>
                  <a:ext cx="700013" cy="233916"/>
                </a:xfrm>
                <a:custGeom>
                  <a:avLst/>
                  <a:gdLst>
                    <a:gd name="T0" fmla="*/ 29 w 194"/>
                    <a:gd name="T1" fmla="*/ 30 h 65"/>
                    <a:gd name="T2" fmla="*/ 164 w 194"/>
                    <a:gd name="T3" fmla="*/ 30 h 65"/>
                    <a:gd name="T4" fmla="*/ 192 w 194"/>
                    <a:gd name="T5" fmla="*/ 65 h 65"/>
                    <a:gd name="T6" fmla="*/ 164 w 194"/>
                    <a:gd name="T7" fmla="*/ 22 h 65"/>
                    <a:gd name="T8" fmla="*/ 29 w 194"/>
                    <a:gd name="T9" fmla="*/ 22 h 65"/>
                    <a:gd name="T10" fmla="*/ 2 w 194"/>
                    <a:gd name="T11" fmla="*/ 65 h 65"/>
                    <a:gd name="T12" fmla="*/ 29 w 194"/>
                    <a:gd name="T13" fmla="*/ 30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94" h="65">
                      <a:moveTo>
                        <a:pt x="29" y="30"/>
                      </a:moveTo>
                      <a:cubicBezTo>
                        <a:pt x="67" y="8"/>
                        <a:pt x="127" y="8"/>
                        <a:pt x="164" y="30"/>
                      </a:cubicBezTo>
                      <a:cubicBezTo>
                        <a:pt x="181" y="40"/>
                        <a:pt x="190" y="52"/>
                        <a:pt x="192" y="65"/>
                      </a:cubicBezTo>
                      <a:cubicBezTo>
                        <a:pt x="194" y="49"/>
                        <a:pt x="185" y="34"/>
                        <a:pt x="164" y="22"/>
                      </a:cubicBezTo>
                      <a:cubicBezTo>
                        <a:pt x="127" y="0"/>
                        <a:pt x="67" y="0"/>
                        <a:pt x="29" y="22"/>
                      </a:cubicBezTo>
                      <a:cubicBezTo>
                        <a:pt x="9" y="34"/>
                        <a:pt x="0" y="49"/>
                        <a:pt x="2" y="65"/>
                      </a:cubicBezTo>
                      <a:cubicBezTo>
                        <a:pt x="3" y="52"/>
                        <a:pt x="12" y="40"/>
                        <a:pt x="29" y="30"/>
                      </a:cubicBezTo>
                      <a:close/>
                    </a:path>
                  </a:pathLst>
                </a:custGeom>
                <a:solidFill>
                  <a:srgbClr val="E8A2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86" name="iṥḻîḓê"/>
                <p:cNvSpPr/>
                <p:nvPr userDrawn="1"/>
              </p:nvSpPr>
              <p:spPr bwMode="auto">
                <a:xfrm>
                  <a:off x="4732361" y="4983237"/>
                  <a:ext cx="1081208" cy="525010"/>
                </a:xfrm>
                <a:custGeom>
                  <a:avLst/>
                  <a:gdLst>
                    <a:gd name="T0" fmla="*/ 48 w 300"/>
                    <a:gd name="T1" fmla="*/ 0 h 146"/>
                    <a:gd name="T2" fmla="*/ 27 w 300"/>
                    <a:gd name="T3" fmla="*/ 16 h 146"/>
                    <a:gd name="T4" fmla="*/ 0 w 300"/>
                    <a:gd name="T5" fmla="*/ 28 h 146"/>
                    <a:gd name="T6" fmla="*/ 21 w 300"/>
                    <a:gd name="T7" fmla="*/ 40 h 146"/>
                    <a:gd name="T8" fmla="*/ 52 w 300"/>
                    <a:gd name="T9" fmla="*/ 42 h 146"/>
                    <a:gd name="T10" fmla="*/ 67 w 300"/>
                    <a:gd name="T11" fmla="*/ 51 h 146"/>
                    <a:gd name="T12" fmla="*/ 61 w 300"/>
                    <a:gd name="T13" fmla="*/ 54 h 146"/>
                    <a:gd name="T14" fmla="*/ 72 w 300"/>
                    <a:gd name="T15" fmla="*/ 61 h 146"/>
                    <a:gd name="T16" fmla="*/ 85 w 300"/>
                    <a:gd name="T17" fmla="*/ 54 h 146"/>
                    <a:gd name="T18" fmla="*/ 105 w 300"/>
                    <a:gd name="T19" fmla="*/ 66 h 146"/>
                    <a:gd name="T20" fmla="*/ 85 w 300"/>
                    <a:gd name="T21" fmla="*/ 77 h 146"/>
                    <a:gd name="T22" fmla="*/ 100 w 300"/>
                    <a:gd name="T23" fmla="*/ 86 h 146"/>
                    <a:gd name="T24" fmla="*/ 115 w 300"/>
                    <a:gd name="T25" fmla="*/ 94 h 146"/>
                    <a:gd name="T26" fmla="*/ 133 w 300"/>
                    <a:gd name="T27" fmla="*/ 84 h 146"/>
                    <a:gd name="T28" fmla="*/ 160 w 300"/>
                    <a:gd name="T29" fmla="*/ 100 h 146"/>
                    <a:gd name="T30" fmla="*/ 149 w 300"/>
                    <a:gd name="T31" fmla="*/ 105 h 146"/>
                    <a:gd name="T32" fmla="*/ 167 w 300"/>
                    <a:gd name="T33" fmla="*/ 115 h 146"/>
                    <a:gd name="T34" fmla="*/ 177 w 300"/>
                    <a:gd name="T35" fmla="*/ 110 h 146"/>
                    <a:gd name="T36" fmla="*/ 185 w 300"/>
                    <a:gd name="T37" fmla="*/ 114 h 146"/>
                    <a:gd name="T38" fmla="*/ 177 w 300"/>
                    <a:gd name="T39" fmla="*/ 131 h 146"/>
                    <a:gd name="T40" fmla="*/ 203 w 300"/>
                    <a:gd name="T41" fmla="*/ 146 h 146"/>
                    <a:gd name="T42" fmla="*/ 300 w 300"/>
                    <a:gd name="T43" fmla="*/ 146 h 146"/>
                    <a:gd name="T44" fmla="*/ 48 w 300"/>
                    <a:gd name="T45" fmla="*/ 0 h 1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300" h="146">
                      <a:moveTo>
                        <a:pt x="48" y="0"/>
                      </a:moveTo>
                      <a:cubicBezTo>
                        <a:pt x="42" y="6"/>
                        <a:pt x="35" y="11"/>
                        <a:pt x="27" y="16"/>
                      </a:cubicBezTo>
                      <a:cubicBezTo>
                        <a:pt x="19" y="21"/>
                        <a:pt x="10" y="25"/>
                        <a:pt x="0" y="28"/>
                      </a:cubicBezTo>
                      <a:cubicBezTo>
                        <a:pt x="21" y="40"/>
                        <a:pt x="21" y="40"/>
                        <a:pt x="21" y="40"/>
                      </a:cubicBezTo>
                      <a:cubicBezTo>
                        <a:pt x="52" y="42"/>
                        <a:pt x="52" y="42"/>
                        <a:pt x="52" y="42"/>
                      </a:cubicBezTo>
                      <a:cubicBezTo>
                        <a:pt x="67" y="51"/>
                        <a:pt x="67" y="51"/>
                        <a:pt x="67" y="51"/>
                      </a:cubicBezTo>
                      <a:cubicBezTo>
                        <a:pt x="61" y="54"/>
                        <a:pt x="61" y="54"/>
                        <a:pt x="61" y="54"/>
                      </a:cubicBezTo>
                      <a:cubicBezTo>
                        <a:pt x="72" y="61"/>
                        <a:pt x="72" y="61"/>
                        <a:pt x="72" y="61"/>
                      </a:cubicBezTo>
                      <a:cubicBezTo>
                        <a:pt x="85" y="54"/>
                        <a:pt x="85" y="54"/>
                        <a:pt x="85" y="54"/>
                      </a:cubicBezTo>
                      <a:cubicBezTo>
                        <a:pt x="105" y="66"/>
                        <a:pt x="105" y="66"/>
                        <a:pt x="105" y="66"/>
                      </a:cubicBezTo>
                      <a:cubicBezTo>
                        <a:pt x="85" y="77"/>
                        <a:pt x="85" y="77"/>
                        <a:pt x="85" y="77"/>
                      </a:cubicBezTo>
                      <a:cubicBezTo>
                        <a:pt x="100" y="86"/>
                        <a:pt x="100" y="86"/>
                        <a:pt x="100" y="86"/>
                      </a:cubicBezTo>
                      <a:cubicBezTo>
                        <a:pt x="115" y="94"/>
                        <a:pt x="115" y="94"/>
                        <a:pt x="115" y="94"/>
                      </a:cubicBezTo>
                      <a:cubicBezTo>
                        <a:pt x="133" y="84"/>
                        <a:pt x="133" y="84"/>
                        <a:pt x="133" y="84"/>
                      </a:cubicBezTo>
                      <a:cubicBezTo>
                        <a:pt x="160" y="100"/>
                        <a:pt x="160" y="100"/>
                        <a:pt x="160" y="100"/>
                      </a:cubicBezTo>
                      <a:cubicBezTo>
                        <a:pt x="149" y="105"/>
                        <a:pt x="149" y="105"/>
                        <a:pt x="149" y="105"/>
                      </a:cubicBezTo>
                      <a:cubicBezTo>
                        <a:pt x="167" y="115"/>
                        <a:pt x="167" y="115"/>
                        <a:pt x="167" y="115"/>
                      </a:cubicBezTo>
                      <a:cubicBezTo>
                        <a:pt x="177" y="110"/>
                        <a:pt x="177" y="110"/>
                        <a:pt x="177" y="110"/>
                      </a:cubicBezTo>
                      <a:cubicBezTo>
                        <a:pt x="185" y="114"/>
                        <a:pt x="185" y="114"/>
                        <a:pt x="185" y="114"/>
                      </a:cubicBezTo>
                      <a:cubicBezTo>
                        <a:pt x="177" y="131"/>
                        <a:pt x="177" y="131"/>
                        <a:pt x="177" y="131"/>
                      </a:cubicBezTo>
                      <a:cubicBezTo>
                        <a:pt x="203" y="146"/>
                        <a:pt x="203" y="146"/>
                        <a:pt x="203" y="146"/>
                      </a:cubicBezTo>
                      <a:cubicBezTo>
                        <a:pt x="300" y="146"/>
                        <a:pt x="300" y="146"/>
                        <a:pt x="300" y="146"/>
                      </a:cubicBezTo>
                      <a:lnTo>
                        <a:pt x="48" y="0"/>
                      </a:lnTo>
                      <a:close/>
                    </a:path>
                  </a:pathLst>
                </a:custGeom>
                <a:solidFill>
                  <a:srgbClr val="F2B4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87" name="ïṥḷiḑe"/>
                <p:cNvSpPr/>
                <p:nvPr userDrawn="1"/>
              </p:nvSpPr>
              <p:spPr bwMode="auto">
                <a:xfrm>
                  <a:off x="4732361" y="4908731"/>
                  <a:ext cx="1081208" cy="525010"/>
                </a:xfrm>
                <a:custGeom>
                  <a:avLst/>
                  <a:gdLst>
                    <a:gd name="T0" fmla="*/ 48 w 300"/>
                    <a:gd name="T1" fmla="*/ 0 h 146"/>
                    <a:gd name="T2" fmla="*/ 27 w 300"/>
                    <a:gd name="T3" fmla="*/ 16 h 146"/>
                    <a:gd name="T4" fmla="*/ 0 w 300"/>
                    <a:gd name="T5" fmla="*/ 28 h 146"/>
                    <a:gd name="T6" fmla="*/ 21 w 300"/>
                    <a:gd name="T7" fmla="*/ 40 h 146"/>
                    <a:gd name="T8" fmla="*/ 52 w 300"/>
                    <a:gd name="T9" fmla="*/ 42 h 146"/>
                    <a:gd name="T10" fmla="*/ 67 w 300"/>
                    <a:gd name="T11" fmla="*/ 51 h 146"/>
                    <a:gd name="T12" fmla="*/ 61 w 300"/>
                    <a:gd name="T13" fmla="*/ 54 h 146"/>
                    <a:gd name="T14" fmla="*/ 72 w 300"/>
                    <a:gd name="T15" fmla="*/ 61 h 146"/>
                    <a:gd name="T16" fmla="*/ 85 w 300"/>
                    <a:gd name="T17" fmla="*/ 54 h 146"/>
                    <a:gd name="T18" fmla="*/ 105 w 300"/>
                    <a:gd name="T19" fmla="*/ 65 h 146"/>
                    <a:gd name="T20" fmla="*/ 85 w 300"/>
                    <a:gd name="T21" fmla="*/ 77 h 146"/>
                    <a:gd name="T22" fmla="*/ 100 w 300"/>
                    <a:gd name="T23" fmla="*/ 86 h 146"/>
                    <a:gd name="T24" fmla="*/ 115 w 300"/>
                    <a:gd name="T25" fmla="*/ 94 h 146"/>
                    <a:gd name="T26" fmla="*/ 133 w 300"/>
                    <a:gd name="T27" fmla="*/ 84 h 146"/>
                    <a:gd name="T28" fmla="*/ 160 w 300"/>
                    <a:gd name="T29" fmla="*/ 99 h 146"/>
                    <a:gd name="T30" fmla="*/ 149 w 300"/>
                    <a:gd name="T31" fmla="*/ 105 h 146"/>
                    <a:gd name="T32" fmla="*/ 167 w 300"/>
                    <a:gd name="T33" fmla="*/ 115 h 146"/>
                    <a:gd name="T34" fmla="*/ 177 w 300"/>
                    <a:gd name="T35" fmla="*/ 109 h 146"/>
                    <a:gd name="T36" fmla="*/ 185 w 300"/>
                    <a:gd name="T37" fmla="*/ 114 h 146"/>
                    <a:gd name="T38" fmla="*/ 177 w 300"/>
                    <a:gd name="T39" fmla="*/ 130 h 146"/>
                    <a:gd name="T40" fmla="*/ 203 w 300"/>
                    <a:gd name="T41" fmla="*/ 146 h 146"/>
                    <a:gd name="T42" fmla="*/ 300 w 300"/>
                    <a:gd name="T43" fmla="*/ 146 h 146"/>
                    <a:gd name="T44" fmla="*/ 48 w 300"/>
                    <a:gd name="T45" fmla="*/ 0 h 1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300" h="146">
                      <a:moveTo>
                        <a:pt x="48" y="0"/>
                      </a:moveTo>
                      <a:cubicBezTo>
                        <a:pt x="42" y="6"/>
                        <a:pt x="35" y="11"/>
                        <a:pt x="27" y="16"/>
                      </a:cubicBezTo>
                      <a:cubicBezTo>
                        <a:pt x="19" y="21"/>
                        <a:pt x="10" y="25"/>
                        <a:pt x="0" y="28"/>
                      </a:cubicBezTo>
                      <a:cubicBezTo>
                        <a:pt x="21" y="40"/>
                        <a:pt x="21" y="40"/>
                        <a:pt x="21" y="40"/>
                      </a:cubicBezTo>
                      <a:cubicBezTo>
                        <a:pt x="52" y="42"/>
                        <a:pt x="52" y="42"/>
                        <a:pt x="52" y="42"/>
                      </a:cubicBezTo>
                      <a:cubicBezTo>
                        <a:pt x="67" y="51"/>
                        <a:pt x="67" y="51"/>
                        <a:pt x="67" y="51"/>
                      </a:cubicBezTo>
                      <a:cubicBezTo>
                        <a:pt x="61" y="54"/>
                        <a:pt x="61" y="54"/>
                        <a:pt x="61" y="54"/>
                      </a:cubicBezTo>
                      <a:cubicBezTo>
                        <a:pt x="72" y="61"/>
                        <a:pt x="72" y="61"/>
                        <a:pt x="72" y="61"/>
                      </a:cubicBezTo>
                      <a:cubicBezTo>
                        <a:pt x="85" y="54"/>
                        <a:pt x="85" y="54"/>
                        <a:pt x="85" y="54"/>
                      </a:cubicBezTo>
                      <a:cubicBezTo>
                        <a:pt x="105" y="65"/>
                        <a:pt x="105" y="65"/>
                        <a:pt x="105" y="65"/>
                      </a:cubicBezTo>
                      <a:cubicBezTo>
                        <a:pt x="85" y="77"/>
                        <a:pt x="85" y="77"/>
                        <a:pt x="85" y="77"/>
                      </a:cubicBezTo>
                      <a:cubicBezTo>
                        <a:pt x="100" y="86"/>
                        <a:pt x="100" y="86"/>
                        <a:pt x="100" y="86"/>
                      </a:cubicBezTo>
                      <a:cubicBezTo>
                        <a:pt x="115" y="94"/>
                        <a:pt x="115" y="94"/>
                        <a:pt x="115" y="94"/>
                      </a:cubicBezTo>
                      <a:cubicBezTo>
                        <a:pt x="133" y="84"/>
                        <a:pt x="133" y="84"/>
                        <a:pt x="133" y="84"/>
                      </a:cubicBezTo>
                      <a:cubicBezTo>
                        <a:pt x="160" y="99"/>
                        <a:pt x="160" y="99"/>
                        <a:pt x="160" y="99"/>
                      </a:cubicBezTo>
                      <a:cubicBezTo>
                        <a:pt x="149" y="105"/>
                        <a:pt x="149" y="105"/>
                        <a:pt x="149" y="105"/>
                      </a:cubicBezTo>
                      <a:cubicBezTo>
                        <a:pt x="167" y="115"/>
                        <a:pt x="167" y="115"/>
                        <a:pt x="167" y="115"/>
                      </a:cubicBezTo>
                      <a:cubicBezTo>
                        <a:pt x="177" y="109"/>
                        <a:pt x="177" y="109"/>
                        <a:pt x="177" y="109"/>
                      </a:cubicBezTo>
                      <a:cubicBezTo>
                        <a:pt x="185" y="114"/>
                        <a:pt x="185" y="114"/>
                        <a:pt x="185" y="114"/>
                      </a:cubicBezTo>
                      <a:cubicBezTo>
                        <a:pt x="177" y="130"/>
                        <a:pt x="177" y="130"/>
                        <a:pt x="177" y="130"/>
                      </a:cubicBezTo>
                      <a:cubicBezTo>
                        <a:pt x="203" y="146"/>
                        <a:pt x="203" y="146"/>
                        <a:pt x="203" y="146"/>
                      </a:cubicBezTo>
                      <a:cubicBezTo>
                        <a:pt x="300" y="146"/>
                        <a:pt x="300" y="146"/>
                        <a:pt x="300" y="146"/>
                      </a:cubicBezTo>
                      <a:lnTo>
                        <a:pt x="48" y="0"/>
                      </a:lnTo>
                      <a:close/>
                    </a:path>
                  </a:pathLst>
                </a:custGeom>
                <a:solidFill>
                  <a:srgbClr val="FDD76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88" name="íşlídè"/>
                <p:cNvSpPr/>
                <p:nvPr userDrawn="1"/>
              </p:nvSpPr>
              <p:spPr bwMode="auto">
                <a:xfrm>
                  <a:off x="5463562" y="5433740"/>
                  <a:ext cx="350007" cy="74507"/>
                </a:xfrm>
                <a:prstGeom prst="rect">
                  <a:avLst/>
                </a:prstGeom>
                <a:solidFill>
                  <a:srgbClr val="E8A2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89" name="îṣlïďé"/>
                <p:cNvSpPr/>
                <p:nvPr userDrawn="1"/>
              </p:nvSpPr>
              <p:spPr bwMode="auto">
                <a:xfrm>
                  <a:off x="5333609" y="5300322"/>
                  <a:ext cx="36387" cy="97032"/>
                </a:xfrm>
                <a:custGeom>
                  <a:avLst/>
                  <a:gdLst>
                    <a:gd name="T0" fmla="*/ 0 w 21"/>
                    <a:gd name="T1" fmla="*/ 56 h 56"/>
                    <a:gd name="T2" fmla="*/ 0 w 21"/>
                    <a:gd name="T3" fmla="*/ 12 h 56"/>
                    <a:gd name="T4" fmla="*/ 21 w 21"/>
                    <a:gd name="T5" fmla="*/ 0 h 56"/>
                    <a:gd name="T6" fmla="*/ 21 w 21"/>
                    <a:gd name="T7" fmla="*/ 46 h 56"/>
                    <a:gd name="T8" fmla="*/ 0 w 21"/>
                    <a:gd name="T9" fmla="*/ 56 h 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1" h="56">
                      <a:moveTo>
                        <a:pt x="0" y="56"/>
                      </a:moveTo>
                      <a:lnTo>
                        <a:pt x="0" y="12"/>
                      </a:lnTo>
                      <a:lnTo>
                        <a:pt x="21" y="0"/>
                      </a:lnTo>
                      <a:lnTo>
                        <a:pt x="21" y="46"/>
                      </a:lnTo>
                      <a:lnTo>
                        <a:pt x="0" y="56"/>
                      </a:lnTo>
                      <a:close/>
                    </a:path>
                  </a:pathLst>
                </a:custGeom>
                <a:solidFill>
                  <a:srgbClr val="E8A2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90" name="íṧļîḓe"/>
                <p:cNvSpPr/>
                <p:nvPr userDrawn="1"/>
              </p:nvSpPr>
              <p:spPr bwMode="auto">
                <a:xfrm>
                  <a:off x="5269499" y="5286461"/>
                  <a:ext cx="64111" cy="110893"/>
                </a:xfrm>
                <a:custGeom>
                  <a:avLst/>
                  <a:gdLst>
                    <a:gd name="T0" fmla="*/ 0 w 37"/>
                    <a:gd name="T1" fmla="*/ 0 h 64"/>
                    <a:gd name="T2" fmla="*/ 0 w 37"/>
                    <a:gd name="T3" fmla="*/ 43 h 64"/>
                    <a:gd name="T4" fmla="*/ 37 w 37"/>
                    <a:gd name="T5" fmla="*/ 64 h 64"/>
                    <a:gd name="T6" fmla="*/ 37 w 37"/>
                    <a:gd name="T7" fmla="*/ 20 h 64"/>
                    <a:gd name="T8" fmla="*/ 0 w 37"/>
                    <a:gd name="T9" fmla="*/ 0 h 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7" h="64">
                      <a:moveTo>
                        <a:pt x="0" y="0"/>
                      </a:moveTo>
                      <a:lnTo>
                        <a:pt x="0" y="43"/>
                      </a:lnTo>
                      <a:lnTo>
                        <a:pt x="37" y="64"/>
                      </a:lnTo>
                      <a:lnTo>
                        <a:pt x="37" y="2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EAD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91" name="íSḻîḍe"/>
                <p:cNvSpPr/>
                <p:nvPr userDrawn="1"/>
              </p:nvSpPr>
              <p:spPr bwMode="auto">
                <a:xfrm>
                  <a:off x="5146477" y="5210222"/>
                  <a:ext cx="65843" cy="110893"/>
                </a:xfrm>
                <a:custGeom>
                  <a:avLst/>
                  <a:gdLst>
                    <a:gd name="T0" fmla="*/ 38 w 38"/>
                    <a:gd name="T1" fmla="*/ 0 h 64"/>
                    <a:gd name="T2" fmla="*/ 38 w 38"/>
                    <a:gd name="T3" fmla="*/ 44 h 64"/>
                    <a:gd name="T4" fmla="*/ 0 w 38"/>
                    <a:gd name="T5" fmla="*/ 64 h 64"/>
                    <a:gd name="T6" fmla="*/ 0 w 38"/>
                    <a:gd name="T7" fmla="*/ 21 h 64"/>
                    <a:gd name="T8" fmla="*/ 38 w 38"/>
                    <a:gd name="T9" fmla="*/ 0 h 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8" h="64">
                      <a:moveTo>
                        <a:pt x="38" y="0"/>
                      </a:moveTo>
                      <a:lnTo>
                        <a:pt x="38" y="44"/>
                      </a:lnTo>
                      <a:lnTo>
                        <a:pt x="0" y="64"/>
                      </a:lnTo>
                      <a:lnTo>
                        <a:pt x="0" y="21"/>
                      </a:lnTo>
                      <a:lnTo>
                        <a:pt x="38" y="0"/>
                      </a:lnTo>
                      <a:close/>
                    </a:path>
                  </a:pathLst>
                </a:custGeom>
                <a:solidFill>
                  <a:srgbClr val="E8A2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92" name="ïşļîḓe"/>
                <p:cNvSpPr/>
                <p:nvPr userDrawn="1"/>
              </p:nvSpPr>
              <p:spPr bwMode="auto">
                <a:xfrm>
                  <a:off x="5039049" y="5184231"/>
                  <a:ext cx="107428" cy="136884"/>
                </a:xfrm>
                <a:custGeom>
                  <a:avLst/>
                  <a:gdLst>
                    <a:gd name="T0" fmla="*/ 0 w 62"/>
                    <a:gd name="T1" fmla="*/ 0 h 79"/>
                    <a:gd name="T2" fmla="*/ 0 w 62"/>
                    <a:gd name="T3" fmla="*/ 44 h 79"/>
                    <a:gd name="T4" fmla="*/ 62 w 62"/>
                    <a:gd name="T5" fmla="*/ 79 h 79"/>
                    <a:gd name="T6" fmla="*/ 62 w 62"/>
                    <a:gd name="T7" fmla="*/ 36 h 79"/>
                    <a:gd name="T8" fmla="*/ 0 w 62"/>
                    <a:gd name="T9" fmla="*/ 0 h 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2" h="79">
                      <a:moveTo>
                        <a:pt x="0" y="0"/>
                      </a:moveTo>
                      <a:lnTo>
                        <a:pt x="0" y="44"/>
                      </a:lnTo>
                      <a:lnTo>
                        <a:pt x="62" y="79"/>
                      </a:lnTo>
                      <a:lnTo>
                        <a:pt x="62" y="3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EAD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93" name="îṣ1ïḍé"/>
                <p:cNvSpPr/>
                <p:nvPr userDrawn="1"/>
              </p:nvSpPr>
              <p:spPr bwMode="auto">
                <a:xfrm>
                  <a:off x="5369996" y="5380027"/>
                  <a:ext cx="93566" cy="128220"/>
                </a:xfrm>
                <a:custGeom>
                  <a:avLst/>
                  <a:gdLst>
                    <a:gd name="T0" fmla="*/ 0 w 54"/>
                    <a:gd name="T1" fmla="*/ 0 h 74"/>
                    <a:gd name="T2" fmla="*/ 0 w 54"/>
                    <a:gd name="T3" fmla="*/ 43 h 74"/>
                    <a:gd name="T4" fmla="*/ 54 w 54"/>
                    <a:gd name="T5" fmla="*/ 74 h 74"/>
                    <a:gd name="T6" fmla="*/ 54 w 54"/>
                    <a:gd name="T7" fmla="*/ 31 h 74"/>
                    <a:gd name="T8" fmla="*/ 0 w 54"/>
                    <a:gd name="T9" fmla="*/ 0 h 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4" h="74">
                      <a:moveTo>
                        <a:pt x="0" y="0"/>
                      </a:moveTo>
                      <a:lnTo>
                        <a:pt x="0" y="43"/>
                      </a:lnTo>
                      <a:lnTo>
                        <a:pt x="54" y="74"/>
                      </a:lnTo>
                      <a:lnTo>
                        <a:pt x="54" y="3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EAD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94" name="íṡľiḓé"/>
                <p:cNvSpPr/>
                <p:nvPr userDrawn="1"/>
              </p:nvSpPr>
              <p:spPr bwMode="auto">
                <a:xfrm>
                  <a:off x="4952414" y="5102794"/>
                  <a:ext cx="39853" cy="100497"/>
                </a:xfrm>
                <a:custGeom>
                  <a:avLst/>
                  <a:gdLst>
                    <a:gd name="T0" fmla="*/ 23 w 23"/>
                    <a:gd name="T1" fmla="*/ 14 h 58"/>
                    <a:gd name="T2" fmla="*/ 23 w 23"/>
                    <a:gd name="T3" fmla="*/ 58 h 58"/>
                    <a:gd name="T4" fmla="*/ 0 w 23"/>
                    <a:gd name="T5" fmla="*/ 43 h 58"/>
                    <a:gd name="T6" fmla="*/ 0 w 23"/>
                    <a:gd name="T7" fmla="*/ 0 h 58"/>
                    <a:gd name="T8" fmla="*/ 23 w 23"/>
                    <a:gd name="T9" fmla="*/ 14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3" h="58">
                      <a:moveTo>
                        <a:pt x="23" y="14"/>
                      </a:moveTo>
                      <a:lnTo>
                        <a:pt x="23" y="58"/>
                      </a:lnTo>
                      <a:lnTo>
                        <a:pt x="0" y="43"/>
                      </a:lnTo>
                      <a:lnTo>
                        <a:pt x="0" y="0"/>
                      </a:lnTo>
                      <a:lnTo>
                        <a:pt x="23" y="14"/>
                      </a:lnTo>
                      <a:close/>
                    </a:path>
                  </a:pathLst>
                </a:custGeom>
                <a:solidFill>
                  <a:srgbClr val="EEAD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95" name="ï$ḷíḋe"/>
                <p:cNvSpPr/>
                <p:nvPr userDrawn="1"/>
              </p:nvSpPr>
              <p:spPr bwMode="auto">
                <a:xfrm>
                  <a:off x="4808600" y="5052545"/>
                  <a:ext cx="110893" cy="81438"/>
                </a:xfrm>
                <a:custGeom>
                  <a:avLst/>
                  <a:gdLst>
                    <a:gd name="T0" fmla="*/ 0 w 64"/>
                    <a:gd name="T1" fmla="*/ 0 h 47"/>
                    <a:gd name="T2" fmla="*/ 0 w 64"/>
                    <a:gd name="T3" fmla="*/ 43 h 47"/>
                    <a:gd name="T4" fmla="*/ 64 w 64"/>
                    <a:gd name="T5" fmla="*/ 47 h 47"/>
                    <a:gd name="T6" fmla="*/ 64 w 64"/>
                    <a:gd name="T7" fmla="*/ 4 h 47"/>
                    <a:gd name="T8" fmla="*/ 0 w 64"/>
                    <a:gd name="T9" fmla="*/ 0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47">
                      <a:moveTo>
                        <a:pt x="0" y="0"/>
                      </a:moveTo>
                      <a:lnTo>
                        <a:pt x="0" y="43"/>
                      </a:lnTo>
                      <a:lnTo>
                        <a:pt x="64" y="47"/>
                      </a:lnTo>
                      <a:lnTo>
                        <a:pt x="64" y="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8A2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96" name="iśḷîḓé"/>
                <p:cNvSpPr/>
                <p:nvPr userDrawn="1"/>
              </p:nvSpPr>
              <p:spPr bwMode="auto">
                <a:xfrm>
                  <a:off x="4912562" y="4972841"/>
                  <a:ext cx="734667" cy="407186"/>
                </a:xfrm>
                <a:custGeom>
                  <a:avLst/>
                  <a:gdLst>
                    <a:gd name="T0" fmla="*/ 383 w 424"/>
                    <a:gd name="T1" fmla="*/ 235 h 235"/>
                    <a:gd name="T2" fmla="*/ 0 w 424"/>
                    <a:gd name="T3" fmla="*/ 12 h 235"/>
                    <a:gd name="T4" fmla="*/ 21 w 424"/>
                    <a:gd name="T5" fmla="*/ 0 h 235"/>
                    <a:gd name="T6" fmla="*/ 424 w 424"/>
                    <a:gd name="T7" fmla="*/ 233 h 235"/>
                    <a:gd name="T8" fmla="*/ 383 w 424"/>
                    <a:gd name="T9" fmla="*/ 235 h 2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4" h="235">
                      <a:moveTo>
                        <a:pt x="383" y="235"/>
                      </a:moveTo>
                      <a:lnTo>
                        <a:pt x="0" y="12"/>
                      </a:lnTo>
                      <a:lnTo>
                        <a:pt x="21" y="0"/>
                      </a:lnTo>
                      <a:lnTo>
                        <a:pt x="424" y="233"/>
                      </a:lnTo>
                      <a:lnTo>
                        <a:pt x="383" y="235"/>
                      </a:lnTo>
                      <a:close/>
                    </a:path>
                  </a:pathLst>
                </a:custGeom>
                <a:solidFill>
                  <a:srgbClr val="E8A2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97" name="iŝļíḑe"/>
                <p:cNvSpPr/>
                <p:nvPr userDrawn="1"/>
              </p:nvSpPr>
              <p:spPr bwMode="auto">
                <a:xfrm>
                  <a:off x="4912562" y="4972841"/>
                  <a:ext cx="734667" cy="407186"/>
                </a:xfrm>
                <a:custGeom>
                  <a:avLst/>
                  <a:gdLst>
                    <a:gd name="T0" fmla="*/ 21 w 424"/>
                    <a:gd name="T1" fmla="*/ 10 h 235"/>
                    <a:gd name="T2" fmla="*/ 406 w 424"/>
                    <a:gd name="T3" fmla="*/ 235 h 235"/>
                    <a:gd name="T4" fmla="*/ 424 w 424"/>
                    <a:gd name="T5" fmla="*/ 233 h 235"/>
                    <a:gd name="T6" fmla="*/ 21 w 424"/>
                    <a:gd name="T7" fmla="*/ 0 h 235"/>
                    <a:gd name="T8" fmla="*/ 0 w 424"/>
                    <a:gd name="T9" fmla="*/ 12 h 235"/>
                    <a:gd name="T10" fmla="*/ 8 w 424"/>
                    <a:gd name="T11" fmla="*/ 19 h 235"/>
                    <a:gd name="T12" fmla="*/ 21 w 424"/>
                    <a:gd name="T13" fmla="*/ 10 h 2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24" h="235">
                      <a:moveTo>
                        <a:pt x="21" y="10"/>
                      </a:moveTo>
                      <a:lnTo>
                        <a:pt x="406" y="235"/>
                      </a:lnTo>
                      <a:lnTo>
                        <a:pt x="424" y="233"/>
                      </a:lnTo>
                      <a:lnTo>
                        <a:pt x="21" y="0"/>
                      </a:lnTo>
                      <a:lnTo>
                        <a:pt x="0" y="12"/>
                      </a:lnTo>
                      <a:lnTo>
                        <a:pt x="8" y="19"/>
                      </a:lnTo>
                      <a:lnTo>
                        <a:pt x="21" y="10"/>
                      </a:lnTo>
                      <a:close/>
                    </a:path>
                  </a:pathLst>
                </a:custGeom>
                <a:solidFill>
                  <a:srgbClr val="F2B4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98" name="ïSḻiḋè"/>
                <p:cNvSpPr/>
                <p:nvPr userDrawn="1"/>
              </p:nvSpPr>
              <p:spPr bwMode="auto">
                <a:xfrm>
                  <a:off x="4732361" y="5009228"/>
                  <a:ext cx="76239" cy="117824"/>
                </a:xfrm>
                <a:custGeom>
                  <a:avLst/>
                  <a:gdLst>
                    <a:gd name="T0" fmla="*/ 44 w 44"/>
                    <a:gd name="T1" fmla="*/ 68 h 68"/>
                    <a:gd name="T2" fmla="*/ 44 w 44"/>
                    <a:gd name="T3" fmla="*/ 25 h 68"/>
                    <a:gd name="T4" fmla="*/ 0 w 44"/>
                    <a:gd name="T5" fmla="*/ 0 h 68"/>
                    <a:gd name="T6" fmla="*/ 0 w 44"/>
                    <a:gd name="T7" fmla="*/ 43 h 68"/>
                    <a:gd name="T8" fmla="*/ 44 w 4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4" h="68">
                      <a:moveTo>
                        <a:pt x="44" y="68"/>
                      </a:moveTo>
                      <a:lnTo>
                        <a:pt x="44" y="25"/>
                      </a:lnTo>
                      <a:lnTo>
                        <a:pt x="0" y="0"/>
                      </a:lnTo>
                      <a:lnTo>
                        <a:pt x="0" y="43"/>
                      </a:lnTo>
                      <a:lnTo>
                        <a:pt x="44" y="68"/>
                      </a:lnTo>
                      <a:close/>
                    </a:path>
                  </a:pathLst>
                </a:custGeom>
                <a:solidFill>
                  <a:srgbClr val="E8A2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99" name="îṩľiḍè"/>
                <p:cNvSpPr/>
                <p:nvPr userDrawn="1"/>
              </p:nvSpPr>
              <p:spPr bwMode="auto">
                <a:xfrm>
                  <a:off x="4992267" y="5102794"/>
                  <a:ext cx="46784" cy="100497"/>
                </a:xfrm>
                <a:custGeom>
                  <a:avLst/>
                  <a:gdLst>
                    <a:gd name="T0" fmla="*/ 27 w 27"/>
                    <a:gd name="T1" fmla="*/ 0 h 58"/>
                    <a:gd name="T2" fmla="*/ 27 w 27"/>
                    <a:gd name="T3" fmla="*/ 43 h 58"/>
                    <a:gd name="T4" fmla="*/ 0 w 27"/>
                    <a:gd name="T5" fmla="*/ 58 h 58"/>
                    <a:gd name="T6" fmla="*/ 0 w 27"/>
                    <a:gd name="T7" fmla="*/ 14 h 58"/>
                    <a:gd name="T8" fmla="*/ 27 w 27"/>
                    <a:gd name="T9" fmla="*/ 0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8">
                      <a:moveTo>
                        <a:pt x="27" y="0"/>
                      </a:moveTo>
                      <a:lnTo>
                        <a:pt x="27" y="43"/>
                      </a:lnTo>
                      <a:lnTo>
                        <a:pt x="0" y="58"/>
                      </a:lnTo>
                      <a:lnTo>
                        <a:pt x="0" y="14"/>
                      </a:lnTo>
                      <a:lnTo>
                        <a:pt x="27" y="0"/>
                      </a:lnTo>
                      <a:close/>
                    </a:path>
                  </a:pathLst>
                </a:custGeom>
                <a:solidFill>
                  <a:srgbClr val="E8A2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00" name="î$líḓe"/>
                <p:cNvSpPr/>
                <p:nvPr userDrawn="1"/>
              </p:nvSpPr>
              <p:spPr bwMode="auto">
                <a:xfrm>
                  <a:off x="4515772" y="4588180"/>
                  <a:ext cx="382928" cy="218321"/>
                </a:xfrm>
                <a:custGeom>
                  <a:avLst/>
                  <a:gdLst>
                    <a:gd name="T0" fmla="*/ 76 w 106"/>
                    <a:gd name="T1" fmla="*/ 18 h 61"/>
                    <a:gd name="T2" fmla="*/ 0 w 106"/>
                    <a:gd name="T3" fmla="*/ 2 h 61"/>
                    <a:gd name="T4" fmla="*/ 0 w 106"/>
                    <a:gd name="T5" fmla="*/ 10 h 61"/>
                    <a:gd name="T6" fmla="*/ 76 w 106"/>
                    <a:gd name="T7" fmla="*/ 26 h 61"/>
                    <a:gd name="T8" fmla="*/ 104 w 106"/>
                    <a:gd name="T9" fmla="*/ 61 h 61"/>
                    <a:gd name="T10" fmla="*/ 76 w 106"/>
                    <a:gd name="T11" fmla="*/ 18 h 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06" h="61">
                      <a:moveTo>
                        <a:pt x="76" y="18"/>
                      </a:moveTo>
                      <a:cubicBezTo>
                        <a:pt x="55" y="6"/>
                        <a:pt x="27" y="0"/>
                        <a:pt x="0" y="2"/>
                      </a:cubicBezTo>
                      <a:cubicBezTo>
                        <a:pt x="0" y="10"/>
                        <a:pt x="0" y="10"/>
                        <a:pt x="0" y="10"/>
                      </a:cubicBezTo>
                      <a:cubicBezTo>
                        <a:pt x="27" y="9"/>
                        <a:pt x="55" y="14"/>
                        <a:pt x="76" y="26"/>
                      </a:cubicBezTo>
                      <a:cubicBezTo>
                        <a:pt x="93" y="36"/>
                        <a:pt x="102" y="48"/>
                        <a:pt x="104" y="61"/>
                      </a:cubicBezTo>
                      <a:cubicBezTo>
                        <a:pt x="106" y="45"/>
                        <a:pt x="97" y="30"/>
                        <a:pt x="76" y="18"/>
                      </a:cubicBezTo>
                      <a:close/>
                    </a:path>
                  </a:pathLst>
                </a:custGeom>
                <a:solidFill>
                  <a:srgbClr val="FDD76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</p:grpSp>
        <p:grpSp>
          <p:nvGrpSpPr>
            <p:cNvPr id="89" name="组合 88"/>
            <p:cNvGrpSpPr/>
            <p:nvPr userDrawn="1"/>
          </p:nvGrpSpPr>
          <p:grpSpPr>
            <a:xfrm>
              <a:off x="9552252" y="4835274"/>
              <a:ext cx="2712488" cy="2225877"/>
              <a:chOff x="9552252" y="4835274"/>
              <a:chExt cx="2712488" cy="2225877"/>
            </a:xfrm>
          </p:grpSpPr>
          <p:sp>
            <p:nvSpPr>
              <p:cNvPr id="219" name="任意多边形: 形状 218"/>
              <p:cNvSpPr/>
              <p:nvPr userDrawn="1"/>
            </p:nvSpPr>
            <p:spPr bwMode="auto">
              <a:xfrm rot="20362958" flipH="1">
                <a:off x="10563587" y="4835274"/>
                <a:ext cx="1650997" cy="1751675"/>
              </a:xfrm>
              <a:custGeom>
                <a:avLst/>
                <a:gdLst>
                  <a:gd name="connsiteX0" fmla="*/ 149572 w 1650997"/>
                  <a:gd name="connsiteY0" fmla="*/ 402712 h 1751675"/>
                  <a:gd name="connsiteX1" fmla="*/ 0 w 1650997"/>
                  <a:gd name="connsiteY1" fmla="*/ 965732 h 1751675"/>
                  <a:gd name="connsiteX2" fmla="*/ 295688 w 1650997"/>
                  <a:gd name="connsiteY2" fmla="*/ 1751675 h 1751675"/>
                  <a:gd name="connsiteX3" fmla="*/ 1253926 w 1650997"/>
                  <a:gd name="connsiteY3" fmla="*/ 1494657 h 1751675"/>
                  <a:gd name="connsiteX4" fmla="*/ 1650997 w 1650997"/>
                  <a:gd name="connsiteY4" fmla="*/ 0 h 1751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997" h="1751675">
                    <a:moveTo>
                      <a:pt x="149572" y="402712"/>
                    </a:moveTo>
                    <a:lnTo>
                      <a:pt x="0" y="965732"/>
                    </a:lnTo>
                    <a:lnTo>
                      <a:pt x="295688" y="1751675"/>
                    </a:lnTo>
                    <a:lnTo>
                      <a:pt x="1253926" y="1494657"/>
                    </a:lnTo>
                    <a:lnTo>
                      <a:pt x="1650997" y="0"/>
                    </a:lnTo>
                    <a:close/>
                  </a:path>
                </a:pathLst>
              </a:custGeom>
              <a:gradFill>
                <a:gsLst>
                  <a:gs pos="700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17" name="任意多边形: 形状 216"/>
              <p:cNvSpPr/>
              <p:nvPr userDrawn="1"/>
            </p:nvSpPr>
            <p:spPr bwMode="auto">
              <a:xfrm rot="20362958" flipH="1">
                <a:off x="9552252" y="5247298"/>
                <a:ext cx="1494657" cy="1813853"/>
              </a:xfrm>
              <a:custGeom>
                <a:avLst/>
                <a:gdLst>
                  <a:gd name="connsiteX0" fmla="*/ 397071 w 1494657"/>
                  <a:gd name="connsiteY0" fmla="*/ 0 h 1813853"/>
                  <a:gd name="connsiteX1" fmla="*/ 0 w 1494657"/>
                  <a:gd name="connsiteY1" fmla="*/ 1494657 h 1813853"/>
                  <a:gd name="connsiteX2" fmla="*/ 321839 w 1494657"/>
                  <a:gd name="connsiteY2" fmla="*/ 1813853 h 1813853"/>
                  <a:gd name="connsiteX3" fmla="*/ 1411937 w 1494657"/>
                  <a:gd name="connsiteY3" fmla="*/ 1403735 h 1813853"/>
                  <a:gd name="connsiteX4" fmla="*/ 1494657 w 1494657"/>
                  <a:gd name="connsiteY4" fmla="*/ 1091945 h 1813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94657" h="1813853">
                    <a:moveTo>
                      <a:pt x="397071" y="0"/>
                    </a:moveTo>
                    <a:lnTo>
                      <a:pt x="0" y="1494657"/>
                    </a:lnTo>
                    <a:lnTo>
                      <a:pt x="321839" y="1813853"/>
                    </a:lnTo>
                    <a:lnTo>
                      <a:pt x="1411937" y="1403735"/>
                    </a:lnTo>
                    <a:lnTo>
                      <a:pt x="1494657" y="109194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4"/>
                  </a:gs>
                  <a:gs pos="95000">
                    <a:schemeClr val="accent3"/>
                  </a:gs>
                </a:gsLst>
                <a:lin ang="132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20" name="任意多边形: 形状 219"/>
              <p:cNvSpPr/>
              <p:nvPr userDrawn="1"/>
            </p:nvSpPr>
            <p:spPr bwMode="auto">
              <a:xfrm rot="20362958" flipH="1">
                <a:off x="10989803" y="6307803"/>
                <a:ext cx="1274937" cy="734606"/>
              </a:xfrm>
              <a:custGeom>
                <a:avLst/>
                <a:gdLst>
                  <a:gd name="connsiteX0" fmla="*/ 0 w 1274937"/>
                  <a:gd name="connsiteY0" fmla="*/ 254643 h 734606"/>
                  <a:gd name="connsiteX1" fmla="*/ 180572 w 1274937"/>
                  <a:gd name="connsiteY1" fmla="*/ 734606 h 734606"/>
                  <a:gd name="connsiteX2" fmla="*/ 1274937 w 1274937"/>
                  <a:gd name="connsiteY2" fmla="*/ 322883 h 734606"/>
                  <a:gd name="connsiteX3" fmla="*/ 949380 w 1274937"/>
                  <a:gd name="connsiteY3" fmla="*/ 0 h 734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4937" h="734606">
                    <a:moveTo>
                      <a:pt x="0" y="254643"/>
                    </a:moveTo>
                    <a:lnTo>
                      <a:pt x="180572" y="734606"/>
                    </a:lnTo>
                    <a:lnTo>
                      <a:pt x="1274937" y="322883"/>
                    </a:lnTo>
                    <a:lnTo>
                      <a:pt x="94938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5"/>
                  </a:gs>
                  <a:gs pos="100000">
                    <a:schemeClr val="accent6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79" name="任意多边形: 形状 78" hidden="1"/>
          <p:cNvSpPr/>
          <p:nvPr userDrawn="1"/>
        </p:nvSpPr>
        <p:spPr>
          <a:xfrm rot="20962973">
            <a:off x="-952612" y="-337530"/>
            <a:ext cx="5469435" cy="7765861"/>
          </a:xfrm>
          <a:custGeom>
            <a:avLst/>
            <a:gdLst>
              <a:gd name="connsiteX0" fmla="*/ 5469435 w 5469435"/>
              <a:gd name="connsiteY0" fmla="*/ 788410 h 7765861"/>
              <a:gd name="connsiteX1" fmla="*/ 5469435 w 5469435"/>
              <a:gd name="connsiteY1" fmla="*/ 7765861 h 7765861"/>
              <a:gd name="connsiteX2" fmla="*/ 0 w 5469435"/>
              <a:gd name="connsiteY2" fmla="*/ 6740593 h 7765861"/>
              <a:gd name="connsiteX3" fmla="*/ 1263552 w 5469435"/>
              <a:gd name="connsiteY3" fmla="*/ 0 h 7765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69435" h="7765861">
                <a:moveTo>
                  <a:pt x="5469435" y="788410"/>
                </a:moveTo>
                <a:lnTo>
                  <a:pt x="5469435" y="7765861"/>
                </a:lnTo>
                <a:lnTo>
                  <a:pt x="0" y="6740593"/>
                </a:lnTo>
                <a:lnTo>
                  <a:pt x="1263552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01" name="副标题 2"/>
          <p:cNvSpPr>
            <a:spLocks noGrp="1"/>
          </p:cNvSpPr>
          <p:nvPr userDrawn="1">
            <p:ph type="subTitle" idx="1"/>
          </p:nvPr>
        </p:nvSpPr>
        <p:spPr>
          <a:xfrm>
            <a:off x="669925" y="4105954"/>
            <a:ext cx="5342103" cy="558799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标题 1"/>
          <p:cNvSpPr>
            <a:spLocks noGrp="1"/>
          </p:cNvSpPr>
          <p:nvPr userDrawn="1">
            <p:ph type="ctrTitle"/>
          </p:nvPr>
        </p:nvSpPr>
        <p:spPr>
          <a:xfrm>
            <a:off x="669925" y="1897412"/>
            <a:ext cx="5342103" cy="2171700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421407" y="736131"/>
            <a:ext cx="4638490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文本占位符 1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5288432" y="732429"/>
            <a:ext cx="4272129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5"/>
          <p:cNvSpPr>
            <a:spLocks noChangeArrowheads="1"/>
          </p:cNvSpPr>
          <p:nvPr userDrawn="1"/>
        </p:nvSpPr>
        <p:spPr bwMode="auto">
          <a:xfrm>
            <a:off x="0" y="2381"/>
            <a:ext cx="12192000" cy="6853238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>
            <a:off x="258445" y="313690"/>
            <a:ext cx="11617325" cy="62915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标题 1"/>
          <p:cNvSpPr>
            <a:spLocks noGrp="1"/>
          </p:cNvSpPr>
          <p:nvPr userDrawn="1">
            <p:ph type="title"/>
          </p:nvPr>
        </p:nvSpPr>
        <p:spPr>
          <a:xfrm>
            <a:off x="1130300" y="723900"/>
            <a:ext cx="5419090" cy="564515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638175" y="1480185"/>
            <a:ext cx="10816590" cy="4850130"/>
          </a:xfrm>
        </p:spPr>
        <p:txBody>
          <a:bodyPr anchor="t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grpSp>
        <p:nvGrpSpPr>
          <p:cNvPr id="2" name="组合 1"/>
          <p:cNvGrpSpPr/>
          <p:nvPr userDrawn="1"/>
        </p:nvGrpSpPr>
        <p:grpSpPr>
          <a:xfrm>
            <a:off x="-156747" y="757666"/>
            <a:ext cx="2905026" cy="6324440"/>
            <a:chOff x="-79912" y="736711"/>
            <a:chExt cx="2905026" cy="6324440"/>
          </a:xfrm>
        </p:grpSpPr>
        <p:sp>
          <p:nvSpPr>
            <p:cNvPr id="34" name="Freeform 12"/>
            <p:cNvSpPr/>
            <p:nvPr userDrawn="1"/>
          </p:nvSpPr>
          <p:spPr bwMode="auto">
            <a:xfrm rot="4602854">
              <a:off x="2447220" y="3364049"/>
              <a:ext cx="276941" cy="478847"/>
            </a:xfrm>
            <a:custGeom>
              <a:avLst/>
              <a:gdLst>
                <a:gd name="T0" fmla="*/ 352 w 1325"/>
                <a:gd name="T1" fmla="*/ 0 h 2291"/>
                <a:gd name="T2" fmla="*/ 0 w 1325"/>
                <a:gd name="T3" fmla="*/ 1325 h 2291"/>
                <a:gd name="T4" fmla="*/ 974 w 1325"/>
                <a:gd name="T5" fmla="*/ 2291 h 2291"/>
                <a:gd name="T6" fmla="*/ 1325 w 1325"/>
                <a:gd name="T7" fmla="*/ 968 h 2291"/>
                <a:gd name="T8" fmla="*/ 352 w 1325"/>
                <a:gd name="T9" fmla="*/ 0 h 2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5" h="2291">
                  <a:moveTo>
                    <a:pt x="352" y="0"/>
                  </a:moveTo>
                  <a:lnTo>
                    <a:pt x="0" y="1325"/>
                  </a:lnTo>
                  <a:lnTo>
                    <a:pt x="974" y="2291"/>
                  </a:lnTo>
                  <a:lnTo>
                    <a:pt x="1325" y="968"/>
                  </a:lnTo>
                  <a:lnTo>
                    <a:pt x="352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95000">
                  <a:schemeClr val="accent3"/>
                </a:gs>
              </a:gsLst>
              <a:lin ang="132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35" name="组合 34"/>
            <p:cNvGrpSpPr/>
            <p:nvPr userDrawn="1"/>
          </p:nvGrpSpPr>
          <p:grpSpPr>
            <a:xfrm flipH="1">
              <a:off x="198119" y="3554956"/>
              <a:ext cx="486551" cy="507555"/>
              <a:chOff x="11543700" y="3554956"/>
              <a:chExt cx="486551" cy="507555"/>
            </a:xfrm>
          </p:grpSpPr>
          <p:sp>
            <p:nvSpPr>
              <p:cNvPr id="214" name="Freeform 10"/>
              <p:cNvSpPr/>
              <p:nvPr userDrawn="1"/>
            </p:nvSpPr>
            <p:spPr bwMode="auto">
              <a:xfrm rot="1800000" flipH="1">
                <a:off x="11741622" y="3660734"/>
                <a:ext cx="288629" cy="288458"/>
              </a:xfrm>
              <a:custGeom>
                <a:avLst/>
                <a:gdLst>
                  <a:gd name="T0" fmla="*/ 1683 w 1683"/>
                  <a:gd name="T1" fmla="*/ 0 h 1682"/>
                  <a:gd name="T2" fmla="*/ 352 w 1683"/>
                  <a:gd name="T3" fmla="*/ 357 h 1682"/>
                  <a:gd name="T4" fmla="*/ 0 w 1683"/>
                  <a:gd name="T5" fmla="*/ 1682 h 1682"/>
                  <a:gd name="T6" fmla="*/ 1331 w 1683"/>
                  <a:gd name="T7" fmla="*/ 1325 h 1682"/>
                  <a:gd name="T8" fmla="*/ 1683 w 1683"/>
                  <a:gd name="T9" fmla="*/ 0 h 16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83" h="1682">
                    <a:moveTo>
                      <a:pt x="1683" y="0"/>
                    </a:moveTo>
                    <a:lnTo>
                      <a:pt x="352" y="357"/>
                    </a:lnTo>
                    <a:lnTo>
                      <a:pt x="0" y="1682"/>
                    </a:lnTo>
                    <a:lnTo>
                      <a:pt x="1331" y="1325"/>
                    </a:lnTo>
                    <a:lnTo>
                      <a:pt x="1683" y="0"/>
                    </a:lnTo>
                    <a:close/>
                  </a:path>
                </a:pathLst>
              </a:custGeom>
              <a:gradFill>
                <a:gsLst>
                  <a:gs pos="7000">
                    <a:srgbClr val="FE6F5F"/>
                  </a:gs>
                  <a:gs pos="100000">
                    <a:srgbClr val="FAB452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5" name="Freeform 12"/>
              <p:cNvSpPr/>
              <p:nvPr userDrawn="1"/>
            </p:nvSpPr>
            <p:spPr bwMode="auto">
              <a:xfrm rot="1800000" flipH="1">
                <a:off x="11575113" y="3554956"/>
                <a:ext cx="227234" cy="392900"/>
              </a:xfrm>
              <a:custGeom>
                <a:avLst/>
                <a:gdLst>
                  <a:gd name="T0" fmla="*/ 352 w 1325"/>
                  <a:gd name="T1" fmla="*/ 0 h 2291"/>
                  <a:gd name="T2" fmla="*/ 0 w 1325"/>
                  <a:gd name="T3" fmla="*/ 1325 h 2291"/>
                  <a:gd name="T4" fmla="*/ 974 w 1325"/>
                  <a:gd name="T5" fmla="*/ 2291 h 2291"/>
                  <a:gd name="T6" fmla="*/ 1325 w 1325"/>
                  <a:gd name="T7" fmla="*/ 968 h 2291"/>
                  <a:gd name="T8" fmla="*/ 352 w 1325"/>
                  <a:gd name="T9" fmla="*/ 0 h 22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25" h="2291">
                    <a:moveTo>
                      <a:pt x="352" y="0"/>
                    </a:moveTo>
                    <a:lnTo>
                      <a:pt x="0" y="1325"/>
                    </a:lnTo>
                    <a:lnTo>
                      <a:pt x="974" y="2291"/>
                    </a:lnTo>
                    <a:lnTo>
                      <a:pt x="1325" y="968"/>
                    </a:lnTo>
                    <a:lnTo>
                      <a:pt x="352" y="0"/>
                    </a:lnTo>
                    <a:close/>
                  </a:path>
                </a:pathLst>
              </a:custGeom>
              <a:gradFill>
                <a:gsLst>
                  <a:gs pos="0">
                    <a:srgbClr val="BE27EB"/>
                  </a:gs>
                  <a:gs pos="95000">
                    <a:srgbClr val="4B34B0"/>
                  </a:gs>
                </a:gsLst>
                <a:lin ang="132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6" name="Freeform 13"/>
              <p:cNvSpPr/>
              <p:nvPr userDrawn="1"/>
            </p:nvSpPr>
            <p:spPr bwMode="auto">
              <a:xfrm rot="1800000" flipH="1">
                <a:off x="11543700" y="3834935"/>
                <a:ext cx="395301" cy="227576"/>
              </a:xfrm>
              <a:custGeom>
                <a:avLst/>
                <a:gdLst>
                  <a:gd name="T0" fmla="*/ 1331 w 2305"/>
                  <a:gd name="T1" fmla="*/ 0 h 1327"/>
                  <a:gd name="T2" fmla="*/ 0 w 2305"/>
                  <a:gd name="T3" fmla="*/ 357 h 1327"/>
                  <a:gd name="T4" fmla="*/ 967 w 2305"/>
                  <a:gd name="T5" fmla="*/ 1327 h 1327"/>
                  <a:gd name="T6" fmla="*/ 2305 w 2305"/>
                  <a:gd name="T7" fmla="*/ 966 h 1327"/>
                  <a:gd name="T8" fmla="*/ 1331 w 2305"/>
                  <a:gd name="T9" fmla="*/ 0 h 13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05" h="1327">
                    <a:moveTo>
                      <a:pt x="1331" y="0"/>
                    </a:moveTo>
                    <a:lnTo>
                      <a:pt x="0" y="357"/>
                    </a:lnTo>
                    <a:lnTo>
                      <a:pt x="967" y="1327"/>
                    </a:lnTo>
                    <a:lnTo>
                      <a:pt x="2305" y="966"/>
                    </a:lnTo>
                    <a:lnTo>
                      <a:pt x="1331" y="0"/>
                    </a:lnTo>
                    <a:close/>
                  </a:path>
                </a:pathLst>
              </a:custGeom>
              <a:gradFill>
                <a:gsLst>
                  <a:gs pos="0">
                    <a:srgbClr val="05A1E4"/>
                  </a:gs>
                  <a:gs pos="100000">
                    <a:srgbClr val="6AD6BC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37" name="Freeform 13"/>
            <p:cNvSpPr/>
            <p:nvPr userDrawn="1"/>
          </p:nvSpPr>
          <p:spPr bwMode="auto">
            <a:xfrm rot="1237042">
              <a:off x="2022519" y="2048003"/>
              <a:ext cx="278990" cy="160616"/>
            </a:xfrm>
            <a:custGeom>
              <a:avLst/>
              <a:gdLst>
                <a:gd name="T0" fmla="*/ 1331 w 2305"/>
                <a:gd name="T1" fmla="*/ 0 h 1327"/>
                <a:gd name="T2" fmla="*/ 0 w 2305"/>
                <a:gd name="T3" fmla="*/ 357 h 1327"/>
                <a:gd name="T4" fmla="*/ 967 w 2305"/>
                <a:gd name="T5" fmla="*/ 1327 h 1327"/>
                <a:gd name="T6" fmla="*/ 2305 w 2305"/>
                <a:gd name="T7" fmla="*/ 966 h 1327"/>
                <a:gd name="T8" fmla="*/ 1331 w 2305"/>
                <a:gd name="T9" fmla="*/ 0 h 1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05" h="1327">
                  <a:moveTo>
                    <a:pt x="1331" y="0"/>
                  </a:moveTo>
                  <a:lnTo>
                    <a:pt x="0" y="357"/>
                  </a:lnTo>
                  <a:lnTo>
                    <a:pt x="967" y="1327"/>
                  </a:lnTo>
                  <a:lnTo>
                    <a:pt x="2305" y="966"/>
                  </a:lnTo>
                  <a:lnTo>
                    <a:pt x="1331" y="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Freeform 10"/>
            <p:cNvSpPr/>
            <p:nvPr userDrawn="1"/>
          </p:nvSpPr>
          <p:spPr bwMode="auto">
            <a:xfrm rot="1237042">
              <a:off x="1397739" y="4466570"/>
              <a:ext cx="203705" cy="203584"/>
            </a:xfrm>
            <a:custGeom>
              <a:avLst/>
              <a:gdLst>
                <a:gd name="T0" fmla="*/ 1683 w 1683"/>
                <a:gd name="T1" fmla="*/ 0 h 1682"/>
                <a:gd name="T2" fmla="*/ 352 w 1683"/>
                <a:gd name="T3" fmla="*/ 357 h 1682"/>
                <a:gd name="T4" fmla="*/ 0 w 1683"/>
                <a:gd name="T5" fmla="*/ 1682 h 1682"/>
                <a:gd name="T6" fmla="*/ 1331 w 1683"/>
                <a:gd name="T7" fmla="*/ 1325 h 1682"/>
                <a:gd name="T8" fmla="*/ 1683 w 1683"/>
                <a:gd name="T9" fmla="*/ 0 h 1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83" h="1682">
                  <a:moveTo>
                    <a:pt x="1683" y="0"/>
                  </a:moveTo>
                  <a:lnTo>
                    <a:pt x="352" y="357"/>
                  </a:lnTo>
                  <a:lnTo>
                    <a:pt x="0" y="1682"/>
                  </a:lnTo>
                  <a:lnTo>
                    <a:pt x="1331" y="1325"/>
                  </a:lnTo>
                  <a:lnTo>
                    <a:pt x="1683" y="0"/>
                  </a:lnTo>
                  <a:close/>
                </a:path>
              </a:pathLst>
            </a:custGeom>
            <a:gradFill>
              <a:gsLst>
                <a:gs pos="700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Freeform 10"/>
            <p:cNvSpPr/>
            <p:nvPr userDrawn="1"/>
          </p:nvSpPr>
          <p:spPr bwMode="auto">
            <a:xfrm rot="1237042">
              <a:off x="114600" y="2417316"/>
              <a:ext cx="424485" cy="424233"/>
            </a:xfrm>
            <a:custGeom>
              <a:avLst/>
              <a:gdLst>
                <a:gd name="T0" fmla="*/ 1683 w 1683"/>
                <a:gd name="T1" fmla="*/ 0 h 1682"/>
                <a:gd name="T2" fmla="*/ 352 w 1683"/>
                <a:gd name="T3" fmla="*/ 357 h 1682"/>
                <a:gd name="T4" fmla="*/ 0 w 1683"/>
                <a:gd name="T5" fmla="*/ 1682 h 1682"/>
                <a:gd name="T6" fmla="*/ 1331 w 1683"/>
                <a:gd name="T7" fmla="*/ 1325 h 1682"/>
                <a:gd name="T8" fmla="*/ 1683 w 1683"/>
                <a:gd name="T9" fmla="*/ 0 h 1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83" h="1682">
                  <a:moveTo>
                    <a:pt x="1683" y="0"/>
                  </a:moveTo>
                  <a:lnTo>
                    <a:pt x="352" y="357"/>
                  </a:lnTo>
                  <a:lnTo>
                    <a:pt x="0" y="1682"/>
                  </a:lnTo>
                  <a:lnTo>
                    <a:pt x="1331" y="1325"/>
                  </a:lnTo>
                  <a:lnTo>
                    <a:pt x="1683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40" name="组合 39"/>
            <p:cNvGrpSpPr/>
            <p:nvPr userDrawn="1"/>
          </p:nvGrpSpPr>
          <p:grpSpPr>
            <a:xfrm flipH="1">
              <a:off x="675069" y="736711"/>
              <a:ext cx="507898" cy="481906"/>
              <a:chOff x="11045403" y="736711"/>
              <a:chExt cx="507898" cy="481906"/>
            </a:xfrm>
          </p:grpSpPr>
          <p:sp>
            <p:nvSpPr>
              <p:cNvPr id="208" name="Freeform 10"/>
              <p:cNvSpPr/>
              <p:nvPr userDrawn="1"/>
            </p:nvSpPr>
            <p:spPr bwMode="auto">
              <a:xfrm rot="17100000" flipH="1">
                <a:off x="11100472" y="736800"/>
                <a:ext cx="300884" cy="300705"/>
              </a:xfrm>
              <a:custGeom>
                <a:avLst/>
                <a:gdLst>
                  <a:gd name="T0" fmla="*/ 1683 w 1683"/>
                  <a:gd name="T1" fmla="*/ 0 h 1682"/>
                  <a:gd name="T2" fmla="*/ 352 w 1683"/>
                  <a:gd name="T3" fmla="*/ 357 h 1682"/>
                  <a:gd name="T4" fmla="*/ 0 w 1683"/>
                  <a:gd name="T5" fmla="*/ 1682 h 1682"/>
                  <a:gd name="T6" fmla="*/ 1331 w 1683"/>
                  <a:gd name="T7" fmla="*/ 1325 h 1682"/>
                  <a:gd name="T8" fmla="*/ 1683 w 1683"/>
                  <a:gd name="T9" fmla="*/ 0 h 16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83" h="1682">
                    <a:moveTo>
                      <a:pt x="1683" y="0"/>
                    </a:moveTo>
                    <a:lnTo>
                      <a:pt x="352" y="357"/>
                    </a:lnTo>
                    <a:lnTo>
                      <a:pt x="0" y="1682"/>
                    </a:lnTo>
                    <a:lnTo>
                      <a:pt x="1331" y="1325"/>
                    </a:lnTo>
                    <a:lnTo>
                      <a:pt x="168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9" name="Freeform 12"/>
              <p:cNvSpPr/>
              <p:nvPr userDrawn="1"/>
            </p:nvSpPr>
            <p:spPr bwMode="auto">
              <a:xfrm rot="17100000" flipH="1">
                <a:off x="11131753" y="895386"/>
                <a:ext cx="236881" cy="409581"/>
              </a:xfrm>
              <a:custGeom>
                <a:avLst/>
                <a:gdLst>
                  <a:gd name="T0" fmla="*/ 352 w 1325"/>
                  <a:gd name="T1" fmla="*/ 0 h 2291"/>
                  <a:gd name="T2" fmla="*/ 0 w 1325"/>
                  <a:gd name="T3" fmla="*/ 1325 h 2291"/>
                  <a:gd name="T4" fmla="*/ 974 w 1325"/>
                  <a:gd name="T5" fmla="*/ 2291 h 2291"/>
                  <a:gd name="T6" fmla="*/ 1325 w 1325"/>
                  <a:gd name="T7" fmla="*/ 968 h 2291"/>
                  <a:gd name="T8" fmla="*/ 352 w 1325"/>
                  <a:gd name="T9" fmla="*/ 0 h 22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25" h="2291">
                    <a:moveTo>
                      <a:pt x="352" y="0"/>
                    </a:moveTo>
                    <a:lnTo>
                      <a:pt x="0" y="1325"/>
                    </a:lnTo>
                    <a:lnTo>
                      <a:pt x="974" y="2291"/>
                    </a:lnTo>
                    <a:lnTo>
                      <a:pt x="1325" y="968"/>
                    </a:lnTo>
                    <a:lnTo>
                      <a:pt x="352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4"/>
                  </a:gs>
                  <a:gs pos="95000">
                    <a:schemeClr val="accent3"/>
                  </a:gs>
                </a:gsLst>
                <a:lin ang="132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0" name="Freeform 13"/>
              <p:cNvSpPr/>
              <p:nvPr userDrawn="1"/>
            </p:nvSpPr>
            <p:spPr bwMode="auto">
              <a:xfrm rot="17100000" flipH="1">
                <a:off x="11228640" y="875335"/>
                <a:ext cx="412084" cy="237239"/>
              </a:xfrm>
              <a:custGeom>
                <a:avLst/>
                <a:gdLst>
                  <a:gd name="T0" fmla="*/ 1331 w 2305"/>
                  <a:gd name="T1" fmla="*/ 0 h 1327"/>
                  <a:gd name="T2" fmla="*/ 0 w 2305"/>
                  <a:gd name="T3" fmla="*/ 357 h 1327"/>
                  <a:gd name="T4" fmla="*/ 967 w 2305"/>
                  <a:gd name="T5" fmla="*/ 1327 h 1327"/>
                  <a:gd name="T6" fmla="*/ 2305 w 2305"/>
                  <a:gd name="T7" fmla="*/ 966 h 1327"/>
                  <a:gd name="T8" fmla="*/ 1331 w 2305"/>
                  <a:gd name="T9" fmla="*/ 0 h 13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05" h="1327">
                    <a:moveTo>
                      <a:pt x="1331" y="0"/>
                    </a:moveTo>
                    <a:lnTo>
                      <a:pt x="0" y="357"/>
                    </a:lnTo>
                    <a:lnTo>
                      <a:pt x="967" y="1327"/>
                    </a:lnTo>
                    <a:lnTo>
                      <a:pt x="2305" y="966"/>
                    </a:lnTo>
                    <a:lnTo>
                      <a:pt x="133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5"/>
                  </a:gs>
                  <a:gs pos="100000">
                    <a:schemeClr val="accent6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grpSp>
          <p:nvGrpSpPr>
            <p:cNvPr id="24" name="组合 23"/>
            <p:cNvGrpSpPr/>
            <p:nvPr userDrawn="1"/>
          </p:nvGrpSpPr>
          <p:grpSpPr>
            <a:xfrm flipH="1">
              <a:off x="-79912" y="4835274"/>
              <a:ext cx="2712488" cy="2225877"/>
              <a:chOff x="9552252" y="4835274"/>
              <a:chExt cx="2712488" cy="2225877"/>
            </a:xfrm>
          </p:grpSpPr>
          <p:sp>
            <p:nvSpPr>
              <p:cNvPr id="25" name="任意多边形: 形状 24"/>
              <p:cNvSpPr/>
              <p:nvPr userDrawn="1"/>
            </p:nvSpPr>
            <p:spPr bwMode="auto">
              <a:xfrm rot="20362958" flipH="1">
                <a:off x="10563587" y="4835274"/>
                <a:ext cx="1650997" cy="1751675"/>
              </a:xfrm>
              <a:custGeom>
                <a:avLst/>
                <a:gdLst>
                  <a:gd name="connsiteX0" fmla="*/ 149572 w 1650997"/>
                  <a:gd name="connsiteY0" fmla="*/ 402712 h 1751675"/>
                  <a:gd name="connsiteX1" fmla="*/ 0 w 1650997"/>
                  <a:gd name="connsiteY1" fmla="*/ 965732 h 1751675"/>
                  <a:gd name="connsiteX2" fmla="*/ 295688 w 1650997"/>
                  <a:gd name="connsiteY2" fmla="*/ 1751675 h 1751675"/>
                  <a:gd name="connsiteX3" fmla="*/ 1253926 w 1650997"/>
                  <a:gd name="connsiteY3" fmla="*/ 1494657 h 1751675"/>
                  <a:gd name="connsiteX4" fmla="*/ 1650997 w 1650997"/>
                  <a:gd name="connsiteY4" fmla="*/ 0 h 1751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997" h="1751675">
                    <a:moveTo>
                      <a:pt x="149572" y="402712"/>
                    </a:moveTo>
                    <a:lnTo>
                      <a:pt x="0" y="965732"/>
                    </a:lnTo>
                    <a:lnTo>
                      <a:pt x="295688" y="1751675"/>
                    </a:lnTo>
                    <a:lnTo>
                      <a:pt x="1253926" y="1494657"/>
                    </a:lnTo>
                    <a:lnTo>
                      <a:pt x="1650997" y="0"/>
                    </a:lnTo>
                    <a:close/>
                  </a:path>
                </a:pathLst>
              </a:custGeom>
              <a:gradFill>
                <a:gsLst>
                  <a:gs pos="700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6" name="任意多边形: 形状 25"/>
              <p:cNvSpPr/>
              <p:nvPr userDrawn="1"/>
            </p:nvSpPr>
            <p:spPr bwMode="auto">
              <a:xfrm rot="20362958" flipH="1">
                <a:off x="9552252" y="5247298"/>
                <a:ext cx="1494657" cy="1813853"/>
              </a:xfrm>
              <a:custGeom>
                <a:avLst/>
                <a:gdLst>
                  <a:gd name="connsiteX0" fmla="*/ 397071 w 1494657"/>
                  <a:gd name="connsiteY0" fmla="*/ 0 h 1813853"/>
                  <a:gd name="connsiteX1" fmla="*/ 0 w 1494657"/>
                  <a:gd name="connsiteY1" fmla="*/ 1494657 h 1813853"/>
                  <a:gd name="connsiteX2" fmla="*/ 321839 w 1494657"/>
                  <a:gd name="connsiteY2" fmla="*/ 1813853 h 1813853"/>
                  <a:gd name="connsiteX3" fmla="*/ 1411937 w 1494657"/>
                  <a:gd name="connsiteY3" fmla="*/ 1403735 h 1813853"/>
                  <a:gd name="connsiteX4" fmla="*/ 1494657 w 1494657"/>
                  <a:gd name="connsiteY4" fmla="*/ 1091945 h 1813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94657" h="1813853">
                    <a:moveTo>
                      <a:pt x="397071" y="0"/>
                    </a:moveTo>
                    <a:lnTo>
                      <a:pt x="0" y="1494657"/>
                    </a:lnTo>
                    <a:lnTo>
                      <a:pt x="321839" y="1813853"/>
                    </a:lnTo>
                    <a:lnTo>
                      <a:pt x="1411937" y="1403735"/>
                    </a:lnTo>
                    <a:lnTo>
                      <a:pt x="1494657" y="109194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4"/>
                  </a:gs>
                  <a:gs pos="95000">
                    <a:schemeClr val="accent3"/>
                  </a:gs>
                </a:gsLst>
                <a:lin ang="132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7" name="任意多边形: 形状 26"/>
              <p:cNvSpPr/>
              <p:nvPr userDrawn="1"/>
            </p:nvSpPr>
            <p:spPr bwMode="auto">
              <a:xfrm rot="20362958" flipH="1">
                <a:off x="10989803" y="6307803"/>
                <a:ext cx="1274937" cy="734606"/>
              </a:xfrm>
              <a:custGeom>
                <a:avLst/>
                <a:gdLst>
                  <a:gd name="connsiteX0" fmla="*/ 0 w 1274937"/>
                  <a:gd name="connsiteY0" fmla="*/ 254643 h 734606"/>
                  <a:gd name="connsiteX1" fmla="*/ 180572 w 1274937"/>
                  <a:gd name="connsiteY1" fmla="*/ 734606 h 734606"/>
                  <a:gd name="connsiteX2" fmla="*/ 1274937 w 1274937"/>
                  <a:gd name="connsiteY2" fmla="*/ 322883 h 734606"/>
                  <a:gd name="connsiteX3" fmla="*/ 949380 w 1274937"/>
                  <a:gd name="connsiteY3" fmla="*/ 0 h 734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4937" h="734606">
                    <a:moveTo>
                      <a:pt x="0" y="254643"/>
                    </a:moveTo>
                    <a:lnTo>
                      <a:pt x="180572" y="734606"/>
                    </a:lnTo>
                    <a:lnTo>
                      <a:pt x="1274937" y="322883"/>
                    </a:lnTo>
                    <a:lnTo>
                      <a:pt x="94938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5"/>
                  </a:gs>
                  <a:gs pos="100000">
                    <a:schemeClr val="accent6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2019/7/2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2019/7/2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组合 186"/>
          <p:cNvGrpSpPr/>
          <p:nvPr userDrawn="1"/>
        </p:nvGrpSpPr>
        <p:grpSpPr>
          <a:xfrm flipH="1">
            <a:off x="-72740" y="0"/>
            <a:ext cx="12264740" cy="7061151"/>
            <a:chOff x="0" y="0"/>
            <a:chExt cx="12264740" cy="7061151"/>
          </a:xfrm>
        </p:grpSpPr>
        <p:grpSp>
          <p:nvGrpSpPr>
            <p:cNvPr id="188" name="组合 187"/>
            <p:cNvGrpSpPr/>
            <p:nvPr userDrawn="1"/>
          </p:nvGrpSpPr>
          <p:grpSpPr>
            <a:xfrm>
              <a:off x="0" y="0"/>
              <a:ext cx="12192000" cy="6956415"/>
              <a:chOff x="0" y="0"/>
              <a:chExt cx="12192000" cy="6956415"/>
            </a:xfrm>
          </p:grpSpPr>
          <p:sp>
            <p:nvSpPr>
              <p:cNvPr id="193" name="Rectangle 5"/>
              <p:cNvSpPr>
                <a:spLocks noChangeArrowheads="1"/>
              </p:cNvSpPr>
              <p:nvPr userDrawn="1"/>
            </p:nvSpPr>
            <p:spPr bwMode="auto">
              <a:xfrm>
                <a:off x="0" y="0"/>
                <a:ext cx="12192000" cy="6853238"/>
              </a:xfrm>
              <a:prstGeom prst="rect">
                <a:avLst/>
              </a:prstGeom>
              <a:gradFill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dirty="0"/>
              </a:p>
            </p:txBody>
          </p:sp>
          <p:sp>
            <p:nvSpPr>
              <p:cNvPr id="194" name="Freeform 33"/>
              <p:cNvSpPr/>
              <p:nvPr userDrawn="1"/>
            </p:nvSpPr>
            <p:spPr bwMode="auto">
              <a:xfrm>
                <a:off x="4697412" y="2720785"/>
                <a:ext cx="7494588" cy="3846512"/>
              </a:xfrm>
              <a:custGeom>
                <a:avLst/>
                <a:gdLst>
                  <a:gd name="T0" fmla="*/ 4721 w 4721"/>
                  <a:gd name="T1" fmla="*/ 0 h 2423"/>
                  <a:gd name="T2" fmla="*/ 0 w 4721"/>
                  <a:gd name="T3" fmla="*/ 2091 h 2423"/>
                  <a:gd name="T4" fmla="*/ 0 w 4721"/>
                  <a:gd name="T5" fmla="*/ 2423 h 2423"/>
                  <a:gd name="T6" fmla="*/ 4721 w 4721"/>
                  <a:gd name="T7" fmla="*/ 1739 h 2423"/>
                  <a:gd name="T8" fmla="*/ 4721 w 4721"/>
                  <a:gd name="T9" fmla="*/ 0 h 24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721" h="2423">
                    <a:moveTo>
                      <a:pt x="4721" y="0"/>
                    </a:moveTo>
                    <a:lnTo>
                      <a:pt x="0" y="2091"/>
                    </a:lnTo>
                    <a:lnTo>
                      <a:pt x="0" y="2423"/>
                    </a:lnTo>
                    <a:lnTo>
                      <a:pt x="4721" y="1739"/>
                    </a:lnTo>
                    <a:lnTo>
                      <a:pt x="472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>
                      <a:alpha val="29000"/>
                    </a:schemeClr>
                  </a:gs>
                  <a:gs pos="100000">
                    <a:schemeClr val="accent2">
                      <a:alpha val="1000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baseline="0" dirty="0"/>
              </a:p>
            </p:txBody>
          </p:sp>
          <p:sp>
            <p:nvSpPr>
              <p:cNvPr id="195" name="Freeform 29"/>
              <p:cNvSpPr/>
              <p:nvPr userDrawn="1"/>
            </p:nvSpPr>
            <p:spPr bwMode="auto">
              <a:xfrm>
                <a:off x="7591911" y="0"/>
                <a:ext cx="4573587" cy="3898900"/>
              </a:xfrm>
              <a:custGeom>
                <a:avLst/>
                <a:gdLst>
                  <a:gd name="T0" fmla="*/ 0 w 2881"/>
                  <a:gd name="T1" fmla="*/ 0 h 2456"/>
                  <a:gd name="T2" fmla="*/ 2881 w 2881"/>
                  <a:gd name="T3" fmla="*/ 2456 h 2456"/>
                  <a:gd name="T4" fmla="*/ 2881 w 2881"/>
                  <a:gd name="T5" fmla="*/ 989 h 2456"/>
                  <a:gd name="T6" fmla="*/ 2080 w 2881"/>
                  <a:gd name="T7" fmla="*/ 0 h 2456"/>
                  <a:gd name="T8" fmla="*/ 0 w 2881"/>
                  <a:gd name="T9" fmla="*/ 0 h 2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81" h="2456">
                    <a:moveTo>
                      <a:pt x="0" y="0"/>
                    </a:moveTo>
                    <a:lnTo>
                      <a:pt x="2881" y="2456"/>
                    </a:lnTo>
                    <a:lnTo>
                      <a:pt x="2881" y="989"/>
                    </a:lnTo>
                    <a:lnTo>
                      <a:pt x="208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dirty="0"/>
              </a:p>
            </p:txBody>
          </p:sp>
          <p:sp>
            <p:nvSpPr>
              <p:cNvPr id="196" name="Freeform 11"/>
              <p:cNvSpPr/>
              <p:nvPr userDrawn="1"/>
            </p:nvSpPr>
            <p:spPr bwMode="auto">
              <a:xfrm>
                <a:off x="3986213" y="1322388"/>
                <a:ext cx="2671763" cy="2670175"/>
              </a:xfrm>
              <a:custGeom>
                <a:avLst/>
                <a:gdLst>
                  <a:gd name="T0" fmla="*/ 1683 w 1683"/>
                  <a:gd name="T1" fmla="*/ 0 h 1682"/>
                  <a:gd name="T2" fmla="*/ 352 w 1683"/>
                  <a:gd name="T3" fmla="*/ 357 h 1682"/>
                  <a:gd name="T4" fmla="*/ 0 w 1683"/>
                  <a:gd name="T5" fmla="*/ 1682 h 1682"/>
                  <a:gd name="T6" fmla="*/ 1331 w 1683"/>
                  <a:gd name="T7" fmla="*/ 1325 h 1682"/>
                  <a:gd name="T8" fmla="*/ 1683 w 1683"/>
                  <a:gd name="T9" fmla="*/ 0 h 16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83" h="1682">
                    <a:moveTo>
                      <a:pt x="1683" y="0"/>
                    </a:moveTo>
                    <a:lnTo>
                      <a:pt x="352" y="357"/>
                    </a:lnTo>
                    <a:lnTo>
                      <a:pt x="0" y="1682"/>
                    </a:lnTo>
                    <a:lnTo>
                      <a:pt x="1331" y="1325"/>
                    </a:lnTo>
                    <a:lnTo>
                      <a:pt x="168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197" name="组合 196"/>
              <p:cNvGrpSpPr/>
              <p:nvPr userDrawn="1"/>
            </p:nvGrpSpPr>
            <p:grpSpPr>
              <a:xfrm>
                <a:off x="574318" y="6112428"/>
                <a:ext cx="1672540" cy="801020"/>
                <a:chOff x="574318" y="6112428"/>
                <a:chExt cx="1672540" cy="801020"/>
              </a:xfrm>
            </p:grpSpPr>
            <p:sp>
              <p:nvSpPr>
                <p:cNvPr id="402" name="任意多边形: 形状 401"/>
                <p:cNvSpPr/>
                <p:nvPr userDrawn="1"/>
              </p:nvSpPr>
              <p:spPr bwMode="auto">
                <a:xfrm rot="15705384" flipH="1">
                  <a:off x="735608" y="6058477"/>
                  <a:ext cx="678260" cy="1000840"/>
                </a:xfrm>
                <a:custGeom>
                  <a:avLst/>
                  <a:gdLst>
                    <a:gd name="connsiteX0" fmla="*/ 0 w 678260"/>
                    <a:gd name="connsiteY0" fmla="*/ 1000840 h 1000840"/>
                    <a:gd name="connsiteX1" fmla="*/ 678260 w 678260"/>
                    <a:gd name="connsiteY1" fmla="*/ 818918 h 1000840"/>
                    <a:gd name="connsiteX2" fmla="*/ 559616 w 678260"/>
                    <a:gd name="connsiteY2" fmla="*/ 0 h 1000840"/>
                    <a:gd name="connsiteX3" fmla="*/ 243348 w 678260"/>
                    <a:gd name="connsiteY3" fmla="*/ 84829 h 10008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78260" h="1000840">
                      <a:moveTo>
                        <a:pt x="0" y="1000840"/>
                      </a:moveTo>
                      <a:lnTo>
                        <a:pt x="678260" y="818918"/>
                      </a:lnTo>
                      <a:lnTo>
                        <a:pt x="559616" y="0"/>
                      </a:lnTo>
                      <a:lnTo>
                        <a:pt x="243348" y="84829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03" name="任意多边形: 形状 402"/>
                <p:cNvSpPr/>
                <p:nvPr userDrawn="1"/>
              </p:nvSpPr>
              <p:spPr bwMode="auto">
                <a:xfrm rot="15705384" flipH="1">
                  <a:off x="1419521" y="6086111"/>
                  <a:ext cx="801020" cy="853654"/>
                </a:xfrm>
                <a:custGeom>
                  <a:avLst/>
                  <a:gdLst>
                    <a:gd name="connsiteX0" fmla="*/ 0 w 801020"/>
                    <a:gd name="connsiteY0" fmla="*/ 183065 h 853654"/>
                    <a:gd name="connsiteX1" fmla="*/ 668515 w 801020"/>
                    <a:gd name="connsiteY1" fmla="*/ 853654 h 853654"/>
                    <a:gd name="connsiteX2" fmla="*/ 801020 w 801020"/>
                    <a:gd name="connsiteY2" fmla="*/ 817904 h 853654"/>
                    <a:gd name="connsiteX3" fmla="*/ 682523 w 801020"/>
                    <a:gd name="connsiteY3" fmla="*/ 0 h 8536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01020" h="853654">
                      <a:moveTo>
                        <a:pt x="0" y="183065"/>
                      </a:moveTo>
                      <a:lnTo>
                        <a:pt x="668515" y="853654"/>
                      </a:lnTo>
                      <a:lnTo>
                        <a:pt x="801020" y="817904"/>
                      </a:lnTo>
                      <a:lnTo>
                        <a:pt x="68252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5"/>
                    </a:gs>
                    <a:gs pos="100000">
                      <a:schemeClr val="accent6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8" name="组合 197"/>
              <p:cNvGrpSpPr/>
              <p:nvPr userDrawn="1"/>
            </p:nvGrpSpPr>
            <p:grpSpPr>
              <a:xfrm>
                <a:off x="5262345" y="4756712"/>
                <a:ext cx="971580" cy="968155"/>
                <a:chOff x="5262345" y="4756712"/>
                <a:chExt cx="971580" cy="968155"/>
              </a:xfrm>
            </p:grpSpPr>
            <p:sp>
              <p:nvSpPr>
                <p:cNvPr id="399" name="Freeform 10"/>
                <p:cNvSpPr/>
                <p:nvPr userDrawn="1"/>
              </p:nvSpPr>
              <p:spPr bwMode="auto">
                <a:xfrm rot="13500000" flipH="1">
                  <a:off x="5262184" y="5047566"/>
                  <a:ext cx="542093" cy="541771"/>
                </a:xfrm>
                <a:custGeom>
                  <a:avLst/>
                  <a:gdLst>
                    <a:gd name="T0" fmla="*/ 1683 w 1683"/>
                    <a:gd name="T1" fmla="*/ 0 h 1682"/>
                    <a:gd name="T2" fmla="*/ 352 w 1683"/>
                    <a:gd name="T3" fmla="*/ 357 h 1682"/>
                    <a:gd name="T4" fmla="*/ 0 w 1683"/>
                    <a:gd name="T5" fmla="*/ 1682 h 1682"/>
                    <a:gd name="T6" fmla="*/ 1331 w 1683"/>
                    <a:gd name="T7" fmla="*/ 1325 h 1682"/>
                    <a:gd name="T8" fmla="*/ 1683 w 1683"/>
                    <a:gd name="T9" fmla="*/ 0 h 16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683" h="1682">
                      <a:moveTo>
                        <a:pt x="1683" y="0"/>
                      </a:moveTo>
                      <a:lnTo>
                        <a:pt x="352" y="357"/>
                      </a:lnTo>
                      <a:lnTo>
                        <a:pt x="0" y="1682"/>
                      </a:lnTo>
                      <a:lnTo>
                        <a:pt x="1331" y="1325"/>
                      </a:lnTo>
                      <a:lnTo>
                        <a:pt x="1683" y="0"/>
                      </a:lnTo>
                      <a:close/>
                    </a:path>
                  </a:pathLst>
                </a:custGeom>
                <a:gradFill>
                  <a:gsLst>
                    <a:gs pos="800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00" name="Freeform 12"/>
                <p:cNvSpPr/>
                <p:nvPr userDrawn="1"/>
              </p:nvSpPr>
              <p:spPr bwMode="auto">
                <a:xfrm rot="13500000" flipH="1">
                  <a:off x="5651570" y="5142512"/>
                  <a:ext cx="426781" cy="737929"/>
                </a:xfrm>
                <a:custGeom>
                  <a:avLst/>
                  <a:gdLst>
                    <a:gd name="T0" fmla="*/ 352 w 1325"/>
                    <a:gd name="T1" fmla="*/ 0 h 2291"/>
                    <a:gd name="T2" fmla="*/ 0 w 1325"/>
                    <a:gd name="T3" fmla="*/ 1325 h 2291"/>
                    <a:gd name="T4" fmla="*/ 974 w 1325"/>
                    <a:gd name="T5" fmla="*/ 2291 h 2291"/>
                    <a:gd name="T6" fmla="*/ 1325 w 1325"/>
                    <a:gd name="T7" fmla="*/ 968 h 2291"/>
                    <a:gd name="T8" fmla="*/ 352 w 1325"/>
                    <a:gd name="T9" fmla="*/ 0 h 22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25" h="2291">
                      <a:moveTo>
                        <a:pt x="352" y="0"/>
                      </a:moveTo>
                      <a:lnTo>
                        <a:pt x="0" y="1325"/>
                      </a:lnTo>
                      <a:lnTo>
                        <a:pt x="974" y="2291"/>
                      </a:lnTo>
                      <a:lnTo>
                        <a:pt x="1325" y="968"/>
                      </a:lnTo>
                      <a:lnTo>
                        <a:pt x="35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4"/>
                    </a:gs>
                    <a:gs pos="95000">
                      <a:schemeClr val="accent3"/>
                    </a:gs>
                  </a:gsLst>
                  <a:lin ang="13200000" scaled="0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01" name="Freeform 13"/>
                <p:cNvSpPr/>
                <p:nvPr userDrawn="1"/>
              </p:nvSpPr>
              <p:spPr bwMode="auto">
                <a:xfrm rot="13500000" flipH="1">
                  <a:off x="5494197" y="4914218"/>
                  <a:ext cx="742438" cy="427425"/>
                </a:xfrm>
                <a:custGeom>
                  <a:avLst/>
                  <a:gdLst>
                    <a:gd name="T0" fmla="*/ 1331 w 2305"/>
                    <a:gd name="T1" fmla="*/ 0 h 1327"/>
                    <a:gd name="T2" fmla="*/ 0 w 2305"/>
                    <a:gd name="T3" fmla="*/ 357 h 1327"/>
                    <a:gd name="T4" fmla="*/ 967 w 2305"/>
                    <a:gd name="T5" fmla="*/ 1327 h 1327"/>
                    <a:gd name="T6" fmla="*/ 2305 w 2305"/>
                    <a:gd name="T7" fmla="*/ 966 h 1327"/>
                    <a:gd name="T8" fmla="*/ 1331 w 2305"/>
                    <a:gd name="T9" fmla="*/ 0 h 13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305" h="1327">
                      <a:moveTo>
                        <a:pt x="1331" y="0"/>
                      </a:moveTo>
                      <a:lnTo>
                        <a:pt x="0" y="357"/>
                      </a:lnTo>
                      <a:lnTo>
                        <a:pt x="967" y="1327"/>
                      </a:lnTo>
                      <a:lnTo>
                        <a:pt x="2305" y="966"/>
                      </a:lnTo>
                      <a:lnTo>
                        <a:pt x="133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5"/>
                    </a:gs>
                    <a:gs pos="100000">
                      <a:schemeClr val="accent6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99" name="Freeform 12"/>
              <p:cNvSpPr/>
              <p:nvPr userDrawn="1"/>
            </p:nvSpPr>
            <p:spPr bwMode="auto">
              <a:xfrm rot="16997146" flipH="1">
                <a:off x="9022231" y="3928986"/>
                <a:ext cx="276941" cy="478847"/>
              </a:xfrm>
              <a:custGeom>
                <a:avLst/>
                <a:gdLst>
                  <a:gd name="T0" fmla="*/ 352 w 1325"/>
                  <a:gd name="T1" fmla="*/ 0 h 2291"/>
                  <a:gd name="T2" fmla="*/ 0 w 1325"/>
                  <a:gd name="T3" fmla="*/ 1325 h 2291"/>
                  <a:gd name="T4" fmla="*/ 974 w 1325"/>
                  <a:gd name="T5" fmla="*/ 2291 h 2291"/>
                  <a:gd name="T6" fmla="*/ 1325 w 1325"/>
                  <a:gd name="T7" fmla="*/ 968 h 2291"/>
                  <a:gd name="T8" fmla="*/ 352 w 1325"/>
                  <a:gd name="T9" fmla="*/ 0 h 22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25" h="2291">
                    <a:moveTo>
                      <a:pt x="352" y="0"/>
                    </a:moveTo>
                    <a:lnTo>
                      <a:pt x="0" y="1325"/>
                    </a:lnTo>
                    <a:lnTo>
                      <a:pt x="974" y="2291"/>
                    </a:lnTo>
                    <a:lnTo>
                      <a:pt x="1325" y="968"/>
                    </a:lnTo>
                    <a:lnTo>
                      <a:pt x="352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4"/>
                  </a:gs>
                  <a:gs pos="95000">
                    <a:schemeClr val="accent3"/>
                  </a:gs>
                </a:gsLst>
                <a:lin ang="132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200" name="组合 199"/>
              <p:cNvGrpSpPr/>
              <p:nvPr userDrawn="1"/>
            </p:nvGrpSpPr>
            <p:grpSpPr>
              <a:xfrm>
                <a:off x="11543700" y="3554956"/>
                <a:ext cx="486551" cy="507555"/>
                <a:chOff x="11543700" y="3554956"/>
                <a:chExt cx="486551" cy="507555"/>
              </a:xfrm>
            </p:grpSpPr>
            <p:sp>
              <p:nvSpPr>
                <p:cNvPr id="396" name="Freeform 10"/>
                <p:cNvSpPr/>
                <p:nvPr userDrawn="1"/>
              </p:nvSpPr>
              <p:spPr bwMode="auto">
                <a:xfrm rot="1800000" flipH="1">
                  <a:off x="11741622" y="3660734"/>
                  <a:ext cx="288629" cy="288458"/>
                </a:xfrm>
                <a:custGeom>
                  <a:avLst/>
                  <a:gdLst>
                    <a:gd name="T0" fmla="*/ 1683 w 1683"/>
                    <a:gd name="T1" fmla="*/ 0 h 1682"/>
                    <a:gd name="T2" fmla="*/ 352 w 1683"/>
                    <a:gd name="T3" fmla="*/ 357 h 1682"/>
                    <a:gd name="T4" fmla="*/ 0 w 1683"/>
                    <a:gd name="T5" fmla="*/ 1682 h 1682"/>
                    <a:gd name="T6" fmla="*/ 1331 w 1683"/>
                    <a:gd name="T7" fmla="*/ 1325 h 1682"/>
                    <a:gd name="T8" fmla="*/ 1683 w 1683"/>
                    <a:gd name="T9" fmla="*/ 0 h 16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683" h="1682">
                      <a:moveTo>
                        <a:pt x="1683" y="0"/>
                      </a:moveTo>
                      <a:lnTo>
                        <a:pt x="352" y="357"/>
                      </a:lnTo>
                      <a:lnTo>
                        <a:pt x="0" y="1682"/>
                      </a:lnTo>
                      <a:lnTo>
                        <a:pt x="1331" y="1325"/>
                      </a:lnTo>
                      <a:lnTo>
                        <a:pt x="1683" y="0"/>
                      </a:lnTo>
                      <a:close/>
                    </a:path>
                  </a:pathLst>
                </a:custGeom>
                <a:gradFill>
                  <a:gsLst>
                    <a:gs pos="7000">
                      <a:srgbClr val="FE6F5F"/>
                    </a:gs>
                    <a:gs pos="100000">
                      <a:srgbClr val="FAB452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97" name="Freeform 12"/>
                <p:cNvSpPr/>
                <p:nvPr userDrawn="1"/>
              </p:nvSpPr>
              <p:spPr bwMode="auto">
                <a:xfrm rot="1800000" flipH="1">
                  <a:off x="11575113" y="3554956"/>
                  <a:ext cx="227234" cy="392900"/>
                </a:xfrm>
                <a:custGeom>
                  <a:avLst/>
                  <a:gdLst>
                    <a:gd name="T0" fmla="*/ 352 w 1325"/>
                    <a:gd name="T1" fmla="*/ 0 h 2291"/>
                    <a:gd name="T2" fmla="*/ 0 w 1325"/>
                    <a:gd name="T3" fmla="*/ 1325 h 2291"/>
                    <a:gd name="T4" fmla="*/ 974 w 1325"/>
                    <a:gd name="T5" fmla="*/ 2291 h 2291"/>
                    <a:gd name="T6" fmla="*/ 1325 w 1325"/>
                    <a:gd name="T7" fmla="*/ 968 h 2291"/>
                    <a:gd name="T8" fmla="*/ 352 w 1325"/>
                    <a:gd name="T9" fmla="*/ 0 h 22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25" h="2291">
                      <a:moveTo>
                        <a:pt x="352" y="0"/>
                      </a:moveTo>
                      <a:lnTo>
                        <a:pt x="0" y="1325"/>
                      </a:lnTo>
                      <a:lnTo>
                        <a:pt x="974" y="2291"/>
                      </a:lnTo>
                      <a:lnTo>
                        <a:pt x="1325" y="968"/>
                      </a:lnTo>
                      <a:lnTo>
                        <a:pt x="35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BE27EB"/>
                    </a:gs>
                    <a:gs pos="95000">
                      <a:srgbClr val="4B34B0"/>
                    </a:gs>
                  </a:gsLst>
                  <a:lin ang="13200000" scaled="0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98" name="Freeform 13"/>
                <p:cNvSpPr/>
                <p:nvPr userDrawn="1"/>
              </p:nvSpPr>
              <p:spPr bwMode="auto">
                <a:xfrm rot="1800000" flipH="1">
                  <a:off x="11543700" y="3834935"/>
                  <a:ext cx="395301" cy="227576"/>
                </a:xfrm>
                <a:custGeom>
                  <a:avLst/>
                  <a:gdLst>
                    <a:gd name="T0" fmla="*/ 1331 w 2305"/>
                    <a:gd name="T1" fmla="*/ 0 h 1327"/>
                    <a:gd name="T2" fmla="*/ 0 w 2305"/>
                    <a:gd name="T3" fmla="*/ 357 h 1327"/>
                    <a:gd name="T4" fmla="*/ 967 w 2305"/>
                    <a:gd name="T5" fmla="*/ 1327 h 1327"/>
                    <a:gd name="T6" fmla="*/ 2305 w 2305"/>
                    <a:gd name="T7" fmla="*/ 966 h 1327"/>
                    <a:gd name="T8" fmla="*/ 1331 w 2305"/>
                    <a:gd name="T9" fmla="*/ 0 h 13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305" h="1327">
                      <a:moveTo>
                        <a:pt x="1331" y="0"/>
                      </a:moveTo>
                      <a:lnTo>
                        <a:pt x="0" y="357"/>
                      </a:lnTo>
                      <a:lnTo>
                        <a:pt x="967" y="1327"/>
                      </a:lnTo>
                      <a:lnTo>
                        <a:pt x="2305" y="966"/>
                      </a:lnTo>
                      <a:lnTo>
                        <a:pt x="133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5A1E4"/>
                    </a:gs>
                    <a:gs pos="100000">
                      <a:srgbClr val="6AD6BC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1" name="组合 200"/>
              <p:cNvGrpSpPr/>
              <p:nvPr userDrawn="1"/>
            </p:nvGrpSpPr>
            <p:grpSpPr>
              <a:xfrm>
                <a:off x="7225218" y="768537"/>
                <a:ext cx="826939" cy="785759"/>
                <a:chOff x="7225218" y="768537"/>
                <a:chExt cx="826939" cy="785759"/>
              </a:xfrm>
            </p:grpSpPr>
            <p:sp>
              <p:nvSpPr>
                <p:cNvPr id="393" name="Freeform 10"/>
                <p:cNvSpPr/>
                <p:nvPr userDrawn="1"/>
              </p:nvSpPr>
              <p:spPr bwMode="auto">
                <a:xfrm rot="19856460" flipH="1">
                  <a:off x="7415241" y="768537"/>
                  <a:ext cx="470248" cy="469968"/>
                </a:xfrm>
                <a:custGeom>
                  <a:avLst/>
                  <a:gdLst>
                    <a:gd name="T0" fmla="*/ 1683 w 1683"/>
                    <a:gd name="T1" fmla="*/ 0 h 1682"/>
                    <a:gd name="T2" fmla="*/ 352 w 1683"/>
                    <a:gd name="T3" fmla="*/ 357 h 1682"/>
                    <a:gd name="T4" fmla="*/ 0 w 1683"/>
                    <a:gd name="T5" fmla="*/ 1682 h 1682"/>
                    <a:gd name="T6" fmla="*/ 1331 w 1683"/>
                    <a:gd name="T7" fmla="*/ 1325 h 1682"/>
                    <a:gd name="T8" fmla="*/ 1683 w 1683"/>
                    <a:gd name="T9" fmla="*/ 0 h 16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683" h="1682">
                      <a:moveTo>
                        <a:pt x="1683" y="0"/>
                      </a:moveTo>
                      <a:lnTo>
                        <a:pt x="352" y="357"/>
                      </a:lnTo>
                      <a:lnTo>
                        <a:pt x="0" y="1682"/>
                      </a:lnTo>
                      <a:lnTo>
                        <a:pt x="1331" y="1325"/>
                      </a:lnTo>
                      <a:lnTo>
                        <a:pt x="168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94" name="Freeform 12"/>
                <p:cNvSpPr/>
                <p:nvPr userDrawn="1"/>
              </p:nvSpPr>
              <p:spPr bwMode="auto">
                <a:xfrm rot="19856460" flipH="1">
                  <a:off x="7225218" y="914167"/>
                  <a:ext cx="370219" cy="640129"/>
                </a:xfrm>
                <a:custGeom>
                  <a:avLst/>
                  <a:gdLst>
                    <a:gd name="T0" fmla="*/ 352 w 1325"/>
                    <a:gd name="T1" fmla="*/ 0 h 2291"/>
                    <a:gd name="T2" fmla="*/ 0 w 1325"/>
                    <a:gd name="T3" fmla="*/ 1325 h 2291"/>
                    <a:gd name="T4" fmla="*/ 974 w 1325"/>
                    <a:gd name="T5" fmla="*/ 2291 h 2291"/>
                    <a:gd name="T6" fmla="*/ 1325 w 1325"/>
                    <a:gd name="T7" fmla="*/ 968 h 2291"/>
                    <a:gd name="T8" fmla="*/ 352 w 1325"/>
                    <a:gd name="T9" fmla="*/ 0 h 22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25" h="2291">
                      <a:moveTo>
                        <a:pt x="352" y="0"/>
                      </a:moveTo>
                      <a:lnTo>
                        <a:pt x="0" y="1325"/>
                      </a:lnTo>
                      <a:lnTo>
                        <a:pt x="974" y="2291"/>
                      </a:lnTo>
                      <a:lnTo>
                        <a:pt x="1325" y="968"/>
                      </a:lnTo>
                      <a:lnTo>
                        <a:pt x="35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4"/>
                    </a:gs>
                    <a:gs pos="95000">
                      <a:schemeClr val="accent3"/>
                    </a:gs>
                  </a:gsLst>
                  <a:lin ang="13200000" scaled="0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95" name="Freeform 13"/>
                <p:cNvSpPr/>
                <p:nvPr userDrawn="1"/>
              </p:nvSpPr>
              <p:spPr bwMode="auto">
                <a:xfrm rot="19856460" flipH="1">
                  <a:off x="7408116" y="1140602"/>
                  <a:ext cx="644041" cy="370777"/>
                </a:xfrm>
                <a:custGeom>
                  <a:avLst/>
                  <a:gdLst>
                    <a:gd name="T0" fmla="*/ 1331 w 2305"/>
                    <a:gd name="T1" fmla="*/ 0 h 1327"/>
                    <a:gd name="T2" fmla="*/ 0 w 2305"/>
                    <a:gd name="T3" fmla="*/ 357 h 1327"/>
                    <a:gd name="T4" fmla="*/ 967 w 2305"/>
                    <a:gd name="T5" fmla="*/ 1327 h 1327"/>
                    <a:gd name="T6" fmla="*/ 2305 w 2305"/>
                    <a:gd name="T7" fmla="*/ 966 h 1327"/>
                    <a:gd name="T8" fmla="*/ 1331 w 2305"/>
                    <a:gd name="T9" fmla="*/ 0 h 13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305" h="1327">
                      <a:moveTo>
                        <a:pt x="1331" y="0"/>
                      </a:moveTo>
                      <a:lnTo>
                        <a:pt x="0" y="357"/>
                      </a:lnTo>
                      <a:lnTo>
                        <a:pt x="967" y="1327"/>
                      </a:lnTo>
                      <a:lnTo>
                        <a:pt x="2305" y="966"/>
                      </a:lnTo>
                      <a:lnTo>
                        <a:pt x="133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5"/>
                    </a:gs>
                    <a:gs pos="100000">
                      <a:schemeClr val="accent6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02" name="Freeform 13"/>
              <p:cNvSpPr/>
              <p:nvPr userDrawn="1"/>
            </p:nvSpPr>
            <p:spPr bwMode="auto">
              <a:xfrm rot="20362958" flipH="1">
                <a:off x="9926861" y="2048003"/>
                <a:ext cx="278990" cy="160616"/>
              </a:xfrm>
              <a:custGeom>
                <a:avLst/>
                <a:gdLst>
                  <a:gd name="T0" fmla="*/ 1331 w 2305"/>
                  <a:gd name="T1" fmla="*/ 0 h 1327"/>
                  <a:gd name="T2" fmla="*/ 0 w 2305"/>
                  <a:gd name="T3" fmla="*/ 357 h 1327"/>
                  <a:gd name="T4" fmla="*/ 967 w 2305"/>
                  <a:gd name="T5" fmla="*/ 1327 h 1327"/>
                  <a:gd name="T6" fmla="*/ 2305 w 2305"/>
                  <a:gd name="T7" fmla="*/ 966 h 1327"/>
                  <a:gd name="T8" fmla="*/ 1331 w 2305"/>
                  <a:gd name="T9" fmla="*/ 0 h 13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05" h="1327">
                    <a:moveTo>
                      <a:pt x="1331" y="0"/>
                    </a:moveTo>
                    <a:lnTo>
                      <a:pt x="0" y="357"/>
                    </a:lnTo>
                    <a:lnTo>
                      <a:pt x="967" y="1327"/>
                    </a:lnTo>
                    <a:lnTo>
                      <a:pt x="2305" y="966"/>
                    </a:lnTo>
                    <a:lnTo>
                      <a:pt x="133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5"/>
                  </a:gs>
                  <a:gs pos="100000">
                    <a:schemeClr val="accent6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3" name="Freeform 10"/>
              <p:cNvSpPr/>
              <p:nvPr userDrawn="1"/>
            </p:nvSpPr>
            <p:spPr bwMode="auto">
              <a:xfrm rot="20362958" flipH="1">
                <a:off x="10626926" y="4466570"/>
                <a:ext cx="203705" cy="203584"/>
              </a:xfrm>
              <a:custGeom>
                <a:avLst/>
                <a:gdLst>
                  <a:gd name="T0" fmla="*/ 1683 w 1683"/>
                  <a:gd name="T1" fmla="*/ 0 h 1682"/>
                  <a:gd name="T2" fmla="*/ 352 w 1683"/>
                  <a:gd name="T3" fmla="*/ 357 h 1682"/>
                  <a:gd name="T4" fmla="*/ 0 w 1683"/>
                  <a:gd name="T5" fmla="*/ 1682 h 1682"/>
                  <a:gd name="T6" fmla="*/ 1331 w 1683"/>
                  <a:gd name="T7" fmla="*/ 1325 h 1682"/>
                  <a:gd name="T8" fmla="*/ 1683 w 1683"/>
                  <a:gd name="T9" fmla="*/ 0 h 16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83" h="1682">
                    <a:moveTo>
                      <a:pt x="1683" y="0"/>
                    </a:moveTo>
                    <a:lnTo>
                      <a:pt x="352" y="357"/>
                    </a:lnTo>
                    <a:lnTo>
                      <a:pt x="0" y="1682"/>
                    </a:lnTo>
                    <a:lnTo>
                      <a:pt x="1331" y="1325"/>
                    </a:lnTo>
                    <a:lnTo>
                      <a:pt x="1683" y="0"/>
                    </a:lnTo>
                    <a:close/>
                  </a:path>
                </a:pathLst>
              </a:custGeom>
              <a:gradFill>
                <a:gsLst>
                  <a:gs pos="700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4" name="Freeform 10"/>
              <p:cNvSpPr/>
              <p:nvPr userDrawn="1"/>
            </p:nvSpPr>
            <p:spPr bwMode="auto">
              <a:xfrm rot="20362958" flipH="1">
                <a:off x="11689285" y="2417316"/>
                <a:ext cx="424485" cy="424233"/>
              </a:xfrm>
              <a:custGeom>
                <a:avLst/>
                <a:gdLst>
                  <a:gd name="T0" fmla="*/ 1683 w 1683"/>
                  <a:gd name="T1" fmla="*/ 0 h 1682"/>
                  <a:gd name="T2" fmla="*/ 352 w 1683"/>
                  <a:gd name="T3" fmla="*/ 357 h 1682"/>
                  <a:gd name="T4" fmla="*/ 0 w 1683"/>
                  <a:gd name="T5" fmla="*/ 1682 h 1682"/>
                  <a:gd name="T6" fmla="*/ 1331 w 1683"/>
                  <a:gd name="T7" fmla="*/ 1325 h 1682"/>
                  <a:gd name="T8" fmla="*/ 1683 w 1683"/>
                  <a:gd name="T9" fmla="*/ 0 h 16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83" h="1682">
                    <a:moveTo>
                      <a:pt x="1683" y="0"/>
                    </a:moveTo>
                    <a:lnTo>
                      <a:pt x="352" y="357"/>
                    </a:lnTo>
                    <a:lnTo>
                      <a:pt x="0" y="1682"/>
                    </a:lnTo>
                    <a:lnTo>
                      <a:pt x="1331" y="1325"/>
                    </a:lnTo>
                    <a:lnTo>
                      <a:pt x="168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205" name="组合 204"/>
              <p:cNvGrpSpPr/>
              <p:nvPr userDrawn="1"/>
            </p:nvGrpSpPr>
            <p:grpSpPr>
              <a:xfrm>
                <a:off x="11045403" y="736711"/>
                <a:ext cx="507898" cy="481906"/>
                <a:chOff x="11045403" y="736711"/>
                <a:chExt cx="507898" cy="481906"/>
              </a:xfrm>
            </p:grpSpPr>
            <p:sp>
              <p:nvSpPr>
                <p:cNvPr id="390" name="Freeform 10"/>
                <p:cNvSpPr/>
                <p:nvPr userDrawn="1"/>
              </p:nvSpPr>
              <p:spPr bwMode="auto">
                <a:xfrm rot="17100000" flipH="1">
                  <a:off x="11100472" y="736800"/>
                  <a:ext cx="300884" cy="300705"/>
                </a:xfrm>
                <a:custGeom>
                  <a:avLst/>
                  <a:gdLst>
                    <a:gd name="T0" fmla="*/ 1683 w 1683"/>
                    <a:gd name="T1" fmla="*/ 0 h 1682"/>
                    <a:gd name="T2" fmla="*/ 352 w 1683"/>
                    <a:gd name="T3" fmla="*/ 357 h 1682"/>
                    <a:gd name="T4" fmla="*/ 0 w 1683"/>
                    <a:gd name="T5" fmla="*/ 1682 h 1682"/>
                    <a:gd name="T6" fmla="*/ 1331 w 1683"/>
                    <a:gd name="T7" fmla="*/ 1325 h 1682"/>
                    <a:gd name="T8" fmla="*/ 1683 w 1683"/>
                    <a:gd name="T9" fmla="*/ 0 h 16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683" h="1682">
                      <a:moveTo>
                        <a:pt x="1683" y="0"/>
                      </a:moveTo>
                      <a:lnTo>
                        <a:pt x="352" y="357"/>
                      </a:lnTo>
                      <a:lnTo>
                        <a:pt x="0" y="1682"/>
                      </a:lnTo>
                      <a:lnTo>
                        <a:pt x="1331" y="1325"/>
                      </a:lnTo>
                      <a:lnTo>
                        <a:pt x="168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91" name="Freeform 12"/>
                <p:cNvSpPr/>
                <p:nvPr userDrawn="1"/>
              </p:nvSpPr>
              <p:spPr bwMode="auto">
                <a:xfrm rot="17100000" flipH="1">
                  <a:off x="11131753" y="895386"/>
                  <a:ext cx="236881" cy="409581"/>
                </a:xfrm>
                <a:custGeom>
                  <a:avLst/>
                  <a:gdLst>
                    <a:gd name="T0" fmla="*/ 352 w 1325"/>
                    <a:gd name="T1" fmla="*/ 0 h 2291"/>
                    <a:gd name="T2" fmla="*/ 0 w 1325"/>
                    <a:gd name="T3" fmla="*/ 1325 h 2291"/>
                    <a:gd name="T4" fmla="*/ 974 w 1325"/>
                    <a:gd name="T5" fmla="*/ 2291 h 2291"/>
                    <a:gd name="T6" fmla="*/ 1325 w 1325"/>
                    <a:gd name="T7" fmla="*/ 968 h 2291"/>
                    <a:gd name="T8" fmla="*/ 352 w 1325"/>
                    <a:gd name="T9" fmla="*/ 0 h 22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25" h="2291">
                      <a:moveTo>
                        <a:pt x="352" y="0"/>
                      </a:moveTo>
                      <a:lnTo>
                        <a:pt x="0" y="1325"/>
                      </a:lnTo>
                      <a:lnTo>
                        <a:pt x="974" y="2291"/>
                      </a:lnTo>
                      <a:lnTo>
                        <a:pt x="1325" y="968"/>
                      </a:lnTo>
                      <a:lnTo>
                        <a:pt x="35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4"/>
                    </a:gs>
                    <a:gs pos="95000">
                      <a:schemeClr val="accent3"/>
                    </a:gs>
                  </a:gsLst>
                  <a:lin ang="13200000" scaled="0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92" name="Freeform 13"/>
                <p:cNvSpPr/>
                <p:nvPr userDrawn="1"/>
              </p:nvSpPr>
              <p:spPr bwMode="auto">
                <a:xfrm rot="17100000" flipH="1">
                  <a:off x="11228640" y="875335"/>
                  <a:ext cx="412084" cy="237239"/>
                </a:xfrm>
                <a:custGeom>
                  <a:avLst/>
                  <a:gdLst>
                    <a:gd name="T0" fmla="*/ 1331 w 2305"/>
                    <a:gd name="T1" fmla="*/ 0 h 1327"/>
                    <a:gd name="T2" fmla="*/ 0 w 2305"/>
                    <a:gd name="T3" fmla="*/ 357 h 1327"/>
                    <a:gd name="T4" fmla="*/ 967 w 2305"/>
                    <a:gd name="T5" fmla="*/ 1327 h 1327"/>
                    <a:gd name="T6" fmla="*/ 2305 w 2305"/>
                    <a:gd name="T7" fmla="*/ 966 h 1327"/>
                    <a:gd name="T8" fmla="*/ 1331 w 2305"/>
                    <a:gd name="T9" fmla="*/ 0 h 13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305" h="1327">
                      <a:moveTo>
                        <a:pt x="1331" y="0"/>
                      </a:moveTo>
                      <a:lnTo>
                        <a:pt x="0" y="357"/>
                      </a:lnTo>
                      <a:lnTo>
                        <a:pt x="967" y="1327"/>
                      </a:lnTo>
                      <a:lnTo>
                        <a:pt x="2305" y="966"/>
                      </a:lnTo>
                      <a:lnTo>
                        <a:pt x="133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5"/>
                    </a:gs>
                    <a:gs pos="100000">
                      <a:schemeClr val="accent6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06" name="任意多边形: 形状 205"/>
              <p:cNvSpPr/>
              <p:nvPr userDrawn="1"/>
            </p:nvSpPr>
            <p:spPr bwMode="auto">
              <a:xfrm rot="20362958" flipH="1">
                <a:off x="7731741" y="6524273"/>
                <a:ext cx="562812" cy="432142"/>
              </a:xfrm>
              <a:custGeom>
                <a:avLst/>
                <a:gdLst>
                  <a:gd name="connsiteX0" fmla="*/ 80430 w 562812"/>
                  <a:gd name="connsiteY0" fmla="*/ 129384 h 432142"/>
                  <a:gd name="connsiteX1" fmla="*/ 0 w 562812"/>
                  <a:gd name="connsiteY1" fmla="*/ 432142 h 432142"/>
                  <a:gd name="connsiteX2" fmla="*/ 497759 w 562812"/>
                  <a:gd name="connsiteY2" fmla="*/ 244874 h 432142"/>
                  <a:gd name="connsiteX3" fmla="*/ 562812 w 562812"/>
                  <a:gd name="connsiteY3" fmla="*/ 0 h 4321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2812" h="432142">
                    <a:moveTo>
                      <a:pt x="80430" y="129384"/>
                    </a:moveTo>
                    <a:lnTo>
                      <a:pt x="0" y="432142"/>
                    </a:lnTo>
                    <a:lnTo>
                      <a:pt x="497759" y="244874"/>
                    </a:lnTo>
                    <a:lnTo>
                      <a:pt x="562812" y="0"/>
                    </a:lnTo>
                    <a:close/>
                  </a:path>
                </a:pathLst>
              </a:custGeom>
              <a:gradFill>
                <a:gsLst>
                  <a:gs pos="7000">
                    <a:schemeClr val="accent1"/>
                  </a:gs>
                  <a:gs pos="100000">
                    <a:srgbClr val="FAB452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07" name="Freeform 33"/>
              <p:cNvSpPr/>
              <p:nvPr userDrawn="1"/>
            </p:nvSpPr>
            <p:spPr bwMode="auto">
              <a:xfrm flipH="1">
                <a:off x="6333" y="4085233"/>
                <a:ext cx="7494588" cy="2670175"/>
              </a:xfrm>
              <a:custGeom>
                <a:avLst/>
                <a:gdLst>
                  <a:gd name="T0" fmla="*/ 4721 w 4721"/>
                  <a:gd name="T1" fmla="*/ 0 h 2423"/>
                  <a:gd name="T2" fmla="*/ 0 w 4721"/>
                  <a:gd name="T3" fmla="*/ 2091 h 2423"/>
                  <a:gd name="T4" fmla="*/ 0 w 4721"/>
                  <a:gd name="T5" fmla="*/ 2423 h 2423"/>
                  <a:gd name="T6" fmla="*/ 4721 w 4721"/>
                  <a:gd name="T7" fmla="*/ 1739 h 2423"/>
                  <a:gd name="T8" fmla="*/ 4721 w 4721"/>
                  <a:gd name="T9" fmla="*/ 0 h 24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721" h="2423">
                    <a:moveTo>
                      <a:pt x="4721" y="0"/>
                    </a:moveTo>
                    <a:lnTo>
                      <a:pt x="0" y="2091"/>
                    </a:lnTo>
                    <a:lnTo>
                      <a:pt x="0" y="2423"/>
                    </a:lnTo>
                    <a:lnTo>
                      <a:pt x="4721" y="1739"/>
                    </a:lnTo>
                    <a:lnTo>
                      <a:pt x="472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>
                      <a:lumMod val="60000"/>
                      <a:lumOff val="40000"/>
                      <a:alpha val="9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baseline="0" dirty="0"/>
              </a:p>
            </p:txBody>
          </p:sp>
          <p:grpSp>
            <p:nvGrpSpPr>
              <p:cNvPr id="208" name="组合 20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    <p:cNvGrpSpPr/>
              <p:nvPr userDrawn="1"/>
            </p:nvGrpSpPr>
            <p:grpSpPr>
              <a:xfrm>
                <a:off x="6657976" y="1368580"/>
                <a:ext cx="4272129" cy="4640448"/>
                <a:chOff x="3950910" y="1316832"/>
                <a:chExt cx="3858736" cy="4191415"/>
              </a:xfrm>
            </p:grpSpPr>
            <p:sp>
              <p:nvSpPr>
                <p:cNvPr id="209" name="íSľiďe"/>
                <p:cNvSpPr/>
                <p:nvPr userDrawn="1"/>
              </p:nvSpPr>
              <p:spPr bwMode="auto">
                <a:xfrm>
                  <a:off x="4170964" y="3766878"/>
                  <a:ext cx="481692" cy="270302"/>
                </a:xfrm>
                <a:custGeom>
                  <a:avLst/>
                  <a:gdLst>
                    <a:gd name="T0" fmla="*/ 110 w 134"/>
                    <a:gd name="T1" fmla="*/ 11 h 75"/>
                    <a:gd name="T2" fmla="*/ 102 w 134"/>
                    <a:gd name="T3" fmla="*/ 7 h 75"/>
                    <a:gd name="T4" fmla="*/ 102 w 134"/>
                    <a:gd name="T5" fmla="*/ 7 h 75"/>
                    <a:gd name="T6" fmla="*/ 86 w 134"/>
                    <a:gd name="T7" fmla="*/ 0 h 75"/>
                    <a:gd name="T8" fmla="*/ 87 w 134"/>
                    <a:gd name="T9" fmla="*/ 3 h 75"/>
                    <a:gd name="T10" fmla="*/ 49 w 134"/>
                    <a:gd name="T11" fmla="*/ 3 h 75"/>
                    <a:gd name="T12" fmla="*/ 50 w 134"/>
                    <a:gd name="T13" fmla="*/ 0 h 75"/>
                    <a:gd name="T14" fmla="*/ 31 w 134"/>
                    <a:gd name="T15" fmla="*/ 8 h 75"/>
                    <a:gd name="T16" fmla="*/ 31 w 134"/>
                    <a:gd name="T17" fmla="*/ 8 h 75"/>
                    <a:gd name="T18" fmla="*/ 24 w 134"/>
                    <a:gd name="T19" fmla="*/ 11 h 75"/>
                    <a:gd name="T20" fmla="*/ 24 w 134"/>
                    <a:gd name="T21" fmla="*/ 61 h 75"/>
                    <a:gd name="T22" fmla="*/ 110 w 134"/>
                    <a:gd name="T23" fmla="*/ 61 h 75"/>
                    <a:gd name="T24" fmla="*/ 110 w 134"/>
                    <a:gd name="T25" fmla="*/ 11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34" h="75">
                      <a:moveTo>
                        <a:pt x="110" y="11"/>
                      </a:moveTo>
                      <a:cubicBezTo>
                        <a:pt x="108" y="10"/>
                        <a:pt x="105" y="9"/>
                        <a:pt x="102" y="7"/>
                      </a:cubicBezTo>
                      <a:cubicBezTo>
                        <a:pt x="102" y="7"/>
                        <a:pt x="102" y="7"/>
                        <a:pt x="102" y="7"/>
                      </a:cubicBezTo>
                      <a:cubicBezTo>
                        <a:pt x="86" y="0"/>
                        <a:pt x="86" y="0"/>
                        <a:pt x="86" y="0"/>
                      </a:cubicBezTo>
                      <a:cubicBezTo>
                        <a:pt x="87" y="3"/>
                        <a:pt x="87" y="3"/>
                        <a:pt x="87" y="3"/>
                      </a:cubicBezTo>
                      <a:cubicBezTo>
                        <a:pt x="75" y="1"/>
                        <a:pt x="62" y="1"/>
                        <a:pt x="49" y="3"/>
                      </a:cubicBezTo>
                      <a:cubicBezTo>
                        <a:pt x="50" y="0"/>
                        <a:pt x="50" y="0"/>
                        <a:pt x="50" y="0"/>
                      </a:cubicBezTo>
                      <a:cubicBezTo>
                        <a:pt x="31" y="8"/>
                        <a:pt x="31" y="8"/>
                        <a:pt x="31" y="8"/>
                      </a:cubicBezTo>
                      <a:cubicBezTo>
                        <a:pt x="31" y="8"/>
                        <a:pt x="31" y="8"/>
                        <a:pt x="31" y="8"/>
                      </a:cubicBezTo>
                      <a:cubicBezTo>
                        <a:pt x="29" y="9"/>
                        <a:pt x="26" y="10"/>
                        <a:pt x="24" y="11"/>
                      </a:cubicBezTo>
                      <a:cubicBezTo>
                        <a:pt x="0" y="25"/>
                        <a:pt x="0" y="47"/>
                        <a:pt x="24" y="61"/>
                      </a:cubicBezTo>
                      <a:cubicBezTo>
                        <a:pt x="48" y="75"/>
                        <a:pt x="86" y="75"/>
                        <a:pt x="110" y="61"/>
                      </a:cubicBezTo>
                      <a:cubicBezTo>
                        <a:pt x="134" y="47"/>
                        <a:pt x="134" y="25"/>
                        <a:pt x="110" y="11"/>
                      </a:cubicBezTo>
                      <a:close/>
                    </a:path>
                  </a:pathLst>
                </a:custGeom>
                <a:solidFill>
                  <a:srgbClr val="983BE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10" name="îṩḷíde"/>
                <p:cNvSpPr/>
                <p:nvPr userDrawn="1"/>
              </p:nvSpPr>
              <p:spPr bwMode="auto">
                <a:xfrm>
                  <a:off x="4300917" y="3749550"/>
                  <a:ext cx="221786" cy="129953"/>
                </a:xfrm>
                <a:custGeom>
                  <a:avLst/>
                  <a:gdLst>
                    <a:gd name="T0" fmla="*/ 51 w 62"/>
                    <a:gd name="T1" fmla="*/ 29 h 36"/>
                    <a:gd name="T2" fmla="*/ 11 w 62"/>
                    <a:gd name="T3" fmla="*/ 29 h 36"/>
                    <a:gd name="T4" fmla="*/ 11 w 62"/>
                    <a:gd name="T5" fmla="*/ 6 h 36"/>
                    <a:gd name="T6" fmla="*/ 51 w 62"/>
                    <a:gd name="T7" fmla="*/ 6 h 36"/>
                    <a:gd name="T8" fmla="*/ 51 w 62"/>
                    <a:gd name="T9" fmla="*/ 29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2" h="36">
                      <a:moveTo>
                        <a:pt x="51" y="29"/>
                      </a:moveTo>
                      <a:cubicBezTo>
                        <a:pt x="40" y="36"/>
                        <a:pt x="22" y="36"/>
                        <a:pt x="11" y="29"/>
                      </a:cubicBezTo>
                      <a:cubicBezTo>
                        <a:pt x="0" y="23"/>
                        <a:pt x="0" y="13"/>
                        <a:pt x="11" y="6"/>
                      </a:cubicBezTo>
                      <a:cubicBezTo>
                        <a:pt x="22" y="0"/>
                        <a:pt x="40" y="0"/>
                        <a:pt x="51" y="6"/>
                      </a:cubicBezTo>
                      <a:cubicBezTo>
                        <a:pt x="62" y="13"/>
                        <a:pt x="62" y="23"/>
                        <a:pt x="51" y="29"/>
                      </a:cubicBezTo>
                      <a:close/>
                    </a:path>
                  </a:pathLst>
                </a:custGeom>
                <a:solidFill>
                  <a:srgbClr val="8A2A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11" name="ï$líďê"/>
                <p:cNvSpPr/>
                <p:nvPr userDrawn="1"/>
              </p:nvSpPr>
              <p:spPr bwMode="auto">
                <a:xfrm>
                  <a:off x="4375423" y="3352761"/>
                  <a:ext cx="72774" cy="474761"/>
                </a:xfrm>
                <a:custGeom>
                  <a:avLst/>
                  <a:gdLst>
                    <a:gd name="T0" fmla="*/ 10 w 20"/>
                    <a:gd name="T1" fmla="*/ 132 h 132"/>
                    <a:gd name="T2" fmla="*/ 10 w 20"/>
                    <a:gd name="T3" fmla="*/ 132 h 132"/>
                    <a:gd name="T4" fmla="*/ 0 w 20"/>
                    <a:gd name="T5" fmla="*/ 122 h 132"/>
                    <a:gd name="T6" fmla="*/ 0 w 20"/>
                    <a:gd name="T7" fmla="*/ 0 h 132"/>
                    <a:gd name="T8" fmla="*/ 20 w 20"/>
                    <a:gd name="T9" fmla="*/ 0 h 132"/>
                    <a:gd name="T10" fmla="*/ 20 w 20"/>
                    <a:gd name="T11" fmla="*/ 122 h 132"/>
                    <a:gd name="T12" fmla="*/ 10 w 20"/>
                    <a:gd name="T13" fmla="*/ 132 h 1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0" h="132">
                      <a:moveTo>
                        <a:pt x="10" y="132"/>
                      </a:moveTo>
                      <a:cubicBezTo>
                        <a:pt x="10" y="132"/>
                        <a:pt x="10" y="132"/>
                        <a:pt x="10" y="132"/>
                      </a:cubicBezTo>
                      <a:cubicBezTo>
                        <a:pt x="5" y="132"/>
                        <a:pt x="0" y="128"/>
                        <a:pt x="0" y="122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0" y="0"/>
                        <a:pt x="20" y="0"/>
                        <a:pt x="20" y="0"/>
                      </a:cubicBezTo>
                      <a:cubicBezTo>
                        <a:pt x="20" y="122"/>
                        <a:pt x="20" y="122"/>
                        <a:pt x="20" y="122"/>
                      </a:cubicBezTo>
                      <a:cubicBezTo>
                        <a:pt x="20" y="128"/>
                        <a:pt x="15" y="132"/>
                        <a:pt x="10" y="132"/>
                      </a:cubicBezTo>
                      <a:close/>
                    </a:path>
                  </a:pathLst>
                </a:custGeom>
                <a:solidFill>
                  <a:srgbClr val="8A2A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12" name="iṥḷíḍè"/>
                <p:cNvSpPr/>
                <p:nvPr userDrawn="1"/>
              </p:nvSpPr>
              <p:spPr bwMode="auto">
                <a:xfrm>
                  <a:off x="4371958" y="3331969"/>
                  <a:ext cx="79704" cy="43318"/>
                </a:xfrm>
                <a:custGeom>
                  <a:avLst/>
                  <a:gdLst>
                    <a:gd name="T0" fmla="*/ 18 w 22"/>
                    <a:gd name="T1" fmla="*/ 10 h 12"/>
                    <a:gd name="T2" fmla="*/ 4 w 22"/>
                    <a:gd name="T3" fmla="*/ 10 h 12"/>
                    <a:gd name="T4" fmla="*/ 4 w 22"/>
                    <a:gd name="T5" fmla="*/ 2 h 12"/>
                    <a:gd name="T6" fmla="*/ 18 w 22"/>
                    <a:gd name="T7" fmla="*/ 2 h 12"/>
                    <a:gd name="T8" fmla="*/ 18 w 22"/>
                    <a:gd name="T9" fmla="*/ 1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12">
                      <a:moveTo>
                        <a:pt x="18" y="10"/>
                      </a:moveTo>
                      <a:cubicBezTo>
                        <a:pt x="14" y="12"/>
                        <a:pt x="8" y="12"/>
                        <a:pt x="4" y="10"/>
                      </a:cubicBezTo>
                      <a:cubicBezTo>
                        <a:pt x="0" y="8"/>
                        <a:pt x="0" y="4"/>
                        <a:pt x="4" y="2"/>
                      </a:cubicBezTo>
                      <a:cubicBezTo>
                        <a:pt x="8" y="0"/>
                        <a:pt x="14" y="0"/>
                        <a:pt x="18" y="2"/>
                      </a:cubicBezTo>
                      <a:cubicBezTo>
                        <a:pt x="22" y="4"/>
                        <a:pt x="22" y="8"/>
                        <a:pt x="18" y="10"/>
                      </a:cubicBezTo>
                      <a:close/>
                    </a:path>
                  </a:pathLst>
                </a:custGeom>
                <a:solidFill>
                  <a:srgbClr val="983BE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13" name="ïṥļíḑê"/>
                <p:cNvSpPr/>
                <p:nvPr userDrawn="1"/>
              </p:nvSpPr>
              <p:spPr bwMode="auto">
                <a:xfrm>
                  <a:off x="4382354" y="2924783"/>
                  <a:ext cx="58912" cy="443573"/>
                </a:xfrm>
                <a:custGeom>
                  <a:avLst/>
                  <a:gdLst>
                    <a:gd name="T0" fmla="*/ 8 w 16"/>
                    <a:gd name="T1" fmla="*/ 123 h 123"/>
                    <a:gd name="T2" fmla="*/ 8 w 16"/>
                    <a:gd name="T3" fmla="*/ 123 h 123"/>
                    <a:gd name="T4" fmla="*/ 0 w 16"/>
                    <a:gd name="T5" fmla="*/ 115 h 123"/>
                    <a:gd name="T6" fmla="*/ 0 w 16"/>
                    <a:gd name="T7" fmla="*/ 0 h 123"/>
                    <a:gd name="T8" fmla="*/ 16 w 16"/>
                    <a:gd name="T9" fmla="*/ 0 h 123"/>
                    <a:gd name="T10" fmla="*/ 16 w 16"/>
                    <a:gd name="T11" fmla="*/ 115 h 123"/>
                    <a:gd name="T12" fmla="*/ 8 w 16"/>
                    <a:gd name="T13" fmla="*/ 123 h 1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6" h="123">
                      <a:moveTo>
                        <a:pt x="8" y="123"/>
                      </a:moveTo>
                      <a:cubicBezTo>
                        <a:pt x="8" y="123"/>
                        <a:pt x="8" y="123"/>
                        <a:pt x="8" y="123"/>
                      </a:cubicBezTo>
                      <a:cubicBezTo>
                        <a:pt x="4" y="123"/>
                        <a:pt x="0" y="119"/>
                        <a:pt x="0" y="115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16" y="115"/>
                        <a:pt x="16" y="115"/>
                        <a:pt x="16" y="115"/>
                      </a:cubicBezTo>
                      <a:cubicBezTo>
                        <a:pt x="16" y="119"/>
                        <a:pt x="12" y="123"/>
                        <a:pt x="8" y="123"/>
                      </a:cubicBezTo>
                      <a:close/>
                    </a:path>
                  </a:pathLst>
                </a:custGeom>
                <a:solidFill>
                  <a:srgbClr val="8A2A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14" name="işḷïde"/>
                <p:cNvSpPr/>
                <p:nvPr userDrawn="1"/>
              </p:nvSpPr>
              <p:spPr bwMode="auto">
                <a:xfrm>
                  <a:off x="4818996" y="3098053"/>
                  <a:ext cx="103962" cy="60645"/>
                </a:xfrm>
                <a:custGeom>
                  <a:avLst/>
                  <a:gdLst>
                    <a:gd name="T0" fmla="*/ 0 w 29"/>
                    <a:gd name="T1" fmla="*/ 12 h 17"/>
                    <a:gd name="T2" fmla="*/ 0 w 29"/>
                    <a:gd name="T3" fmla="*/ 8 h 17"/>
                    <a:gd name="T4" fmla="*/ 7 w 29"/>
                    <a:gd name="T5" fmla="*/ 7 h 17"/>
                    <a:gd name="T6" fmla="*/ 14 w 29"/>
                    <a:gd name="T7" fmla="*/ 1 h 17"/>
                    <a:gd name="T8" fmla="*/ 19 w 29"/>
                    <a:gd name="T9" fmla="*/ 1 h 17"/>
                    <a:gd name="T10" fmla="*/ 24 w 29"/>
                    <a:gd name="T11" fmla="*/ 4 h 17"/>
                    <a:gd name="T12" fmla="*/ 29 w 29"/>
                    <a:gd name="T13" fmla="*/ 3 h 17"/>
                    <a:gd name="T14" fmla="*/ 29 w 29"/>
                    <a:gd name="T15" fmla="*/ 8 h 17"/>
                    <a:gd name="T16" fmla="*/ 29 w 29"/>
                    <a:gd name="T17" fmla="*/ 8 h 17"/>
                    <a:gd name="T18" fmla="*/ 28 w 29"/>
                    <a:gd name="T19" fmla="*/ 9 h 17"/>
                    <a:gd name="T20" fmla="*/ 11 w 29"/>
                    <a:gd name="T21" fmla="*/ 17 h 17"/>
                    <a:gd name="T22" fmla="*/ 7 w 29"/>
                    <a:gd name="T23" fmla="*/ 17 h 17"/>
                    <a:gd name="T24" fmla="*/ 1 w 29"/>
                    <a:gd name="T25" fmla="*/ 13 h 17"/>
                    <a:gd name="T26" fmla="*/ 0 w 29"/>
                    <a:gd name="T27" fmla="*/ 12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17">
                      <a:moveTo>
                        <a:pt x="0" y="12"/>
                      </a:move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7" y="7"/>
                        <a:pt x="7" y="7"/>
                        <a:pt x="7" y="7"/>
                      </a:cubicBezTo>
                      <a:cubicBezTo>
                        <a:pt x="14" y="1"/>
                        <a:pt x="14" y="1"/>
                        <a:pt x="14" y="1"/>
                      </a:cubicBezTo>
                      <a:cubicBezTo>
                        <a:pt x="15" y="0"/>
                        <a:pt x="17" y="0"/>
                        <a:pt x="19" y="1"/>
                      </a:cubicBezTo>
                      <a:cubicBezTo>
                        <a:pt x="24" y="4"/>
                        <a:pt x="24" y="4"/>
                        <a:pt x="24" y="4"/>
                      </a:cubicBezTo>
                      <a:cubicBezTo>
                        <a:pt x="29" y="3"/>
                        <a:pt x="29" y="3"/>
                        <a:pt x="29" y="3"/>
                      </a:cubicBezTo>
                      <a:cubicBezTo>
                        <a:pt x="29" y="8"/>
                        <a:pt x="29" y="8"/>
                        <a:pt x="29" y="8"/>
                      </a:cubicBezTo>
                      <a:cubicBezTo>
                        <a:pt x="29" y="8"/>
                        <a:pt x="29" y="8"/>
                        <a:pt x="29" y="8"/>
                      </a:cubicBezTo>
                      <a:cubicBezTo>
                        <a:pt x="29" y="9"/>
                        <a:pt x="29" y="9"/>
                        <a:pt x="28" y="9"/>
                      </a:cubicBezTo>
                      <a:cubicBezTo>
                        <a:pt x="11" y="17"/>
                        <a:pt x="11" y="17"/>
                        <a:pt x="11" y="17"/>
                      </a:cubicBezTo>
                      <a:cubicBezTo>
                        <a:pt x="10" y="17"/>
                        <a:pt x="8" y="17"/>
                        <a:pt x="7" y="17"/>
                      </a:cubicBezTo>
                      <a:cubicBezTo>
                        <a:pt x="1" y="13"/>
                        <a:pt x="1" y="13"/>
                        <a:pt x="1" y="13"/>
                      </a:cubicBezTo>
                      <a:cubicBezTo>
                        <a:pt x="1" y="13"/>
                        <a:pt x="0" y="13"/>
                        <a:pt x="0" y="12"/>
                      </a:cubicBezTo>
                      <a:close/>
                    </a:path>
                  </a:pathLst>
                </a:custGeom>
                <a:solidFill>
                  <a:srgbClr val="B45EF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15" name="iṣḷiďê"/>
                <p:cNvSpPr/>
                <p:nvPr userDrawn="1"/>
              </p:nvSpPr>
              <p:spPr bwMode="auto">
                <a:xfrm>
                  <a:off x="4818996" y="3084192"/>
                  <a:ext cx="103962" cy="60645"/>
                </a:xfrm>
                <a:custGeom>
                  <a:avLst/>
                  <a:gdLst>
                    <a:gd name="T0" fmla="*/ 1 w 29"/>
                    <a:gd name="T1" fmla="*/ 10 h 17"/>
                    <a:gd name="T2" fmla="*/ 14 w 29"/>
                    <a:gd name="T3" fmla="*/ 1 h 17"/>
                    <a:gd name="T4" fmla="*/ 19 w 29"/>
                    <a:gd name="T5" fmla="*/ 1 h 17"/>
                    <a:gd name="T6" fmla="*/ 28 w 29"/>
                    <a:gd name="T7" fmla="*/ 6 h 17"/>
                    <a:gd name="T8" fmla="*/ 28 w 29"/>
                    <a:gd name="T9" fmla="*/ 9 h 17"/>
                    <a:gd name="T10" fmla="*/ 11 w 29"/>
                    <a:gd name="T11" fmla="*/ 16 h 17"/>
                    <a:gd name="T12" fmla="*/ 7 w 29"/>
                    <a:gd name="T13" fmla="*/ 16 h 17"/>
                    <a:gd name="T14" fmla="*/ 1 w 29"/>
                    <a:gd name="T15" fmla="*/ 13 h 17"/>
                    <a:gd name="T16" fmla="*/ 1 w 29"/>
                    <a:gd name="T17" fmla="*/ 10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9" h="17">
                      <a:moveTo>
                        <a:pt x="1" y="10"/>
                      </a:moveTo>
                      <a:cubicBezTo>
                        <a:pt x="14" y="1"/>
                        <a:pt x="14" y="1"/>
                        <a:pt x="14" y="1"/>
                      </a:cubicBezTo>
                      <a:cubicBezTo>
                        <a:pt x="15" y="0"/>
                        <a:pt x="17" y="0"/>
                        <a:pt x="19" y="1"/>
                      </a:cubicBezTo>
                      <a:cubicBezTo>
                        <a:pt x="28" y="6"/>
                        <a:pt x="28" y="6"/>
                        <a:pt x="28" y="6"/>
                      </a:cubicBezTo>
                      <a:cubicBezTo>
                        <a:pt x="29" y="7"/>
                        <a:pt x="29" y="8"/>
                        <a:pt x="28" y="9"/>
                      </a:cubicBezTo>
                      <a:cubicBezTo>
                        <a:pt x="11" y="16"/>
                        <a:pt x="11" y="16"/>
                        <a:pt x="11" y="16"/>
                      </a:cubicBezTo>
                      <a:cubicBezTo>
                        <a:pt x="10" y="17"/>
                        <a:pt x="8" y="17"/>
                        <a:pt x="7" y="16"/>
                      </a:cubicBezTo>
                      <a:cubicBezTo>
                        <a:pt x="1" y="13"/>
                        <a:pt x="1" y="13"/>
                        <a:pt x="1" y="13"/>
                      </a:cubicBezTo>
                      <a:cubicBezTo>
                        <a:pt x="0" y="12"/>
                        <a:pt x="0" y="11"/>
                        <a:pt x="1" y="10"/>
                      </a:cubicBezTo>
                      <a:close/>
                    </a:path>
                  </a:pathLst>
                </a:custGeom>
                <a:solidFill>
                  <a:srgbClr val="8A2A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16" name="íṡļïḋè"/>
                <p:cNvSpPr/>
                <p:nvPr userDrawn="1"/>
              </p:nvSpPr>
              <p:spPr bwMode="auto">
                <a:xfrm>
                  <a:off x="4602407" y="3108449"/>
                  <a:ext cx="237381" cy="90101"/>
                </a:xfrm>
                <a:custGeom>
                  <a:avLst/>
                  <a:gdLst>
                    <a:gd name="T0" fmla="*/ 39 w 66"/>
                    <a:gd name="T1" fmla="*/ 25 h 25"/>
                    <a:gd name="T2" fmla="*/ 44 w 66"/>
                    <a:gd name="T3" fmla="*/ 24 h 25"/>
                    <a:gd name="T4" fmla="*/ 64 w 66"/>
                    <a:gd name="T5" fmla="*/ 12 h 25"/>
                    <a:gd name="T6" fmla="*/ 65 w 66"/>
                    <a:gd name="T7" fmla="*/ 9 h 25"/>
                    <a:gd name="T8" fmla="*/ 62 w 66"/>
                    <a:gd name="T9" fmla="*/ 8 h 25"/>
                    <a:gd name="T10" fmla="*/ 42 w 66"/>
                    <a:gd name="T11" fmla="*/ 20 h 25"/>
                    <a:gd name="T12" fmla="*/ 36 w 66"/>
                    <a:gd name="T13" fmla="*/ 20 h 25"/>
                    <a:gd name="T14" fmla="*/ 3 w 66"/>
                    <a:gd name="T15" fmla="*/ 1 h 25"/>
                    <a:gd name="T16" fmla="*/ 0 w 66"/>
                    <a:gd name="T17" fmla="*/ 2 h 25"/>
                    <a:gd name="T18" fmla="*/ 1 w 66"/>
                    <a:gd name="T19" fmla="*/ 5 h 25"/>
                    <a:gd name="T20" fmla="*/ 34 w 66"/>
                    <a:gd name="T21" fmla="*/ 24 h 25"/>
                    <a:gd name="T22" fmla="*/ 39 w 66"/>
                    <a:gd name="T23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66" h="25">
                      <a:moveTo>
                        <a:pt x="39" y="25"/>
                      </a:moveTo>
                      <a:cubicBezTo>
                        <a:pt x="41" y="25"/>
                        <a:pt x="43" y="25"/>
                        <a:pt x="44" y="24"/>
                      </a:cubicBezTo>
                      <a:cubicBezTo>
                        <a:pt x="64" y="12"/>
                        <a:pt x="64" y="12"/>
                        <a:pt x="64" y="12"/>
                      </a:cubicBezTo>
                      <a:cubicBezTo>
                        <a:pt x="66" y="12"/>
                        <a:pt x="66" y="10"/>
                        <a:pt x="65" y="9"/>
                      </a:cubicBezTo>
                      <a:cubicBezTo>
                        <a:pt x="65" y="8"/>
                        <a:pt x="63" y="8"/>
                        <a:pt x="62" y="8"/>
                      </a:cubicBezTo>
                      <a:cubicBezTo>
                        <a:pt x="42" y="20"/>
                        <a:pt x="42" y="20"/>
                        <a:pt x="42" y="20"/>
                      </a:cubicBezTo>
                      <a:cubicBezTo>
                        <a:pt x="41" y="21"/>
                        <a:pt x="38" y="21"/>
                        <a:pt x="36" y="20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2" y="0"/>
                        <a:pt x="1" y="0"/>
                        <a:pt x="0" y="2"/>
                      </a:cubicBezTo>
                      <a:cubicBezTo>
                        <a:pt x="0" y="3"/>
                        <a:pt x="0" y="4"/>
                        <a:pt x="1" y="5"/>
                      </a:cubicBezTo>
                      <a:cubicBezTo>
                        <a:pt x="34" y="24"/>
                        <a:pt x="34" y="24"/>
                        <a:pt x="34" y="24"/>
                      </a:cubicBezTo>
                      <a:cubicBezTo>
                        <a:pt x="36" y="25"/>
                        <a:pt x="37" y="25"/>
                        <a:pt x="39" y="25"/>
                      </a:cubicBezTo>
                      <a:close/>
                    </a:path>
                  </a:pathLst>
                </a:custGeom>
                <a:solidFill>
                  <a:srgbClr val="B45EF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17" name="ïSļiḓe"/>
                <p:cNvSpPr/>
                <p:nvPr userDrawn="1"/>
              </p:nvSpPr>
              <p:spPr bwMode="auto">
                <a:xfrm>
                  <a:off x="4061803" y="2716858"/>
                  <a:ext cx="731202" cy="464365"/>
                </a:xfrm>
                <a:custGeom>
                  <a:avLst/>
                  <a:gdLst>
                    <a:gd name="T0" fmla="*/ 203 w 203"/>
                    <a:gd name="T1" fmla="*/ 64 h 129"/>
                    <a:gd name="T2" fmla="*/ 198 w 203"/>
                    <a:gd name="T3" fmla="*/ 61 h 129"/>
                    <a:gd name="T4" fmla="*/ 130 w 203"/>
                    <a:gd name="T5" fmla="*/ 11 h 129"/>
                    <a:gd name="T6" fmla="*/ 95 w 203"/>
                    <a:gd name="T7" fmla="*/ 5 h 129"/>
                    <a:gd name="T8" fmla="*/ 94 w 203"/>
                    <a:gd name="T9" fmla="*/ 5 h 129"/>
                    <a:gd name="T10" fmla="*/ 94 w 203"/>
                    <a:gd name="T11" fmla="*/ 5 h 129"/>
                    <a:gd name="T12" fmla="*/ 0 w 203"/>
                    <a:gd name="T13" fmla="*/ 60 h 129"/>
                    <a:gd name="T14" fmla="*/ 8 w 203"/>
                    <a:gd name="T15" fmla="*/ 63 h 129"/>
                    <a:gd name="T16" fmla="*/ 41 w 203"/>
                    <a:gd name="T17" fmla="*/ 77 h 129"/>
                    <a:gd name="T18" fmla="*/ 86 w 203"/>
                    <a:gd name="T19" fmla="*/ 109 h 129"/>
                    <a:gd name="T20" fmla="*/ 121 w 203"/>
                    <a:gd name="T21" fmla="*/ 128 h 129"/>
                    <a:gd name="T22" fmla="*/ 123 w 203"/>
                    <a:gd name="T23" fmla="*/ 129 h 129"/>
                    <a:gd name="T24" fmla="*/ 146 w 203"/>
                    <a:gd name="T25" fmla="*/ 105 h 129"/>
                    <a:gd name="T26" fmla="*/ 193 w 203"/>
                    <a:gd name="T27" fmla="*/ 73 h 129"/>
                    <a:gd name="T28" fmla="*/ 198 w 203"/>
                    <a:gd name="T29" fmla="*/ 76 h 129"/>
                    <a:gd name="T30" fmla="*/ 203 w 203"/>
                    <a:gd name="T31" fmla="*/ 64 h 1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203" h="129">
                      <a:moveTo>
                        <a:pt x="203" y="64"/>
                      </a:moveTo>
                      <a:cubicBezTo>
                        <a:pt x="201" y="63"/>
                        <a:pt x="200" y="62"/>
                        <a:pt x="198" y="61"/>
                      </a:cubicBezTo>
                      <a:cubicBezTo>
                        <a:pt x="130" y="11"/>
                        <a:pt x="130" y="11"/>
                        <a:pt x="130" y="11"/>
                      </a:cubicBezTo>
                      <a:cubicBezTo>
                        <a:pt x="117" y="2"/>
                        <a:pt x="105" y="0"/>
                        <a:pt x="95" y="5"/>
                      </a:cubicBezTo>
                      <a:cubicBezTo>
                        <a:pt x="94" y="5"/>
                        <a:pt x="94" y="5"/>
                        <a:pt x="94" y="5"/>
                      </a:cubicBezTo>
                      <a:cubicBezTo>
                        <a:pt x="94" y="5"/>
                        <a:pt x="94" y="5"/>
                        <a:pt x="94" y="5"/>
                      </a:cubicBezTo>
                      <a:cubicBezTo>
                        <a:pt x="0" y="60"/>
                        <a:pt x="0" y="60"/>
                        <a:pt x="0" y="60"/>
                      </a:cubicBezTo>
                      <a:cubicBezTo>
                        <a:pt x="8" y="63"/>
                        <a:pt x="8" y="63"/>
                        <a:pt x="8" y="63"/>
                      </a:cubicBezTo>
                      <a:cubicBezTo>
                        <a:pt x="41" y="77"/>
                        <a:pt x="41" y="77"/>
                        <a:pt x="41" y="77"/>
                      </a:cubicBezTo>
                      <a:cubicBezTo>
                        <a:pt x="86" y="109"/>
                        <a:pt x="86" y="109"/>
                        <a:pt x="86" y="109"/>
                      </a:cubicBezTo>
                      <a:cubicBezTo>
                        <a:pt x="121" y="128"/>
                        <a:pt x="121" y="128"/>
                        <a:pt x="121" y="128"/>
                      </a:cubicBezTo>
                      <a:cubicBezTo>
                        <a:pt x="123" y="129"/>
                        <a:pt x="123" y="129"/>
                        <a:pt x="123" y="129"/>
                      </a:cubicBezTo>
                      <a:cubicBezTo>
                        <a:pt x="131" y="122"/>
                        <a:pt x="141" y="116"/>
                        <a:pt x="146" y="105"/>
                      </a:cubicBezTo>
                      <a:cubicBezTo>
                        <a:pt x="154" y="90"/>
                        <a:pt x="179" y="86"/>
                        <a:pt x="193" y="73"/>
                      </a:cubicBezTo>
                      <a:cubicBezTo>
                        <a:pt x="195" y="74"/>
                        <a:pt x="196" y="75"/>
                        <a:pt x="198" y="76"/>
                      </a:cubicBezTo>
                      <a:cubicBezTo>
                        <a:pt x="201" y="73"/>
                        <a:pt x="201" y="69"/>
                        <a:pt x="203" y="64"/>
                      </a:cubicBezTo>
                      <a:close/>
                    </a:path>
                  </a:pathLst>
                </a:custGeom>
                <a:solidFill>
                  <a:srgbClr val="8A2A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18" name="îSḷidè"/>
                <p:cNvSpPr/>
                <p:nvPr userDrawn="1"/>
              </p:nvSpPr>
              <p:spPr bwMode="auto">
                <a:xfrm>
                  <a:off x="4505376" y="2867604"/>
                  <a:ext cx="421048" cy="320551"/>
                </a:xfrm>
                <a:custGeom>
                  <a:avLst/>
                  <a:gdLst>
                    <a:gd name="T0" fmla="*/ 110 w 117"/>
                    <a:gd name="T1" fmla="*/ 0 h 89"/>
                    <a:gd name="T2" fmla="*/ 106 w 117"/>
                    <a:gd name="T3" fmla="*/ 1 h 89"/>
                    <a:gd name="T4" fmla="*/ 106 w 117"/>
                    <a:gd name="T5" fmla="*/ 1 h 89"/>
                    <a:gd name="T6" fmla="*/ 14 w 117"/>
                    <a:gd name="T7" fmla="*/ 55 h 89"/>
                    <a:gd name="T8" fmla="*/ 17 w 117"/>
                    <a:gd name="T9" fmla="*/ 68 h 89"/>
                    <a:gd name="T10" fmla="*/ 21 w 117"/>
                    <a:gd name="T11" fmla="*/ 67 h 89"/>
                    <a:gd name="T12" fmla="*/ 0 w 117"/>
                    <a:gd name="T13" fmla="*/ 87 h 89"/>
                    <a:gd name="T14" fmla="*/ 11 w 117"/>
                    <a:gd name="T15" fmla="*/ 89 h 89"/>
                    <a:gd name="T16" fmla="*/ 101 w 117"/>
                    <a:gd name="T17" fmla="*/ 36 h 89"/>
                    <a:gd name="T18" fmla="*/ 102 w 117"/>
                    <a:gd name="T19" fmla="*/ 36 h 89"/>
                    <a:gd name="T20" fmla="*/ 106 w 117"/>
                    <a:gd name="T21" fmla="*/ 33 h 89"/>
                    <a:gd name="T22" fmla="*/ 106 w 117"/>
                    <a:gd name="T23" fmla="*/ 33 h 89"/>
                    <a:gd name="T24" fmla="*/ 106 w 117"/>
                    <a:gd name="T25" fmla="*/ 33 h 89"/>
                    <a:gd name="T26" fmla="*/ 117 w 117"/>
                    <a:gd name="T27" fmla="*/ 7 h 89"/>
                    <a:gd name="T28" fmla="*/ 117 w 117"/>
                    <a:gd name="T29" fmla="*/ 6 h 89"/>
                    <a:gd name="T30" fmla="*/ 110 w 117"/>
                    <a:gd name="T31" fmla="*/ 0 h 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117" h="89">
                      <a:moveTo>
                        <a:pt x="110" y="0"/>
                      </a:moveTo>
                      <a:cubicBezTo>
                        <a:pt x="109" y="0"/>
                        <a:pt x="107" y="0"/>
                        <a:pt x="106" y="1"/>
                      </a:cubicBezTo>
                      <a:cubicBezTo>
                        <a:pt x="106" y="1"/>
                        <a:pt x="106" y="1"/>
                        <a:pt x="106" y="1"/>
                      </a:cubicBezTo>
                      <a:cubicBezTo>
                        <a:pt x="14" y="55"/>
                        <a:pt x="14" y="55"/>
                        <a:pt x="14" y="55"/>
                      </a:cubicBezTo>
                      <a:cubicBezTo>
                        <a:pt x="17" y="68"/>
                        <a:pt x="17" y="68"/>
                        <a:pt x="17" y="68"/>
                      </a:cubicBezTo>
                      <a:cubicBezTo>
                        <a:pt x="21" y="67"/>
                        <a:pt x="21" y="67"/>
                        <a:pt x="21" y="67"/>
                      </a:cubicBezTo>
                      <a:cubicBezTo>
                        <a:pt x="16" y="75"/>
                        <a:pt x="7" y="80"/>
                        <a:pt x="0" y="87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ubicBezTo>
                        <a:pt x="101" y="36"/>
                        <a:pt x="101" y="36"/>
                        <a:pt x="101" y="36"/>
                      </a:cubicBezTo>
                      <a:cubicBezTo>
                        <a:pt x="101" y="36"/>
                        <a:pt x="102" y="36"/>
                        <a:pt x="102" y="36"/>
                      </a:cubicBezTo>
                      <a:cubicBezTo>
                        <a:pt x="103" y="35"/>
                        <a:pt x="105" y="34"/>
                        <a:pt x="106" y="33"/>
                      </a:cubicBezTo>
                      <a:cubicBezTo>
                        <a:pt x="106" y="33"/>
                        <a:pt x="106" y="33"/>
                        <a:pt x="106" y="33"/>
                      </a:cubicBezTo>
                      <a:cubicBezTo>
                        <a:pt x="106" y="33"/>
                        <a:pt x="106" y="33"/>
                        <a:pt x="106" y="33"/>
                      </a:cubicBezTo>
                      <a:cubicBezTo>
                        <a:pt x="113" y="28"/>
                        <a:pt x="117" y="19"/>
                        <a:pt x="117" y="7"/>
                      </a:cubicBezTo>
                      <a:cubicBezTo>
                        <a:pt x="117" y="6"/>
                        <a:pt x="117" y="6"/>
                        <a:pt x="117" y="6"/>
                      </a:cubicBezTo>
                      <a:cubicBezTo>
                        <a:pt x="117" y="3"/>
                        <a:pt x="114" y="0"/>
                        <a:pt x="110" y="0"/>
                      </a:cubicBezTo>
                      <a:close/>
                    </a:path>
                  </a:pathLst>
                </a:custGeom>
                <a:solidFill>
                  <a:srgbClr val="721BD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19" name="íSḻïḋe"/>
                <p:cNvSpPr/>
                <p:nvPr userDrawn="1"/>
              </p:nvSpPr>
              <p:spPr bwMode="auto">
                <a:xfrm>
                  <a:off x="4448197" y="2723789"/>
                  <a:ext cx="64111" cy="20792"/>
                </a:xfrm>
                <a:custGeom>
                  <a:avLst/>
                  <a:gdLst>
                    <a:gd name="T0" fmla="*/ 0 w 18"/>
                    <a:gd name="T1" fmla="*/ 0 h 6"/>
                    <a:gd name="T2" fmla="*/ 18 w 18"/>
                    <a:gd name="T3" fmla="*/ 6 h 6"/>
                    <a:gd name="T4" fmla="*/ 0 w 18"/>
                    <a:gd name="T5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8" h="6">
                      <a:moveTo>
                        <a:pt x="0" y="0"/>
                      </a:moveTo>
                      <a:cubicBezTo>
                        <a:pt x="6" y="0"/>
                        <a:pt x="12" y="2"/>
                        <a:pt x="18" y="6"/>
                      </a:cubicBezTo>
                      <a:cubicBezTo>
                        <a:pt x="12" y="2"/>
                        <a:pt x="6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EAEAE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20" name="íš1iḍè"/>
                <p:cNvSpPr/>
                <p:nvPr userDrawn="1"/>
              </p:nvSpPr>
              <p:spPr bwMode="auto">
                <a:xfrm>
                  <a:off x="4061803" y="2794830"/>
                  <a:ext cx="537139" cy="386394"/>
                </a:xfrm>
                <a:custGeom>
                  <a:avLst/>
                  <a:gdLst>
                    <a:gd name="T0" fmla="*/ 149 w 149"/>
                    <a:gd name="T1" fmla="*/ 79 h 107"/>
                    <a:gd name="T2" fmla="*/ 149 w 149"/>
                    <a:gd name="T3" fmla="*/ 78 h 107"/>
                    <a:gd name="T4" fmla="*/ 142 w 149"/>
                    <a:gd name="T5" fmla="*/ 71 h 107"/>
                    <a:gd name="T6" fmla="*/ 136 w 149"/>
                    <a:gd name="T7" fmla="*/ 78 h 107"/>
                    <a:gd name="T8" fmla="*/ 136 w 149"/>
                    <a:gd name="T9" fmla="*/ 79 h 107"/>
                    <a:gd name="T10" fmla="*/ 129 w 149"/>
                    <a:gd name="T11" fmla="*/ 96 h 107"/>
                    <a:gd name="T12" fmla="*/ 107 w 149"/>
                    <a:gd name="T13" fmla="*/ 91 h 107"/>
                    <a:gd name="T14" fmla="*/ 39 w 149"/>
                    <a:gd name="T15" fmla="*/ 41 h 107"/>
                    <a:gd name="T16" fmla="*/ 9 w 149"/>
                    <a:gd name="T17" fmla="*/ 32 h 107"/>
                    <a:gd name="T18" fmla="*/ 65 w 149"/>
                    <a:gd name="T19" fmla="*/ 0 h 107"/>
                    <a:gd name="T20" fmla="*/ 0 w 149"/>
                    <a:gd name="T21" fmla="*/ 38 h 107"/>
                    <a:gd name="T22" fmla="*/ 8 w 149"/>
                    <a:gd name="T23" fmla="*/ 41 h 107"/>
                    <a:gd name="T24" fmla="*/ 41 w 149"/>
                    <a:gd name="T25" fmla="*/ 55 h 107"/>
                    <a:gd name="T26" fmla="*/ 86 w 149"/>
                    <a:gd name="T27" fmla="*/ 87 h 107"/>
                    <a:gd name="T28" fmla="*/ 121 w 149"/>
                    <a:gd name="T29" fmla="*/ 106 h 107"/>
                    <a:gd name="T30" fmla="*/ 123 w 149"/>
                    <a:gd name="T31" fmla="*/ 107 h 107"/>
                    <a:gd name="T32" fmla="*/ 146 w 149"/>
                    <a:gd name="T33" fmla="*/ 83 h 107"/>
                    <a:gd name="T34" fmla="*/ 149 w 149"/>
                    <a:gd name="T35" fmla="*/ 79 h 107"/>
                    <a:gd name="T36" fmla="*/ 149 w 149"/>
                    <a:gd name="T37" fmla="*/ 79 h 1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49" h="107">
                      <a:moveTo>
                        <a:pt x="149" y="79"/>
                      </a:moveTo>
                      <a:cubicBezTo>
                        <a:pt x="149" y="78"/>
                        <a:pt x="149" y="78"/>
                        <a:pt x="149" y="78"/>
                      </a:cubicBezTo>
                      <a:cubicBezTo>
                        <a:pt x="149" y="74"/>
                        <a:pt x="146" y="71"/>
                        <a:pt x="142" y="71"/>
                      </a:cubicBezTo>
                      <a:cubicBezTo>
                        <a:pt x="139" y="71"/>
                        <a:pt x="136" y="74"/>
                        <a:pt x="136" y="78"/>
                      </a:cubicBezTo>
                      <a:cubicBezTo>
                        <a:pt x="136" y="79"/>
                        <a:pt x="136" y="79"/>
                        <a:pt x="136" y="79"/>
                      </a:cubicBezTo>
                      <a:cubicBezTo>
                        <a:pt x="136" y="87"/>
                        <a:pt x="133" y="94"/>
                        <a:pt x="129" y="96"/>
                      </a:cubicBezTo>
                      <a:cubicBezTo>
                        <a:pt x="123" y="99"/>
                        <a:pt x="115" y="97"/>
                        <a:pt x="107" y="91"/>
                      </a:cubicBezTo>
                      <a:cubicBezTo>
                        <a:pt x="39" y="41"/>
                        <a:pt x="39" y="41"/>
                        <a:pt x="39" y="41"/>
                      </a:cubicBezTo>
                      <a:cubicBezTo>
                        <a:pt x="28" y="33"/>
                        <a:pt x="18" y="30"/>
                        <a:pt x="9" y="32"/>
                      </a:cubicBezTo>
                      <a:cubicBezTo>
                        <a:pt x="65" y="0"/>
                        <a:pt x="65" y="0"/>
                        <a:pt x="65" y="0"/>
                      </a:cubicBezTo>
                      <a:cubicBezTo>
                        <a:pt x="0" y="38"/>
                        <a:pt x="0" y="38"/>
                        <a:pt x="0" y="38"/>
                      </a:cubicBezTo>
                      <a:cubicBezTo>
                        <a:pt x="8" y="41"/>
                        <a:pt x="8" y="41"/>
                        <a:pt x="8" y="41"/>
                      </a:cubicBezTo>
                      <a:cubicBezTo>
                        <a:pt x="41" y="55"/>
                        <a:pt x="41" y="55"/>
                        <a:pt x="41" y="55"/>
                      </a:cubicBezTo>
                      <a:cubicBezTo>
                        <a:pt x="86" y="87"/>
                        <a:pt x="86" y="87"/>
                        <a:pt x="86" y="87"/>
                      </a:cubicBezTo>
                      <a:cubicBezTo>
                        <a:pt x="121" y="106"/>
                        <a:pt x="121" y="106"/>
                        <a:pt x="121" y="106"/>
                      </a:cubicBezTo>
                      <a:cubicBezTo>
                        <a:pt x="123" y="107"/>
                        <a:pt x="123" y="107"/>
                        <a:pt x="123" y="107"/>
                      </a:cubicBezTo>
                      <a:cubicBezTo>
                        <a:pt x="131" y="100"/>
                        <a:pt x="141" y="94"/>
                        <a:pt x="146" y="83"/>
                      </a:cubicBezTo>
                      <a:cubicBezTo>
                        <a:pt x="147" y="82"/>
                        <a:pt x="148" y="81"/>
                        <a:pt x="149" y="79"/>
                      </a:cubicBezTo>
                      <a:cubicBezTo>
                        <a:pt x="149" y="79"/>
                        <a:pt x="149" y="79"/>
                        <a:pt x="149" y="79"/>
                      </a:cubicBezTo>
                      <a:close/>
                    </a:path>
                  </a:pathLst>
                </a:custGeom>
                <a:solidFill>
                  <a:srgbClr val="B45EF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21" name="iSļïďê"/>
                <p:cNvSpPr/>
                <p:nvPr userDrawn="1"/>
              </p:nvSpPr>
              <p:spPr bwMode="auto">
                <a:xfrm>
                  <a:off x="4018486" y="2907456"/>
                  <a:ext cx="573526" cy="291095"/>
                </a:xfrm>
                <a:custGeom>
                  <a:avLst/>
                  <a:gdLst>
                    <a:gd name="T0" fmla="*/ 133 w 159"/>
                    <a:gd name="T1" fmla="*/ 81 h 81"/>
                    <a:gd name="T2" fmla="*/ 110 w 159"/>
                    <a:gd name="T3" fmla="*/ 72 h 81"/>
                    <a:gd name="T4" fmla="*/ 41 w 159"/>
                    <a:gd name="T5" fmla="*/ 22 h 81"/>
                    <a:gd name="T6" fmla="*/ 20 w 159"/>
                    <a:gd name="T7" fmla="*/ 17 h 81"/>
                    <a:gd name="T8" fmla="*/ 12 w 159"/>
                    <a:gd name="T9" fmla="*/ 34 h 81"/>
                    <a:gd name="T10" fmla="*/ 6 w 159"/>
                    <a:gd name="T11" fmla="*/ 40 h 81"/>
                    <a:gd name="T12" fmla="*/ 0 w 159"/>
                    <a:gd name="T13" fmla="*/ 34 h 81"/>
                    <a:gd name="T14" fmla="*/ 14 w 159"/>
                    <a:gd name="T15" fmla="*/ 5 h 81"/>
                    <a:gd name="T16" fmla="*/ 49 w 159"/>
                    <a:gd name="T17" fmla="*/ 12 h 81"/>
                    <a:gd name="T18" fmla="*/ 117 w 159"/>
                    <a:gd name="T19" fmla="*/ 62 h 81"/>
                    <a:gd name="T20" fmla="*/ 139 w 159"/>
                    <a:gd name="T21" fmla="*/ 67 h 81"/>
                    <a:gd name="T22" fmla="*/ 146 w 159"/>
                    <a:gd name="T23" fmla="*/ 50 h 81"/>
                    <a:gd name="T24" fmla="*/ 146 w 159"/>
                    <a:gd name="T25" fmla="*/ 49 h 81"/>
                    <a:gd name="T26" fmla="*/ 153 w 159"/>
                    <a:gd name="T27" fmla="*/ 42 h 81"/>
                    <a:gd name="T28" fmla="*/ 159 w 159"/>
                    <a:gd name="T29" fmla="*/ 49 h 81"/>
                    <a:gd name="T30" fmla="*/ 159 w 159"/>
                    <a:gd name="T31" fmla="*/ 50 h 81"/>
                    <a:gd name="T32" fmla="*/ 145 w 159"/>
                    <a:gd name="T33" fmla="*/ 78 h 81"/>
                    <a:gd name="T34" fmla="*/ 133 w 159"/>
                    <a:gd name="T35" fmla="*/ 81 h 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59" h="81">
                      <a:moveTo>
                        <a:pt x="133" y="81"/>
                      </a:moveTo>
                      <a:cubicBezTo>
                        <a:pt x="126" y="81"/>
                        <a:pt x="118" y="78"/>
                        <a:pt x="110" y="72"/>
                      </a:cubicBezTo>
                      <a:cubicBezTo>
                        <a:pt x="41" y="22"/>
                        <a:pt x="41" y="22"/>
                        <a:pt x="41" y="22"/>
                      </a:cubicBezTo>
                      <a:cubicBezTo>
                        <a:pt x="33" y="16"/>
                        <a:pt x="25" y="14"/>
                        <a:pt x="20" y="17"/>
                      </a:cubicBezTo>
                      <a:cubicBezTo>
                        <a:pt x="15" y="19"/>
                        <a:pt x="12" y="25"/>
                        <a:pt x="12" y="34"/>
                      </a:cubicBezTo>
                      <a:cubicBezTo>
                        <a:pt x="12" y="37"/>
                        <a:pt x="10" y="40"/>
                        <a:pt x="6" y="40"/>
                      </a:cubicBezTo>
                      <a:cubicBezTo>
                        <a:pt x="3" y="40"/>
                        <a:pt x="0" y="37"/>
                        <a:pt x="0" y="34"/>
                      </a:cubicBezTo>
                      <a:cubicBezTo>
                        <a:pt x="0" y="20"/>
                        <a:pt x="5" y="10"/>
                        <a:pt x="14" y="5"/>
                      </a:cubicBezTo>
                      <a:cubicBezTo>
                        <a:pt x="24" y="0"/>
                        <a:pt x="37" y="3"/>
                        <a:pt x="49" y="12"/>
                      </a:cubicBezTo>
                      <a:cubicBezTo>
                        <a:pt x="117" y="62"/>
                        <a:pt x="117" y="62"/>
                        <a:pt x="117" y="62"/>
                      </a:cubicBezTo>
                      <a:cubicBezTo>
                        <a:pt x="125" y="68"/>
                        <a:pt x="133" y="70"/>
                        <a:pt x="139" y="67"/>
                      </a:cubicBezTo>
                      <a:cubicBezTo>
                        <a:pt x="143" y="65"/>
                        <a:pt x="146" y="58"/>
                        <a:pt x="146" y="50"/>
                      </a:cubicBezTo>
                      <a:cubicBezTo>
                        <a:pt x="146" y="49"/>
                        <a:pt x="146" y="49"/>
                        <a:pt x="146" y="49"/>
                      </a:cubicBezTo>
                      <a:cubicBezTo>
                        <a:pt x="146" y="45"/>
                        <a:pt x="149" y="42"/>
                        <a:pt x="153" y="42"/>
                      </a:cubicBezTo>
                      <a:cubicBezTo>
                        <a:pt x="156" y="42"/>
                        <a:pt x="159" y="45"/>
                        <a:pt x="159" y="49"/>
                      </a:cubicBezTo>
                      <a:cubicBezTo>
                        <a:pt x="159" y="50"/>
                        <a:pt x="159" y="50"/>
                        <a:pt x="159" y="50"/>
                      </a:cubicBezTo>
                      <a:cubicBezTo>
                        <a:pt x="159" y="63"/>
                        <a:pt x="154" y="74"/>
                        <a:pt x="145" y="78"/>
                      </a:cubicBezTo>
                      <a:cubicBezTo>
                        <a:pt x="141" y="80"/>
                        <a:pt x="137" y="81"/>
                        <a:pt x="133" y="81"/>
                      </a:cubicBezTo>
                      <a:close/>
                    </a:path>
                  </a:pathLst>
                </a:custGeom>
                <a:solidFill>
                  <a:srgbClr val="983BE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22" name="ïşlíḍè"/>
                <p:cNvSpPr/>
                <p:nvPr userDrawn="1"/>
              </p:nvSpPr>
              <p:spPr bwMode="auto">
                <a:xfrm>
                  <a:off x="4158835" y="3576280"/>
                  <a:ext cx="188865" cy="263371"/>
                </a:xfrm>
                <a:custGeom>
                  <a:avLst/>
                  <a:gdLst>
                    <a:gd name="T0" fmla="*/ 41 w 52"/>
                    <a:gd name="T1" fmla="*/ 7 h 73"/>
                    <a:gd name="T2" fmla="*/ 20 w 52"/>
                    <a:gd name="T3" fmla="*/ 10 h 73"/>
                    <a:gd name="T4" fmla="*/ 0 w 52"/>
                    <a:gd name="T5" fmla="*/ 58 h 73"/>
                    <a:gd name="T6" fmla="*/ 20 w 52"/>
                    <a:gd name="T7" fmla="*/ 68 h 73"/>
                    <a:gd name="T8" fmla="*/ 51 w 52"/>
                    <a:gd name="T9" fmla="*/ 27 h 73"/>
                    <a:gd name="T10" fmla="*/ 47 w 52"/>
                    <a:gd name="T11" fmla="*/ 11 h 73"/>
                    <a:gd name="T12" fmla="*/ 41 w 52"/>
                    <a:gd name="T13" fmla="*/ 7 h 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2" h="73">
                      <a:moveTo>
                        <a:pt x="41" y="7"/>
                      </a:moveTo>
                      <a:cubicBezTo>
                        <a:pt x="41" y="7"/>
                        <a:pt x="28" y="0"/>
                        <a:pt x="20" y="10"/>
                      </a:cubicBezTo>
                      <a:cubicBezTo>
                        <a:pt x="12" y="20"/>
                        <a:pt x="1" y="42"/>
                        <a:pt x="0" y="58"/>
                      </a:cubicBezTo>
                      <a:cubicBezTo>
                        <a:pt x="0" y="73"/>
                        <a:pt x="13" y="72"/>
                        <a:pt x="20" y="68"/>
                      </a:cubicBezTo>
                      <a:cubicBezTo>
                        <a:pt x="28" y="65"/>
                        <a:pt x="49" y="33"/>
                        <a:pt x="51" y="27"/>
                      </a:cubicBezTo>
                      <a:cubicBezTo>
                        <a:pt x="52" y="21"/>
                        <a:pt x="49" y="12"/>
                        <a:pt x="47" y="11"/>
                      </a:cubicBezTo>
                      <a:cubicBezTo>
                        <a:pt x="45" y="9"/>
                        <a:pt x="41" y="7"/>
                        <a:pt x="41" y="7"/>
                      </a:cubicBezTo>
                      <a:close/>
                    </a:path>
                  </a:pathLst>
                </a:custGeom>
                <a:solidFill>
                  <a:srgbClr val="173D7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23" name="íSlîḋe"/>
                <p:cNvSpPr/>
                <p:nvPr userDrawn="1"/>
              </p:nvSpPr>
              <p:spPr bwMode="auto">
                <a:xfrm>
                  <a:off x="4228143" y="3555487"/>
                  <a:ext cx="90101" cy="114359"/>
                </a:xfrm>
                <a:custGeom>
                  <a:avLst/>
                  <a:gdLst>
                    <a:gd name="T0" fmla="*/ 25 w 25"/>
                    <a:gd name="T1" fmla="*/ 10 h 32"/>
                    <a:gd name="T2" fmla="*/ 25 w 25"/>
                    <a:gd name="T3" fmla="*/ 23 h 32"/>
                    <a:gd name="T4" fmla="*/ 21 w 25"/>
                    <a:gd name="T5" fmla="*/ 30 h 32"/>
                    <a:gd name="T6" fmla="*/ 12 w 25"/>
                    <a:gd name="T7" fmla="*/ 31 h 32"/>
                    <a:gd name="T8" fmla="*/ 0 w 25"/>
                    <a:gd name="T9" fmla="*/ 14 h 32"/>
                    <a:gd name="T10" fmla="*/ 25 w 25"/>
                    <a:gd name="T11" fmla="*/ 10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5" h="32">
                      <a:moveTo>
                        <a:pt x="25" y="10"/>
                      </a:moveTo>
                      <a:cubicBezTo>
                        <a:pt x="25" y="23"/>
                        <a:pt x="25" y="23"/>
                        <a:pt x="25" y="23"/>
                      </a:cubicBezTo>
                      <a:cubicBezTo>
                        <a:pt x="25" y="26"/>
                        <a:pt x="24" y="28"/>
                        <a:pt x="21" y="30"/>
                      </a:cubicBezTo>
                      <a:cubicBezTo>
                        <a:pt x="19" y="31"/>
                        <a:pt x="16" y="32"/>
                        <a:pt x="12" y="31"/>
                      </a:cubicBezTo>
                      <a:cubicBezTo>
                        <a:pt x="2" y="30"/>
                        <a:pt x="1" y="27"/>
                        <a:pt x="0" y="14"/>
                      </a:cubicBezTo>
                      <a:cubicBezTo>
                        <a:pt x="0" y="0"/>
                        <a:pt x="25" y="10"/>
                        <a:pt x="25" y="10"/>
                      </a:cubicBezTo>
                      <a:close/>
                    </a:path>
                  </a:pathLst>
                </a:custGeom>
                <a:solidFill>
                  <a:srgbClr val="E8A2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24" name="íSľíḓê"/>
                <p:cNvSpPr/>
                <p:nvPr userDrawn="1"/>
              </p:nvSpPr>
              <p:spPr bwMode="auto">
                <a:xfrm>
                  <a:off x="3990763" y="3486179"/>
                  <a:ext cx="187132" cy="263371"/>
                </a:xfrm>
                <a:custGeom>
                  <a:avLst/>
                  <a:gdLst>
                    <a:gd name="T0" fmla="*/ 41 w 52"/>
                    <a:gd name="T1" fmla="*/ 6 h 73"/>
                    <a:gd name="T2" fmla="*/ 20 w 52"/>
                    <a:gd name="T3" fmla="*/ 9 h 73"/>
                    <a:gd name="T4" fmla="*/ 0 w 52"/>
                    <a:gd name="T5" fmla="*/ 57 h 73"/>
                    <a:gd name="T6" fmla="*/ 20 w 52"/>
                    <a:gd name="T7" fmla="*/ 68 h 73"/>
                    <a:gd name="T8" fmla="*/ 51 w 52"/>
                    <a:gd name="T9" fmla="*/ 26 h 73"/>
                    <a:gd name="T10" fmla="*/ 47 w 52"/>
                    <a:gd name="T11" fmla="*/ 10 h 73"/>
                    <a:gd name="T12" fmla="*/ 41 w 52"/>
                    <a:gd name="T13" fmla="*/ 6 h 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2" h="73">
                      <a:moveTo>
                        <a:pt x="41" y="6"/>
                      </a:moveTo>
                      <a:cubicBezTo>
                        <a:pt x="41" y="6"/>
                        <a:pt x="28" y="0"/>
                        <a:pt x="20" y="9"/>
                      </a:cubicBezTo>
                      <a:cubicBezTo>
                        <a:pt x="12" y="19"/>
                        <a:pt x="1" y="42"/>
                        <a:pt x="0" y="57"/>
                      </a:cubicBezTo>
                      <a:cubicBezTo>
                        <a:pt x="0" y="73"/>
                        <a:pt x="13" y="71"/>
                        <a:pt x="20" y="68"/>
                      </a:cubicBezTo>
                      <a:cubicBezTo>
                        <a:pt x="28" y="64"/>
                        <a:pt x="49" y="33"/>
                        <a:pt x="51" y="26"/>
                      </a:cubicBezTo>
                      <a:cubicBezTo>
                        <a:pt x="52" y="20"/>
                        <a:pt x="49" y="12"/>
                        <a:pt x="47" y="10"/>
                      </a:cubicBezTo>
                      <a:cubicBezTo>
                        <a:pt x="45" y="9"/>
                        <a:pt x="41" y="6"/>
                        <a:pt x="41" y="6"/>
                      </a:cubicBezTo>
                      <a:close/>
                    </a:path>
                  </a:pathLst>
                </a:custGeom>
                <a:solidFill>
                  <a:srgbClr val="173D7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25" name="ïṥ1íḓè"/>
                <p:cNvSpPr/>
                <p:nvPr userDrawn="1"/>
              </p:nvSpPr>
              <p:spPr bwMode="auto">
                <a:xfrm>
                  <a:off x="4054872" y="3465387"/>
                  <a:ext cx="93566" cy="110893"/>
                </a:xfrm>
                <a:custGeom>
                  <a:avLst/>
                  <a:gdLst>
                    <a:gd name="T0" fmla="*/ 26 w 26"/>
                    <a:gd name="T1" fmla="*/ 9 h 31"/>
                    <a:gd name="T2" fmla="*/ 26 w 26"/>
                    <a:gd name="T3" fmla="*/ 22 h 31"/>
                    <a:gd name="T4" fmla="*/ 22 w 26"/>
                    <a:gd name="T5" fmla="*/ 29 h 31"/>
                    <a:gd name="T6" fmla="*/ 12 w 26"/>
                    <a:gd name="T7" fmla="*/ 31 h 31"/>
                    <a:gd name="T8" fmla="*/ 1 w 26"/>
                    <a:gd name="T9" fmla="*/ 13 h 31"/>
                    <a:gd name="T10" fmla="*/ 26 w 26"/>
                    <a:gd name="T11" fmla="*/ 9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31">
                      <a:moveTo>
                        <a:pt x="26" y="9"/>
                      </a:moveTo>
                      <a:cubicBezTo>
                        <a:pt x="26" y="22"/>
                        <a:pt x="26" y="22"/>
                        <a:pt x="26" y="22"/>
                      </a:cubicBezTo>
                      <a:cubicBezTo>
                        <a:pt x="26" y="25"/>
                        <a:pt x="25" y="28"/>
                        <a:pt x="22" y="29"/>
                      </a:cubicBezTo>
                      <a:cubicBezTo>
                        <a:pt x="20" y="31"/>
                        <a:pt x="17" y="31"/>
                        <a:pt x="12" y="31"/>
                      </a:cubicBezTo>
                      <a:cubicBezTo>
                        <a:pt x="3" y="29"/>
                        <a:pt x="2" y="26"/>
                        <a:pt x="1" y="13"/>
                      </a:cubicBezTo>
                      <a:cubicBezTo>
                        <a:pt x="0" y="0"/>
                        <a:pt x="26" y="9"/>
                        <a:pt x="26" y="9"/>
                      </a:cubicBezTo>
                      <a:close/>
                    </a:path>
                  </a:pathLst>
                </a:custGeom>
                <a:solidFill>
                  <a:srgbClr val="E8A2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26" name="išḷiďé"/>
                <p:cNvSpPr/>
                <p:nvPr userDrawn="1"/>
              </p:nvSpPr>
              <p:spPr bwMode="auto">
                <a:xfrm>
                  <a:off x="3983832" y="2392843"/>
                  <a:ext cx="590853" cy="1143586"/>
                </a:xfrm>
                <a:custGeom>
                  <a:avLst/>
                  <a:gdLst>
                    <a:gd name="T0" fmla="*/ 160 w 164"/>
                    <a:gd name="T1" fmla="*/ 62 h 318"/>
                    <a:gd name="T2" fmla="*/ 93 w 164"/>
                    <a:gd name="T3" fmla="*/ 71 h 318"/>
                    <a:gd name="T4" fmla="*/ 50 w 164"/>
                    <a:gd name="T5" fmla="*/ 114 h 318"/>
                    <a:gd name="T6" fmla="*/ 11 w 164"/>
                    <a:gd name="T7" fmla="*/ 157 h 318"/>
                    <a:gd name="T8" fmla="*/ 1 w 164"/>
                    <a:gd name="T9" fmla="*/ 188 h 318"/>
                    <a:gd name="T10" fmla="*/ 17 w 164"/>
                    <a:gd name="T11" fmla="*/ 308 h 318"/>
                    <a:gd name="T12" fmla="*/ 29 w 164"/>
                    <a:gd name="T13" fmla="*/ 318 h 318"/>
                    <a:gd name="T14" fmla="*/ 35 w 164"/>
                    <a:gd name="T15" fmla="*/ 317 h 318"/>
                    <a:gd name="T16" fmla="*/ 48 w 164"/>
                    <a:gd name="T17" fmla="*/ 302 h 318"/>
                    <a:gd name="T18" fmla="*/ 45 w 164"/>
                    <a:gd name="T19" fmla="*/ 190 h 318"/>
                    <a:gd name="T20" fmla="*/ 127 w 164"/>
                    <a:gd name="T21" fmla="*/ 140 h 318"/>
                    <a:gd name="T22" fmla="*/ 160 w 164"/>
                    <a:gd name="T23" fmla="*/ 62 h 3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64" h="318">
                      <a:moveTo>
                        <a:pt x="160" y="62"/>
                      </a:moveTo>
                      <a:cubicBezTo>
                        <a:pt x="156" y="0"/>
                        <a:pt x="93" y="71"/>
                        <a:pt x="93" y="71"/>
                      </a:cubicBezTo>
                      <a:cubicBezTo>
                        <a:pt x="50" y="114"/>
                        <a:pt x="50" y="114"/>
                        <a:pt x="50" y="114"/>
                      </a:cubicBezTo>
                      <a:cubicBezTo>
                        <a:pt x="11" y="157"/>
                        <a:pt x="11" y="157"/>
                        <a:pt x="11" y="157"/>
                      </a:cubicBezTo>
                      <a:cubicBezTo>
                        <a:pt x="3" y="165"/>
                        <a:pt x="0" y="176"/>
                        <a:pt x="1" y="188"/>
                      </a:cubicBezTo>
                      <a:cubicBezTo>
                        <a:pt x="17" y="308"/>
                        <a:pt x="17" y="308"/>
                        <a:pt x="17" y="308"/>
                      </a:cubicBezTo>
                      <a:cubicBezTo>
                        <a:pt x="18" y="314"/>
                        <a:pt x="23" y="318"/>
                        <a:pt x="29" y="318"/>
                      </a:cubicBezTo>
                      <a:cubicBezTo>
                        <a:pt x="31" y="318"/>
                        <a:pt x="32" y="318"/>
                        <a:pt x="35" y="317"/>
                      </a:cubicBezTo>
                      <a:cubicBezTo>
                        <a:pt x="49" y="315"/>
                        <a:pt x="48" y="302"/>
                        <a:pt x="48" y="302"/>
                      </a:cubicBezTo>
                      <a:cubicBezTo>
                        <a:pt x="45" y="190"/>
                        <a:pt x="45" y="190"/>
                        <a:pt x="45" y="190"/>
                      </a:cubicBezTo>
                      <a:cubicBezTo>
                        <a:pt x="127" y="140"/>
                        <a:pt x="127" y="140"/>
                        <a:pt x="127" y="140"/>
                      </a:cubicBezTo>
                      <a:cubicBezTo>
                        <a:pt x="127" y="140"/>
                        <a:pt x="164" y="124"/>
                        <a:pt x="160" y="62"/>
                      </a:cubicBezTo>
                      <a:close/>
                    </a:path>
                  </a:pathLst>
                </a:custGeom>
                <a:solidFill>
                  <a:srgbClr val="FDD76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27" name="îṧ1îḋe"/>
                <p:cNvSpPr/>
                <p:nvPr userDrawn="1"/>
              </p:nvSpPr>
              <p:spPr bwMode="auto">
                <a:xfrm>
                  <a:off x="4151904" y="2479478"/>
                  <a:ext cx="590853" cy="1143586"/>
                </a:xfrm>
                <a:custGeom>
                  <a:avLst/>
                  <a:gdLst>
                    <a:gd name="T0" fmla="*/ 160 w 164"/>
                    <a:gd name="T1" fmla="*/ 62 h 318"/>
                    <a:gd name="T2" fmla="*/ 93 w 164"/>
                    <a:gd name="T3" fmla="*/ 71 h 318"/>
                    <a:gd name="T4" fmla="*/ 50 w 164"/>
                    <a:gd name="T5" fmla="*/ 114 h 318"/>
                    <a:gd name="T6" fmla="*/ 11 w 164"/>
                    <a:gd name="T7" fmla="*/ 156 h 318"/>
                    <a:gd name="T8" fmla="*/ 1 w 164"/>
                    <a:gd name="T9" fmla="*/ 187 h 318"/>
                    <a:gd name="T10" fmla="*/ 17 w 164"/>
                    <a:gd name="T11" fmla="*/ 307 h 318"/>
                    <a:gd name="T12" fmla="*/ 29 w 164"/>
                    <a:gd name="T13" fmla="*/ 318 h 318"/>
                    <a:gd name="T14" fmla="*/ 35 w 164"/>
                    <a:gd name="T15" fmla="*/ 317 h 318"/>
                    <a:gd name="T16" fmla="*/ 48 w 164"/>
                    <a:gd name="T17" fmla="*/ 302 h 318"/>
                    <a:gd name="T18" fmla="*/ 45 w 164"/>
                    <a:gd name="T19" fmla="*/ 189 h 318"/>
                    <a:gd name="T20" fmla="*/ 127 w 164"/>
                    <a:gd name="T21" fmla="*/ 140 h 318"/>
                    <a:gd name="T22" fmla="*/ 160 w 164"/>
                    <a:gd name="T23" fmla="*/ 62 h 3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64" h="318">
                      <a:moveTo>
                        <a:pt x="160" y="62"/>
                      </a:moveTo>
                      <a:cubicBezTo>
                        <a:pt x="157" y="0"/>
                        <a:pt x="93" y="71"/>
                        <a:pt x="93" y="71"/>
                      </a:cubicBezTo>
                      <a:cubicBezTo>
                        <a:pt x="50" y="114"/>
                        <a:pt x="50" y="114"/>
                        <a:pt x="50" y="114"/>
                      </a:cubicBezTo>
                      <a:cubicBezTo>
                        <a:pt x="11" y="156"/>
                        <a:pt x="11" y="156"/>
                        <a:pt x="11" y="156"/>
                      </a:cubicBezTo>
                      <a:cubicBezTo>
                        <a:pt x="3" y="165"/>
                        <a:pt x="0" y="176"/>
                        <a:pt x="1" y="187"/>
                      </a:cubicBezTo>
                      <a:cubicBezTo>
                        <a:pt x="17" y="307"/>
                        <a:pt x="17" y="307"/>
                        <a:pt x="17" y="307"/>
                      </a:cubicBezTo>
                      <a:cubicBezTo>
                        <a:pt x="18" y="313"/>
                        <a:pt x="23" y="318"/>
                        <a:pt x="29" y="318"/>
                      </a:cubicBezTo>
                      <a:cubicBezTo>
                        <a:pt x="31" y="318"/>
                        <a:pt x="33" y="317"/>
                        <a:pt x="35" y="317"/>
                      </a:cubicBezTo>
                      <a:cubicBezTo>
                        <a:pt x="49" y="315"/>
                        <a:pt x="48" y="302"/>
                        <a:pt x="48" y="302"/>
                      </a:cubicBezTo>
                      <a:cubicBezTo>
                        <a:pt x="45" y="189"/>
                        <a:pt x="45" y="189"/>
                        <a:pt x="45" y="189"/>
                      </a:cubicBezTo>
                      <a:cubicBezTo>
                        <a:pt x="127" y="140"/>
                        <a:pt x="127" y="140"/>
                        <a:pt x="127" y="140"/>
                      </a:cubicBezTo>
                      <a:cubicBezTo>
                        <a:pt x="127" y="140"/>
                        <a:pt x="164" y="124"/>
                        <a:pt x="160" y="62"/>
                      </a:cubicBezTo>
                      <a:close/>
                    </a:path>
                  </a:pathLst>
                </a:custGeom>
                <a:solidFill>
                  <a:srgbClr val="FDD76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28" name="isļíḑè"/>
                <p:cNvSpPr/>
                <p:nvPr userDrawn="1"/>
              </p:nvSpPr>
              <p:spPr bwMode="auto">
                <a:xfrm>
                  <a:off x="4188291" y="1942339"/>
                  <a:ext cx="580457" cy="954721"/>
                </a:xfrm>
                <a:custGeom>
                  <a:avLst/>
                  <a:gdLst>
                    <a:gd name="T0" fmla="*/ 113 w 161"/>
                    <a:gd name="T1" fmla="*/ 12 h 265"/>
                    <a:gd name="T2" fmla="*/ 160 w 161"/>
                    <a:gd name="T3" fmla="*/ 60 h 265"/>
                    <a:gd name="T4" fmla="*/ 154 w 161"/>
                    <a:gd name="T5" fmla="*/ 234 h 265"/>
                    <a:gd name="T6" fmla="*/ 23 w 161"/>
                    <a:gd name="T7" fmla="*/ 188 h 265"/>
                    <a:gd name="T8" fmla="*/ 53 w 161"/>
                    <a:gd name="T9" fmla="*/ 11 h 265"/>
                    <a:gd name="T10" fmla="*/ 113 w 161"/>
                    <a:gd name="T11" fmla="*/ 12 h 2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1" h="265">
                      <a:moveTo>
                        <a:pt x="113" y="12"/>
                      </a:moveTo>
                      <a:cubicBezTo>
                        <a:pt x="161" y="32"/>
                        <a:pt x="160" y="60"/>
                        <a:pt x="160" y="60"/>
                      </a:cubicBezTo>
                      <a:cubicBezTo>
                        <a:pt x="160" y="60"/>
                        <a:pt x="151" y="164"/>
                        <a:pt x="154" y="234"/>
                      </a:cubicBezTo>
                      <a:cubicBezTo>
                        <a:pt x="155" y="263"/>
                        <a:pt x="0" y="265"/>
                        <a:pt x="23" y="188"/>
                      </a:cubicBezTo>
                      <a:cubicBezTo>
                        <a:pt x="50" y="96"/>
                        <a:pt x="40" y="22"/>
                        <a:pt x="53" y="11"/>
                      </a:cubicBezTo>
                      <a:cubicBezTo>
                        <a:pt x="65" y="0"/>
                        <a:pt x="101" y="7"/>
                        <a:pt x="113" y="12"/>
                      </a:cubicBezTo>
                      <a:close/>
                    </a:path>
                  </a:pathLst>
                </a:custGeom>
                <a:solidFill>
                  <a:srgbClr val="983BE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29" name="ïŝḷiḓè"/>
                <p:cNvSpPr/>
                <p:nvPr userDrawn="1"/>
              </p:nvSpPr>
              <p:spPr bwMode="auto">
                <a:xfrm>
                  <a:off x="4468990" y="1978725"/>
                  <a:ext cx="192331" cy="150746"/>
                </a:xfrm>
                <a:custGeom>
                  <a:avLst/>
                  <a:gdLst>
                    <a:gd name="T0" fmla="*/ 50 w 53"/>
                    <a:gd name="T1" fmla="*/ 27 h 42"/>
                    <a:gd name="T2" fmla="*/ 22 w 53"/>
                    <a:gd name="T3" fmla="*/ 39 h 42"/>
                    <a:gd name="T4" fmla="*/ 2 w 53"/>
                    <a:gd name="T5" fmla="*/ 15 h 42"/>
                    <a:gd name="T6" fmla="*/ 31 w 53"/>
                    <a:gd name="T7" fmla="*/ 3 h 42"/>
                    <a:gd name="T8" fmla="*/ 50 w 53"/>
                    <a:gd name="T9" fmla="*/ 27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3" h="42">
                      <a:moveTo>
                        <a:pt x="50" y="27"/>
                      </a:moveTo>
                      <a:cubicBezTo>
                        <a:pt x="48" y="37"/>
                        <a:pt x="35" y="42"/>
                        <a:pt x="22" y="39"/>
                      </a:cubicBezTo>
                      <a:cubicBezTo>
                        <a:pt x="9" y="35"/>
                        <a:pt x="0" y="25"/>
                        <a:pt x="2" y="15"/>
                      </a:cubicBezTo>
                      <a:cubicBezTo>
                        <a:pt x="5" y="5"/>
                        <a:pt x="18" y="0"/>
                        <a:pt x="31" y="3"/>
                      </a:cubicBezTo>
                      <a:cubicBezTo>
                        <a:pt x="44" y="7"/>
                        <a:pt x="53" y="18"/>
                        <a:pt x="50" y="27"/>
                      </a:cubicBezTo>
                      <a:close/>
                    </a:path>
                  </a:pathLst>
                </a:custGeom>
                <a:solidFill>
                  <a:srgbClr val="FFC2B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30" name="ïṧlîdè"/>
                <p:cNvSpPr/>
                <p:nvPr userDrawn="1"/>
              </p:nvSpPr>
              <p:spPr bwMode="auto">
                <a:xfrm>
                  <a:off x="4458593" y="1971795"/>
                  <a:ext cx="209658" cy="157677"/>
                </a:xfrm>
                <a:custGeom>
                  <a:avLst/>
                  <a:gdLst>
                    <a:gd name="T0" fmla="*/ 33 w 58"/>
                    <a:gd name="T1" fmla="*/ 44 h 44"/>
                    <a:gd name="T2" fmla="*/ 24 w 58"/>
                    <a:gd name="T3" fmla="*/ 43 h 44"/>
                    <a:gd name="T4" fmla="*/ 3 w 58"/>
                    <a:gd name="T5" fmla="*/ 16 h 44"/>
                    <a:gd name="T6" fmla="*/ 35 w 58"/>
                    <a:gd name="T7" fmla="*/ 3 h 44"/>
                    <a:gd name="T8" fmla="*/ 56 w 58"/>
                    <a:gd name="T9" fmla="*/ 30 h 44"/>
                    <a:gd name="T10" fmla="*/ 44 w 58"/>
                    <a:gd name="T11" fmla="*/ 42 h 44"/>
                    <a:gd name="T12" fmla="*/ 33 w 58"/>
                    <a:gd name="T13" fmla="*/ 44 h 44"/>
                    <a:gd name="T14" fmla="*/ 26 w 58"/>
                    <a:gd name="T15" fmla="*/ 7 h 44"/>
                    <a:gd name="T16" fmla="*/ 8 w 58"/>
                    <a:gd name="T17" fmla="*/ 18 h 44"/>
                    <a:gd name="T18" fmla="*/ 25 w 58"/>
                    <a:gd name="T19" fmla="*/ 39 h 44"/>
                    <a:gd name="T20" fmla="*/ 42 w 58"/>
                    <a:gd name="T21" fmla="*/ 38 h 44"/>
                    <a:gd name="T22" fmla="*/ 51 w 58"/>
                    <a:gd name="T23" fmla="*/ 29 h 44"/>
                    <a:gd name="T24" fmla="*/ 33 w 58"/>
                    <a:gd name="T25" fmla="*/ 8 h 44"/>
                    <a:gd name="T26" fmla="*/ 26 w 58"/>
                    <a:gd name="T27" fmla="*/ 7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58" h="44">
                      <a:moveTo>
                        <a:pt x="33" y="44"/>
                      </a:moveTo>
                      <a:cubicBezTo>
                        <a:pt x="30" y="44"/>
                        <a:pt x="27" y="44"/>
                        <a:pt x="24" y="43"/>
                      </a:cubicBezTo>
                      <a:cubicBezTo>
                        <a:pt x="10" y="39"/>
                        <a:pt x="0" y="27"/>
                        <a:pt x="3" y="16"/>
                      </a:cubicBezTo>
                      <a:cubicBezTo>
                        <a:pt x="6" y="5"/>
                        <a:pt x="20" y="0"/>
                        <a:pt x="35" y="3"/>
                      </a:cubicBezTo>
                      <a:cubicBezTo>
                        <a:pt x="49" y="7"/>
                        <a:pt x="58" y="19"/>
                        <a:pt x="56" y="30"/>
                      </a:cubicBezTo>
                      <a:cubicBezTo>
                        <a:pt x="54" y="35"/>
                        <a:pt x="50" y="40"/>
                        <a:pt x="44" y="42"/>
                      </a:cubicBezTo>
                      <a:cubicBezTo>
                        <a:pt x="41" y="43"/>
                        <a:pt x="37" y="44"/>
                        <a:pt x="33" y="44"/>
                      </a:cubicBezTo>
                      <a:close/>
                      <a:moveTo>
                        <a:pt x="26" y="7"/>
                      </a:moveTo>
                      <a:cubicBezTo>
                        <a:pt x="17" y="7"/>
                        <a:pt x="9" y="11"/>
                        <a:pt x="8" y="18"/>
                      </a:cubicBezTo>
                      <a:cubicBezTo>
                        <a:pt x="5" y="26"/>
                        <a:pt x="13" y="35"/>
                        <a:pt x="25" y="39"/>
                      </a:cubicBezTo>
                      <a:cubicBezTo>
                        <a:pt x="31" y="40"/>
                        <a:pt x="37" y="40"/>
                        <a:pt x="42" y="38"/>
                      </a:cubicBezTo>
                      <a:cubicBezTo>
                        <a:pt x="47" y="36"/>
                        <a:pt x="50" y="33"/>
                        <a:pt x="51" y="29"/>
                      </a:cubicBezTo>
                      <a:cubicBezTo>
                        <a:pt x="53" y="20"/>
                        <a:pt x="45" y="11"/>
                        <a:pt x="33" y="8"/>
                      </a:cubicBezTo>
                      <a:cubicBezTo>
                        <a:pt x="31" y="7"/>
                        <a:pt x="28" y="7"/>
                        <a:pt x="26" y="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31" name="ïślïḋé"/>
                <p:cNvSpPr/>
                <p:nvPr userDrawn="1"/>
              </p:nvSpPr>
              <p:spPr bwMode="auto">
                <a:xfrm>
                  <a:off x="4522703" y="1909417"/>
                  <a:ext cx="95299" cy="162874"/>
                </a:xfrm>
                <a:custGeom>
                  <a:avLst/>
                  <a:gdLst>
                    <a:gd name="T0" fmla="*/ 1 w 26"/>
                    <a:gd name="T1" fmla="*/ 19 h 45"/>
                    <a:gd name="T2" fmla="*/ 0 w 26"/>
                    <a:gd name="T3" fmla="*/ 36 h 45"/>
                    <a:gd name="T4" fmla="*/ 21 w 26"/>
                    <a:gd name="T5" fmla="*/ 41 h 45"/>
                    <a:gd name="T6" fmla="*/ 25 w 26"/>
                    <a:gd name="T7" fmla="*/ 16 h 45"/>
                    <a:gd name="T8" fmla="*/ 1 w 26"/>
                    <a:gd name="T9" fmla="*/ 19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" h="45">
                      <a:moveTo>
                        <a:pt x="1" y="19"/>
                      </a:moveTo>
                      <a:cubicBezTo>
                        <a:pt x="1" y="19"/>
                        <a:pt x="1" y="21"/>
                        <a:pt x="0" y="36"/>
                      </a:cubicBezTo>
                      <a:cubicBezTo>
                        <a:pt x="0" y="41"/>
                        <a:pt x="17" y="45"/>
                        <a:pt x="21" y="41"/>
                      </a:cubicBezTo>
                      <a:cubicBezTo>
                        <a:pt x="25" y="37"/>
                        <a:pt x="24" y="32"/>
                        <a:pt x="25" y="16"/>
                      </a:cubicBezTo>
                      <a:cubicBezTo>
                        <a:pt x="26" y="0"/>
                        <a:pt x="1" y="19"/>
                        <a:pt x="1" y="19"/>
                      </a:cubicBezTo>
                      <a:close/>
                    </a:path>
                  </a:pathLst>
                </a:custGeom>
                <a:solidFill>
                  <a:srgbClr val="FFC2B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32" name="ïS1îďè"/>
                <p:cNvSpPr/>
                <p:nvPr userDrawn="1"/>
              </p:nvSpPr>
              <p:spPr bwMode="auto">
                <a:xfrm>
                  <a:off x="4522703" y="1968329"/>
                  <a:ext cx="90101" cy="74507"/>
                </a:xfrm>
                <a:custGeom>
                  <a:avLst/>
                  <a:gdLst>
                    <a:gd name="T0" fmla="*/ 25 w 25"/>
                    <a:gd name="T1" fmla="*/ 0 h 21"/>
                    <a:gd name="T2" fmla="*/ 0 w 25"/>
                    <a:gd name="T3" fmla="*/ 21 h 21"/>
                    <a:gd name="T4" fmla="*/ 1 w 25"/>
                    <a:gd name="T5" fmla="*/ 7 h 21"/>
                    <a:gd name="T6" fmla="*/ 25 w 25"/>
                    <a:gd name="T7" fmla="*/ 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21">
                      <a:moveTo>
                        <a:pt x="25" y="0"/>
                      </a:moveTo>
                      <a:cubicBezTo>
                        <a:pt x="25" y="0"/>
                        <a:pt x="21" y="15"/>
                        <a:pt x="0" y="21"/>
                      </a:cubicBezTo>
                      <a:cubicBezTo>
                        <a:pt x="1" y="7"/>
                        <a:pt x="1" y="7"/>
                        <a:pt x="1" y="7"/>
                      </a:cubicBezTo>
                      <a:lnTo>
                        <a:pt x="25" y="0"/>
                      </a:lnTo>
                      <a:close/>
                    </a:path>
                  </a:pathLst>
                </a:custGeom>
                <a:solidFill>
                  <a:srgbClr val="EA9C9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33" name="ïṣḻíḋé"/>
                <p:cNvSpPr/>
                <p:nvPr userDrawn="1"/>
              </p:nvSpPr>
              <p:spPr bwMode="auto">
                <a:xfrm>
                  <a:off x="4382354" y="1715354"/>
                  <a:ext cx="296293" cy="296293"/>
                </a:xfrm>
                <a:custGeom>
                  <a:avLst/>
                  <a:gdLst>
                    <a:gd name="T0" fmla="*/ 77 w 82"/>
                    <a:gd name="T1" fmla="*/ 32 h 82"/>
                    <a:gd name="T2" fmla="*/ 50 w 82"/>
                    <a:gd name="T3" fmla="*/ 77 h 82"/>
                    <a:gd name="T4" fmla="*/ 5 w 82"/>
                    <a:gd name="T5" fmla="*/ 50 h 82"/>
                    <a:gd name="T6" fmla="*/ 32 w 82"/>
                    <a:gd name="T7" fmla="*/ 5 h 82"/>
                    <a:gd name="T8" fmla="*/ 77 w 82"/>
                    <a:gd name="T9" fmla="*/ 32 h 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82">
                      <a:moveTo>
                        <a:pt x="77" y="32"/>
                      </a:moveTo>
                      <a:cubicBezTo>
                        <a:pt x="82" y="51"/>
                        <a:pt x="70" y="72"/>
                        <a:pt x="50" y="77"/>
                      </a:cubicBezTo>
                      <a:cubicBezTo>
                        <a:pt x="30" y="82"/>
                        <a:pt x="10" y="70"/>
                        <a:pt x="5" y="50"/>
                      </a:cubicBezTo>
                      <a:cubicBezTo>
                        <a:pt x="0" y="30"/>
                        <a:pt x="12" y="10"/>
                        <a:pt x="32" y="5"/>
                      </a:cubicBezTo>
                      <a:cubicBezTo>
                        <a:pt x="51" y="0"/>
                        <a:pt x="71" y="12"/>
                        <a:pt x="77" y="32"/>
                      </a:cubicBezTo>
                      <a:close/>
                    </a:path>
                  </a:pathLst>
                </a:custGeom>
                <a:solidFill>
                  <a:srgbClr val="FFC2B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34" name="íṩḻïḓe"/>
                <p:cNvSpPr/>
                <p:nvPr userDrawn="1"/>
              </p:nvSpPr>
              <p:spPr bwMode="auto">
                <a:xfrm>
                  <a:off x="4385820" y="1834911"/>
                  <a:ext cx="173271" cy="64111"/>
                </a:xfrm>
                <a:custGeom>
                  <a:avLst/>
                  <a:gdLst>
                    <a:gd name="T0" fmla="*/ 48 w 48"/>
                    <a:gd name="T1" fmla="*/ 9 h 18"/>
                    <a:gd name="T2" fmla="*/ 14 w 48"/>
                    <a:gd name="T3" fmla="*/ 18 h 18"/>
                    <a:gd name="T4" fmla="*/ 3 w 48"/>
                    <a:gd name="T5" fmla="*/ 6 h 18"/>
                    <a:gd name="T6" fmla="*/ 45 w 48"/>
                    <a:gd name="T7" fmla="*/ 0 h 18"/>
                    <a:gd name="T8" fmla="*/ 48 w 48"/>
                    <a:gd name="T9" fmla="*/ 9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8" h="18">
                      <a:moveTo>
                        <a:pt x="48" y="9"/>
                      </a:moveTo>
                      <a:cubicBezTo>
                        <a:pt x="48" y="9"/>
                        <a:pt x="28" y="18"/>
                        <a:pt x="14" y="18"/>
                      </a:cubicBezTo>
                      <a:cubicBezTo>
                        <a:pt x="0" y="18"/>
                        <a:pt x="3" y="6"/>
                        <a:pt x="3" y="6"/>
                      </a:cubicBezTo>
                      <a:cubicBezTo>
                        <a:pt x="45" y="0"/>
                        <a:pt x="45" y="0"/>
                        <a:pt x="45" y="0"/>
                      </a:cubicBezTo>
                      <a:lnTo>
                        <a:pt x="48" y="9"/>
                      </a:lnTo>
                      <a:close/>
                    </a:path>
                  </a:pathLst>
                </a:custGeom>
                <a:solidFill>
                  <a:srgbClr val="EA9C9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35" name="îş1íḍe"/>
                <p:cNvSpPr/>
                <p:nvPr userDrawn="1"/>
              </p:nvSpPr>
              <p:spPr bwMode="auto">
                <a:xfrm>
                  <a:off x="4314778" y="1618323"/>
                  <a:ext cx="414117" cy="327482"/>
                </a:xfrm>
                <a:custGeom>
                  <a:avLst/>
                  <a:gdLst>
                    <a:gd name="T0" fmla="*/ 30 w 115"/>
                    <a:gd name="T1" fmla="*/ 72 h 91"/>
                    <a:gd name="T2" fmla="*/ 63 w 115"/>
                    <a:gd name="T3" fmla="*/ 67 h 91"/>
                    <a:gd name="T4" fmla="*/ 72 w 115"/>
                    <a:gd name="T5" fmla="*/ 73 h 91"/>
                    <a:gd name="T6" fmla="*/ 75 w 115"/>
                    <a:gd name="T7" fmla="*/ 75 h 91"/>
                    <a:gd name="T8" fmla="*/ 88 w 115"/>
                    <a:gd name="T9" fmla="*/ 64 h 91"/>
                    <a:gd name="T10" fmla="*/ 92 w 115"/>
                    <a:gd name="T11" fmla="*/ 74 h 91"/>
                    <a:gd name="T12" fmla="*/ 91 w 115"/>
                    <a:gd name="T13" fmla="*/ 90 h 91"/>
                    <a:gd name="T14" fmla="*/ 96 w 115"/>
                    <a:gd name="T15" fmla="*/ 38 h 91"/>
                    <a:gd name="T16" fmla="*/ 22 w 115"/>
                    <a:gd name="T17" fmla="*/ 28 h 91"/>
                    <a:gd name="T18" fmla="*/ 7 w 115"/>
                    <a:gd name="T19" fmla="*/ 29 h 91"/>
                    <a:gd name="T20" fmla="*/ 30 w 115"/>
                    <a:gd name="T21" fmla="*/ 72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15" h="91">
                      <a:moveTo>
                        <a:pt x="30" y="72"/>
                      </a:moveTo>
                      <a:cubicBezTo>
                        <a:pt x="30" y="72"/>
                        <a:pt x="47" y="64"/>
                        <a:pt x="63" y="67"/>
                      </a:cubicBezTo>
                      <a:cubicBezTo>
                        <a:pt x="67" y="68"/>
                        <a:pt x="70" y="70"/>
                        <a:pt x="72" y="73"/>
                      </a:cubicBezTo>
                      <a:cubicBezTo>
                        <a:pt x="73" y="74"/>
                        <a:pt x="74" y="75"/>
                        <a:pt x="75" y="75"/>
                      </a:cubicBezTo>
                      <a:cubicBezTo>
                        <a:pt x="78" y="75"/>
                        <a:pt x="82" y="64"/>
                        <a:pt x="88" y="64"/>
                      </a:cubicBezTo>
                      <a:cubicBezTo>
                        <a:pt x="93" y="63"/>
                        <a:pt x="97" y="67"/>
                        <a:pt x="92" y="74"/>
                      </a:cubicBezTo>
                      <a:cubicBezTo>
                        <a:pt x="88" y="81"/>
                        <a:pt x="89" y="89"/>
                        <a:pt x="91" y="90"/>
                      </a:cubicBezTo>
                      <a:cubicBezTo>
                        <a:pt x="93" y="91"/>
                        <a:pt x="115" y="75"/>
                        <a:pt x="96" y="38"/>
                      </a:cubicBezTo>
                      <a:cubicBezTo>
                        <a:pt x="77" y="0"/>
                        <a:pt x="29" y="20"/>
                        <a:pt x="22" y="28"/>
                      </a:cubicBezTo>
                      <a:cubicBezTo>
                        <a:pt x="22" y="28"/>
                        <a:pt x="14" y="35"/>
                        <a:pt x="7" y="29"/>
                      </a:cubicBezTo>
                      <a:cubicBezTo>
                        <a:pt x="7" y="29"/>
                        <a:pt x="0" y="82"/>
                        <a:pt x="30" y="72"/>
                      </a:cubicBezTo>
                      <a:close/>
                    </a:path>
                  </a:pathLst>
                </a:custGeom>
                <a:solidFill>
                  <a:srgbClr val="FF2C9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36" name="íşḷïďê"/>
                <p:cNvSpPr/>
                <p:nvPr userDrawn="1"/>
              </p:nvSpPr>
              <p:spPr bwMode="auto">
                <a:xfrm>
                  <a:off x="4448197" y="2373782"/>
                  <a:ext cx="337878" cy="417583"/>
                </a:xfrm>
                <a:custGeom>
                  <a:avLst/>
                  <a:gdLst>
                    <a:gd name="T0" fmla="*/ 61 w 94"/>
                    <a:gd name="T1" fmla="*/ 16 h 116"/>
                    <a:gd name="T2" fmla="*/ 61 w 94"/>
                    <a:gd name="T3" fmla="*/ 44 h 116"/>
                    <a:gd name="T4" fmla="*/ 57 w 94"/>
                    <a:gd name="T5" fmla="*/ 53 h 116"/>
                    <a:gd name="T6" fmla="*/ 0 w 94"/>
                    <a:gd name="T7" fmla="*/ 105 h 116"/>
                    <a:gd name="T8" fmla="*/ 6 w 94"/>
                    <a:gd name="T9" fmla="*/ 116 h 116"/>
                    <a:gd name="T10" fmla="*/ 82 w 94"/>
                    <a:gd name="T11" fmla="*/ 60 h 116"/>
                    <a:gd name="T12" fmla="*/ 89 w 94"/>
                    <a:gd name="T13" fmla="*/ 49 h 116"/>
                    <a:gd name="T14" fmla="*/ 94 w 94"/>
                    <a:gd name="T15" fmla="*/ 0 h 116"/>
                    <a:gd name="T16" fmla="*/ 61 w 94"/>
                    <a:gd name="T17" fmla="*/ 16 h 1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4" h="116">
                      <a:moveTo>
                        <a:pt x="61" y="16"/>
                      </a:moveTo>
                      <a:cubicBezTo>
                        <a:pt x="61" y="44"/>
                        <a:pt x="61" y="44"/>
                        <a:pt x="61" y="44"/>
                      </a:cubicBezTo>
                      <a:cubicBezTo>
                        <a:pt x="61" y="48"/>
                        <a:pt x="60" y="51"/>
                        <a:pt x="57" y="53"/>
                      </a:cubicBezTo>
                      <a:cubicBezTo>
                        <a:pt x="0" y="105"/>
                        <a:pt x="0" y="105"/>
                        <a:pt x="0" y="105"/>
                      </a:cubicBezTo>
                      <a:cubicBezTo>
                        <a:pt x="6" y="116"/>
                        <a:pt x="6" y="116"/>
                        <a:pt x="6" y="116"/>
                      </a:cubicBezTo>
                      <a:cubicBezTo>
                        <a:pt x="82" y="60"/>
                        <a:pt x="82" y="60"/>
                        <a:pt x="82" y="60"/>
                      </a:cubicBezTo>
                      <a:cubicBezTo>
                        <a:pt x="86" y="58"/>
                        <a:pt x="88" y="54"/>
                        <a:pt x="89" y="49"/>
                      </a:cubicBezTo>
                      <a:cubicBezTo>
                        <a:pt x="94" y="0"/>
                        <a:pt x="94" y="0"/>
                        <a:pt x="94" y="0"/>
                      </a:cubicBezTo>
                      <a:lnTo>
                        <a:pt x="61" y="16"/>
                      </a:lnTo>
                      <a:close/>
                    </a:path>
                  </a:pathLst>
                </a:custGeom>
                <a:solidFill>
                  <a:srgbClr val="FFC2B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37" name="ï$ḻïḑè"/>
                <p:cNvSpPr/>
                <p:nvPr userDrawn="1"/>
              </p:nvSpPr>
              <p:spPr bwMode="auto">
                <a:xfrm>
                  <a:off x="4605873" y="2108679"/>
                  <a:ext cx="230450" cy="381195"/>
                </a:xfrm>
                <a:custGeom>
                  <a:avLst/>
                  <a:gdLst>
                    <a:gd name="T0" fmla="*/ 40 w 64"/>
                    <a:gd name="T1" fmla="*/ 0 h 106"/>
                    <a:gd name="T2" fmla="*/ 64 w 64"/>
                    <a:gd name="T3" fmla="*/ 96 h 106"/>
                    <a:gd name="T4" fmla="*/ 17 w 64"/>
                    <a:gd name="T5" fmla="*/ 100 h 106"/>
                    <a:gd name="T6" fmla="*/ 40 w 64"/>
                    <a:gd name="T7" fmla="*/ 0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4" h="106">
                      <a:moveTo>
                        <a:pt x="40" y="0"/>
                      </a:moveTo>
                      <a:cubicBezTo>
                        <a:pt x="40" y="0"/>
                        <a:pt x="57" y="27"/>
                        <a:pt x="64" y="96"/>
                      </a:cubicBezTo>
                      <a:cubicBezTo>
                        <a:pt x="64" y="96"/>
                        <a:pt x="34" y="106"/>
                        <a:pt x="17" y="100"/>
                      </a:cubicBezTo>
                      <a:cubicBezTo>
                        <a:pt x="0" y="95"/>
                        <a:pt x="40" y="0"/>
                        <a:pt x="40" y="0"/>
                      </a:cubicBezTo>
                      <a:close/>
                    </a:path>
                  </a:pathLst>
                </a:custGeom>
                <a:solidFill>
                  <a:srgbClr val="983BE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38" name="iśḷíḋe"/>
                <p:cNvSpPr/>
                <p:nvPr userDrawn="1"/>
              </p:nvSpPr>
              <p:spPr bwMode="auto">
                <a:xfrm>
                  <a:off x="4628398" y="2229968"/>
                  <a:ext cx="27723" cy="230450"/>
                </a:xfrm>
                <a:custGeom>
                  <a:avLst/>
                  <a:gdLst>
                    <a:gd name="T0" fmla="*/ 8 w 8"/>
                    <a:gd name="T1" fmla="*/ 0 h 64"/>
                    <a:gd name="T2" fmla="*/ 1 w 8"/>
                    <a:gd name="T3" fmla="*/ 54 h 64"/>
                    <a:gd name="T4" fmla="*/ 8 w 8"/>
                    <a:gd name="T5" fmla="*/ 64 h 64"/>
                    <a:gd name="T6" fmla="*/ 8 w 8"/>
                    <a:gd name="T7" fmla="*/ 64 h 64"/>
                    <a:gd name="T8" fmla="*/ 8 w 8"/>
                    <a:gd name="T9" fmla="*/ 0 h 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" h="64">
                      <a:moveTo>
                        <a:pt x="8" y="0"/>
                      </a:moveTo>
                      <a:cubicBezTo>
                        <a:pt x="8" y="0"/>
                        <a:pt x="1" y="36"/>
                        <a:pt x="1" y="54"/>
                      </a:cubicBezTo>
                      <a:cubicBezTo>
                        <a:pt x="0" y="58"/>
                        <a:pt x="3" y="63"/>
                        <a:pt x="8" y="64"/>
                      </a:cubicBezTo>
                      <a:cubicBezTo>
                        <a:pt x="8" y="64"/>
                        <a:pt x="8" y="64"/>
                        <a:pt x="8" y="64"/>
                      </a:cubicBezTo>
                      <a:lnTo>
                        <a:pt x="8" y="0"/>
                      </a:lnTo>
                      <a:close/>
                    </a:path>
                  </a:pathLst>
                </a:custGeom>
                <a:solidFill>
                  <a:srgbClr val="6614C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39" name="íṣļîḋé"/>
                <p:cNvSpPr/>
                <p:nvPr userDrawn="1"/>
              </p:nvSpPr>
              <p:spPr bwMode="auto">
                <a:xfrm>
                  <a:off x="3983832" y="2701264"/>
                  <a:ext cx="618576" cy="363868"/>
                </a:xfrm>
                <a:custGeom>
                  <a:avLst/>
                  <a:gdLst>
                    <a:gd name="T0" fmla="*/ 172 w 172"/>
                    <a:gd name="T1" fmla="*/ 51 h 101"/>
                    <a:gd name="T2" fmla="*/ 159 w 172"/>
                    <a:gd name="T3" fmla="*/ 49 h 101"/>
                    <a:gd name="T4" fmla="*/ 77 w 172"/>
                    <a:gd name="T5" fmla="*/ 2 h 101"/>
                    <a:gd name="T6" fmla="*/ 66 w 172"/>
                    <a:gd name="T7" fmla="*/ 2 h 101"/>
                    <a:gd name="T8" fmla="*/ 8 w 172"/>
                    <a:gd name="T9" fmla="*/ 36 h 101"/>
                    <a:gd name="T10" fmla="*/ 0 w 172"/>
                    <a:gd name="T11" fmla="*/ 35 h 101"/>
                    <a:gd name="T12" fmla="*/ 0 w 172"/>
                    <a:gd name="T13" fmla="*/ 43 h 101"/>
                    <a:gd name="T14" fmla="*/ 0 w 172"/>
                    <a:gd name="T15" fmla="*/ 43 h 101"/>
                    <a:gd name="T16" fmla="*/ 2 w 172"/>
                    <a:gd name="T17" fmla="*/ 45 h 101"/>
                    <a:gd name="T18" fmla="*/ 96 w 172"/>
                    <a:gd name="T19" fmla="*/ 99 h 101"/>
                    <a:gd name="T20" fmla="*/ 106 w 172"/>
                    <a:gd name="T21" fmla="*/ 99 h 101"/>
                    <a:gd name="T22" fmla="*/ 169 w 172"/>
                    <a:gd name="T23" fmla="*/ 62 h 101"/>
                    <a:gd name="T24" fmla="*/ 172 w 172"/>
                    <a:gd name="T25" fmla="*/ 59 h 101"/>
                    <a:gd name="T26" fmla="*/ 172 w 172"/>
                    <a:gd name="T27" fmla="*/ 59 h 101"/>
                    <a:gd name="T28" fmla="*/ 172 w 172"/>
                    <a:gd name="T29" fmla="*/ 51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172" h="101">
                      <a:moveTo>
                        <a:pt x="172" y="51"/>
                      </a:moveTo>
                      <a:cubicBezTo>
                        <a:pt x="159" y="49"/>
                        <a:pt x="159" y="49"/>
                        <a:pt x="159" y="49"/>
                      </a:cubicBezTo>
                      <a:cubicBezTo>
                        <a:pt x="77" y="2"/>
                        <a:pt x="77" y="2"/>
                        <a:pt x="77" y="2"/>
                      </a:cubicBezTo>
                      <a:cubicBezTo>
                        <a:pt x="74" y="0"/>
                        <a:pt x="70" y="0"/>
                        <a:pt x="66" y="2"/>
                      </a:cubicBezTo>
                      <a:cubicBezTo>
                        <a:pt x="8" y="36"/>
                        <a:pt x="8" y="36"/>
                        <a:pt x="8" y="36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0" y="43"/>
                        <a:pt x="0" y="43"/>
                        <a:pt x="0" y="43"/>
                      </a:cubicBezTo>
                      <a:cubicBezTo>
                        <a:pt x="0" y="43"/>
                        <a:pt x="0" y="43"/>
                        <a:pt x="0" y="43"/>
                      </a:cubicBezTo>
                      <a:cubicBezTo>
                        <a:pt x="0" y="44"/>
                        <a:pt x="1" y="45"/>
                        <a:pt x="2" y="45"/>
                      </a:cubicBezTo>
                      <a:cubicBezTo>
                        <a:pt x="96" y="99"/>
                        <a:pt x="96" y="99"/>
                        <a:pt x="96" y="99"/>
                      </a:cubicBezTo>
                      <a:cubicBezTo>
                        <a:pt x="98" y="101"/>
                        <a:pt x="103" y="100"/>
                        <a:pt x="106" y="99"/>
                      </a:cubicBezTo>
                      <a:cubicBezTo>
                        <a:pt x="169" y="62"/>
                        <a:pt x="169" y="62"/>
                        <a:pt x="169" y="62"/>
                      </a:cubicBezTo>
                      <a:cubicBezTo>
                        <a:pt x="171" y="61"/>
                        <a:pt x="172" y="60"/>
                        <a:pt x="172" y="59"/>
                      </a:cubicBezTo>
                      <a:cubicBezTo>
                        <a:pt x="172" y="59"/>
                        <a:pt x="172" y="59"/>
                        <a:pt x="172" y="59"/>
                      </a:cubicBezTo>
                      <a:lnTo>
                        <a:pt x="172" y="51"/>
                      </a:lnTo>
                      <a:close/>
                    </a:path>
                  </a:pathLst>
                </a:custGeom>
                <a:solidFill>
                  <a:srgbClr val="173D7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40" name="ísļíḋe"/>
                <p:cNvSpPr/>
                <p:nvPr userDrawn="1"/>
              </p:nvSpPr>
              <p:spPr bwMode="auto">
                <a:xfrm>
                  <a:off x="3983832" y="2767107"/>
                  <a:ext cx="395057" cy="294560"/>
                </a:xfrm>
                <a:custGeom>
                  <a:avLst/>
                  <a:gdLst>
                    <a:gd name="T0" fmla="*/ 110 w 110"/>
                    <a:gd name="T1" fmla="*/ 3 h 82"/>
                    <a:gd name="T2" fmla="*/ 104 w 110"/>
                    <a:gd name="T3" fmla="*/ 0 h 82"/>
                    <a:gd name="T4" fmla="*/ 40 w 110"/>
                    <a:gd name="T5" fmla="*/ 0 h 82"/>
                    <a:gd name="T6" fmla="*/ 8 w 110"/>
                    <a:gd name="T7" fmla="*/ 18 h 82"/>
                    <a:gd name="T8" fmla="*/ 0 w 110"/>
                    <a:gd name="T9" fmla="*/ 17 h 82"/>
                    <a:gd name="T10" fmla="*/ 0 w 110"/>
                    <a:gd name="T11" fmla="*/ 25 h 82"/>
                    <a:gd name="T12" fmla="*/ 0 w 110"/>
                    <a:gd name="T13" fmla="*/ 25 h 82"/>
                    <a:gd name="T14" fmla="*/ 2 w 110"/>
                    <a:gd name="T15" fmla="*/ 27 h 82"/>
                    <a:gd name="T16" fmla="*/ 96 w 110"/>
                    <a:gd name="T17" fmla="*/ 81 h 82"/>
                    <a:gd name="T18" fmla="*/ 101 w 110"/>
                    <a:gd name="T19" fmla="*/ 82 h 82"/>
                    <a:gd name="T20" fmla="*/ 110 w 110"/>
                    <a:gd name="T21" fmla="*/ 3 h 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10" h="82">
                      <a:moveTo>
                        <a:pt x="110" y="3"/>
                      </a:moveTo>
                      <a:cubicBezTo>
                        <a:pt x="104" y="0"/>
                        <a:pt x="104" y="0"/>
                        <a:pt x="104" y="0"/>
                      </a:cubicBezTo>
                      <a:cubicBezTo>
                        <a:pt x="40" y="0"/>
                        <a:pt x="40" y="0"/>
                        <a:pt x="40" y="0"/>
                      </a:cubicBezTo>
                      <a:cubicBezTo>
                        <a:pt x="8" y="18"/>
                        <a:pt x="8" y="18"/>
                        <a:pt x="8" y="18"/>
                      </a:cubicBezTo>
                      <a:cubicBezTo>
                        <a:pt x="0" y="17"/>
                        <a:pt x="0" y="17"/>
                        <a:pt x="0" y="17"/>
                      </a:cubicBezTo>
                      <a:cubicBezTo>
                        <a:pt x="0" y="25"/>
                        <a:pt x="0" y="25"/>
                        <a:pt x="0" y="25"/>
                      </a:cubicBezTo>
                      <a:cubicBezTo>
                        <a:pt x="0" y="25"/>
                        <a:pt x="0" y="25"/>
                        <a:pt x="0" y="25"/>
                      </a:cubicBezTo>
                      <a:cubicBezTo>
                        <a:pt x="0" y="26"/>
                        <a:pt x="1" y="27"/>
                        <a:pt x="2" y="27"/>
                      </a:cubicBezTo>
                      <a:cubicBezTo>
                        <a:pt x="96" y="81"/>
                        <a:pt x="96" y="81"/>
                        <a:pt x="96" y="81"/>
                      </a:cubicBezTo>
                      <a:cubicBezTo>
                        <a:pt x="97" y="82"/>
                        <a:pt x="99" y="82"/>
                        <a:pt x="101" y="82"/>
                      </a:cubicBezTo>
                      <a:lnTo>
                        <a:pt x="110" y="3"/>
                      </a:lnTo>
                      <a:close/>
                    </a:path>
                  </a:pathLst>
                </a:custGeom>
                <a:solidFill>
                  <a:srgbClr val="396C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41" name="íṡḷïde"/>
                <p:cNvSpPr/>
                <p:nvPr userDrawn="1"/>
              </p:nvSpPr>
              <p:spPr bwMode="auto">
                <a:xfrm>
                  <a:off x="3983832" y="2827751"/>
                  <a:ext cx="13862" cy="39853"/>
                </a:xfrm>
                <a:custGeom>
                  <a:avLst/>
                  <a:gdLst>
                    <a:gd name="T0" fmla="*/ 4 w 4"/>
                    <a:gd name="T1" fmla="*/ 0 h 11"/>
                    <a:gd name="T2" fmla="*/ 0 w 4"/>
                    <a:gd name="T3" fmla="*/ 0 h 11"/>
                    <a:gd name="T4" fmla="*/ 0 w 4"/>
                    <a:gd name="T5" fmla="*/ 8 h 11"/>
                    <a:gd name="T6" fmla="*/ 0 w 4"/>
                    <a:gd name="T7" fmla="*/ 8 h 11"/>
                    <a:gd name="T8" fmla="*/ 2 w 4"/>
                    <a:gd name="T9" fmla="*/ 10 h 11"/>
                    <a:gd name="T10" fmla="*/ 4 w 4"/>
                    <a:gd name="T11" fmla="*/ 11 h 11"/>
                    <a:gd name="T12" fmla="*/ 4 w 4"/>
                    <a:gd name="T13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" h="11">
                      <a:moveTo>
                        <a:pt x="4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9"/>
                        <a:pt x="1" y="10"/>
                        <a:pt x="2" y="10"/>
                      </a:cubicBezTo>
                      <a:cubicBezTo>
                        <a:pt x="4" y="11"/>
                        <a:pt x="4" y="11"/>
                        <a:pt x="4" y="11"/>
                      </a:cubicBez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5793C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42" name="îsḷïḍê"/>
                <p:cNvSpPr/>
                <p:nvPr userDrawn="1"/>
              </p:nvSpPr>
              <p:spPr bwMode="auto">
                <a:xfrm>
                  <a:off x="4328640" y="3011418"/>
                  <a:ext cx="32922" cy="50249"/>
                </a:xfrm>
                <a:custGeom>
                  <a:avLst/>
                  <a:gdLst>
                    <a:gd name="T0" fmla="*/ 0 w 9"/>
                    <a:gd name="T1" fmla="*/ 14 h 14"/>
                    <a:gd name="T2" fmla="*/ 9 w 9"/>
                    <a:gd name="T3" fmla="*/ 13 h 14"/>
                    <a:gd name="T4" fmla="*/ 9 w 9"/>
                    <a:gd name="T5" fmla="*/ 0 h 14"/>
                    <a:gd name="T6" fmla="*/ 0 w 9"/>
                    <a:gd name="T7" fmla="*/ 0 h 14"/>
                    <a:gd name="T8" fmla="*/ 0 w 9"/>
                    <a:gd name="T9" fmla="*/ 14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" h="14">
                      <a:moveTo>
                        <a:pt x="0" y="14"/>
                      </a:moveTo>
                      <a:cubicBezTo>
                        <a:pt x="3" y="14"/>
                        <a:pt x="7" y="14"/>
                        <a:pt x="9" y="13"/>
                      </a:cubicBezTo>
                      <a:cubicBezTo>
                        <a:pt x="9" y="0"/>
                        <a:pt x="9" y="0"/>
                        <a:pt x="9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0" y="14"/>
                      </a:lnTo>
                      <a:close/>
                    </a:path>
                  </a:pathLst>
                </a:custGeom>
                <a:solidFill>
                  <a:srgbClr val="274F8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43" name="îṡḷîḑè"/>
                <p:cNvSpPr/>
                <p:nvPr userDrawn="1"/>
              </p:nvSpPr>
              <p:spPr bwMode="auto">
                <a:xfrm>
                  <a:off x="3983832" y="2677006"/>
                  <a:ext cx="622042" cy="360403"/>
                </a:xfrm>
                <a:custGeom>
                  <a:avLst/>
                  <a:gdLst>
                    <a:gd name="T0" fmla="*/ 96 w 173"/>
                    <a:gd name="T1" fmla="*/ 98 h 100"/>
                    <a:gd name="T2" fmla="*/ 2 w 173"/>
                    <a:gd name="T3" fmla="*/ 45 h 100"/>
                    <a:gd name="T4" fmla="*/ 3 w 173"/>
                    <a:gd name="T5" fmla="*/ 39 h 100"/>
                    <a:gd name="T6" fmla="*/ 66 w 173"/>
                    <a:gd name="T7" fmla="*/ 2 h 100"/>
                    <a:gd name="T8" fmla="*/ 77 w 173"/>
                    <a:gd name="T9" fmla="*/ 2 h 100"/>
                    <a:gd name="T10" fmla="*/ 170 w 173"/>
                    <a:gd name="T11" fmla="*/ 55 h 100"/>
                    <a:gd name="T12" fmla="*/ 169 w 173"/>
                    <a:gd name="T13" fmla="*/ 61 h 100"/>
                    <a:gd name="T14" fmla="*/ 106 w 173"/>
                    <a:gd name="T15" fmla="*/ 98 h 100"/>
                    <a:gd name="T16" fmla="*/ 96 w 173"/>
                    <a:gd name="T17" fmla="*/ 98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73" h="100">
                      <a:moveTo>
                        <a:pt x="96" y="98"/>
                      </a:moveTo>
                      <a:cubicBezTo>
                        <a:pt x="2" y="45"/>
                        <a:pt x="2" y="45"/>
                        <a:pt x="2" y="45"/>
                      </a:cubicBezTo>
                      <a:cubicBezTo>
                        <a:pt x="0" y="43"/>
                        <a:pt x="0" y="40"/>
                        <a:pt x="3" y="39"/>
                      </a:cubicBezTo>
                      <a:cubicBezTo>
                        <a:pt x="66" y="2"/>
                        <a:pt x="66" y="2"/>
                        <a:pt x="66" y="2"/>
                      </a:cubicBezTo>
                      <a:cubicBezTo>
                        <a:pt x="70" y="0"/>
                        <a:pt x="74" y="0"/>
                        <a:pt x="77" y="2"/>
                      </a:cubicBezTo>
                      <a:cubicBezTo>
                        <a:pt x="170" y="55"/>
                        <a:pt x="170" y="55"/>
                        <a:pt x="170" y="55"/>
                      </a:cubicBezTo>
                      <a:cubicBezTo>
                        <a:pt x="173" y="57"/>
                        <a:pt x="172" y="60"/>
                        <a:pt x="169" y="61"/>
                      </a:cubicBezTo>
                      <a:cubicBezTo>
                        <a:pt x="106" y="98"/>
                        <a:pt x="106" y="98"/>
                        <a:pt x="106" y="98"/>
                      </a:cubicBezTo>
                      <a:cubicBezTo>
                        <a:pt x="103" y="100"/>
                        <a:pt x="98" y="100"/>
                        <a:pt x="96" y="9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44" name="iṩḷiďê"/>
                <p:cNvSpPr/>
                <p:nvPr userDrawn="1"/>
              </p:nvSpPr>
              <p:spPr bwMode="auto">
                <a:xfrm>
                  <a:off x="4034080" y="2748047"/>
                  <a:ext cx="450503" cy="259906"/>
                </a:xfrm>
                <a:custGeom>
                  <a:avLst/>
                  <a:gdLst>
                    <a:gd name="T0" fmla="*/ 80 w 125"/>
                    <a:gd name="T1" fmla="*/ 70 h 72"/>
                    <a:gd name="T2" fmla="*/ 2 w 125"/>
                    <a:gd name="T3" fmla="*/ 25 h 72"/>
                    <a:gd name="T4" fmla="*/ 3 w 125"/>
                    <a:gd name="T5" fmla="*/ 21 h 72"/>
                    <a:gd name="T6" fmla="*/ 37 w 125"/>
                    <a:gd name="T7" fmla="*/ 1 h 72"/>
                    <a:gd name="T8" fmla="*/ 46 w 125"/>
                    <a:gd name="T9" fmla="*/ 1 h 72"/>
                    <a:gd name="T10" fmla="*/ 123 w 125"/>
                    <a:gd name="T11" fmla="*/ 46 h 72"/>
                    <a:gd name="T12" fmla="*/ 123 w 125"/>
                    <a:gd name="T13" fmla="*/ 51 h 72"/>
                    <a:gd name="T14" fmla="*/ 88 w 125"/>
                    <a:gd name="T15" fmla="*/ 70 h 72"/>
                    <a:gd name="T16" fmla="*/ 80 w 125"/>
                    <a:gd name="T17" fmla="*/ 70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25" h="72">
                      <a:moveTo>
                        <a:pt x="80" y="70"/>
                      </a:moveTo>
                      <a:cubicBezTo>
                        <a:pt x="2" y="25"/>
                        <a:pt x="2" y="25"/>
                        <a:pt x="2" y="25"/>
                      </a:cubicBezTo>
                      <a:cubicBezTo>
                        <a:pt x="0" y="24"/>
                        <a:pt x="0" y="22"/>
                        <a:pt x="3" y="21"/>
                      </a:cubicBezTo>
                      <a:cubicBezTo>
                        <a:pt x="37" y="1"/>
                        <a:pt x="37" y="1"/>
                        <a:pt x="37" y="1"/>
                      </a:cubicBezTo>
                      <a:cubicBezTo>
                        <a:pt x="40" y="0"/>
                        <a:pt x="43" y="0"/>
                        <a:pt x="46" y="1"/>
                      </a:cubicBezTo>
                      <a:cubicBezTo>
                        <a:pt x="123" y="46"/>
                        <a:pt x="123" y="46"/>
                        <a:pt x="123" y="46"/>
                      </a:cubicBezTo>
                      <a:cubicBezTo>
                        <a:pt x="125" y="47"/>
                        <a:pt x="125" y="49"/>
                        <a:pt x="123" y="51"/>
                      </a:cubicBezTo>
                      <a:cubicBezTo>
                        <a:pt x="88" y="70"/>
                        <a:pt x="88" y="70"/>
                        <a:pt x="88" y="70"/>
                      </a:cubicBezTo>
                      <a:cubicBezTo>
                        <a:pt x="86" y="71"/>
                        <a:pt x="82" y="72"/>
                        <a:pt x="80" y="70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45" name="îṧļiḍé"/>
                <p:cNvSpPr/>
                <p:nvPr userDrawn="1"/>
              </p:nvSpPr>
              <p:spPr bwMode="auto">
                <a:xfrm>
                  <a:off x="4228143" y="2651015"/>
                  <a:ext cx="83170" cy="155943"/>
                </a:xfrm>
                <a:custGeom>
                  <a:avLst/>
                  <a:gdLst>
                    <a:gd name="T0" fmla="*/ 2 w 23"/>
                    <a:gd name="T1" fmla="*/ 7 h 43"/>
                    <a:gd name="T2" fmla="*/ 1 w 23"/>
                    <a:gd name="T3" fmla="*/ 14 h 43"/>
                    <a:gd name="T4" fmla="*/ 2 w 23"/>
                    <a:gd name="T5" fmla="*/ 30 h 43"/>
                    <a:gd name="T6" fmla="*/ 3 w 23"/>
                    <a:gd name="T7" fmla="*/ 36 h 43"/>
                    <a:gd name="T8" fmla="*/ 9 w 23"/>
                    <a:gd name="T9" fmla="*/ 42 h 43"/>
                    <a:gd name="T10" fmla="*/ 9 w 23"/>
                    <a:gd name="T11" fmla="*/ 42 h 43"/>
                    <a:gd name="T12" fmla="*/ 14 w 23"/>
                    <a:gd name="T13" fmla="*/ 38 h 43"/>
                    <a:gd name="T14" fmla="*/ 16 w 23"/>
                    <a:gd name="T15" fmla="*/ 24 h 43"/>
                    <a:gd name="T16" fmla="*/ 21 w 23"/>
                    <a:gd name="T17" fmla="*/ 29 h 43"/>
                    <a:gd name="T18" fmla="*/ 15 w 23"/>
                    <a:gd name="T19" fmla="*/ 8 h 43"/>
                    <a:gd name="T20" fmla="*/ 2 w 23"/>
                    <a:gd name="T21" fmla="*/ 7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3" h="43">
                      <a:moveTo>
                        <a:pt x="2" y="7"/>
                      </a:moveTo>
                      <a:cubicBezTo>
                        <a:pt x="1" y="14"/>
                        <a:pt x="1" y="14"/>
                        <a:pt x="1" y="14"/>
                      </a:cubicBezTo>
                      <a:cubicBezTo>
                        <a:pt x="0" y="19"/>
                        <a:pt x="0" y="25"/>
                        <a:pt x="2" y="30"/>
                      </a:cubicBezTo>
                      <a:cubicBezTo>
                        <a:pt x="3" y="36"/>
                        <a:pt x="3" y="36"/>
                        <a:pt x="3" y="36"/>
                      </a:cubicBezTo>
                      <a:cubicBezTo>
                        <a:pt x="3" y="39"/>
                        <a:pt x="6" y="41"/>
                        <a:pt x="9" y="42"/>
                      </a:cubicBezTo>
                      <a:cubicBezTo>
                        <a:pt x="9" y="42"/>
                        <a:pt x="9" y="42"/>
                        <a:pt x="9" y="42"/>
                      </a:cubicBezTo>
                      <a:cubicBezTo>
                        <a:pt x="12" y="43"/>
                        <a:pt x="14" y="41"/>
                        <a:pt x="14" y="38"/>
                      </a:cubicBezTo>
                      <a:cubicBezTo>
                        <a:pt x="16" y="24"/>
                        <a:pt x="16" y="24"/>
                        <a:pt x="16" y="24"/>
                      </a:cubicBezTo>
                      <a:cubicBezTo>
                        <a:pt x="16" y="24"/>
                        <a:pt x="19" y="29"/>
                        <a:pt x="21" y="29"/>
                      </a:cubicBezTo>
                      <a:cubicBezTo>
                        <a:pt x="23" y="29"/>
                        <a:pt x="19" y="15"/>
                        <a:pt x="15" y="8"/>
                      </a:cubicBezTo>
                      <a:cubicBezTo>
                        <a:pt x="11" y="0"/>
                        <a:pt x="2" y="7"/>
                        <a:pt x="2" y="7"/>
                      </a:cubicBezTo>
                      <a:close/>
                    </a:path>
                  </a:pathLst>
                </a:custGeom>
                <a:solidFill>
                  <a:srgbClr val="FFC2B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46" name="iṣ1îḑè"/>
                <p:cNvSpPr/>
                <p:nvPr userDrawn="1"/>
              </p:nvSpPr>
              <p:spPr bwMode="auto">
                <a:xfrm>
                  <a:off x="4214281" y="2236899"/>
                  <a:ext cx="136884" cy="443573"/>
                </a:xfrm>
                <a:custGeom>
                  <a:avLst/>
                  <a:gdLst>
                    <a:gd name="T0" fmla="*/ 38 w 38"/>
                    <a:gd name="T1" fmla="*/ 20 h 123"/>
                    <a:gd name="T2" fmla="*/ 28 w 38"/>
                    <a:gd name="T3" fmla="*/ 40 h 123"/>
                    <a:gd name="T4" fmla="*/ 24 w 38"/>
                    <a:gd name="T5" fmla="*/ 55 h 123"/>
                    <a:gd name="T6" fmla="*/ 19 w 38"/>
                    <a:gd name="T7" fmla="*/ 123 h 123"/>
                    <a:gd name="T8" fmla="*/ 6 w 38"/>
                    <a:gd name="T9" fmla="*/ 122 h 123"/>
                    <a:gd name="T10" fmla="*/ 0 w 38"/>
                    <a:gd name="T11" fmla="*/ 46 h 123"/>
                    <a:gd name="T12" fmla="*/ 0 w 38"/>
                    <a:gd name="T13" fmla="*/ 39 h 123"/>
                    <a:gd name="T14" fmla="*/ 7 w 38"/>
                    <a:gd name="T15" fmla="*/ 0 h 123"/>
                    <a:gd name="T16" fmla="*/ 38 w 38"/>
                    <a:gd name="T17" fmla="*/ 20 h 1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8" h="123">
                      <a:moveTo>
                        <a:pt x="38" y="20"/>
                      </a:moveTo>
                      <a:cubicBezTo>
                        <a:pt x="28" y="40"/>
                        <a:pt x="28" y="40"/>
                        <a:pt x="28" y="40"/>
                      </a:cubicBezTo>
                      <a:cubicBezTo>
                        <a:pt x="25" y="44"/>
                        <a:pt x="24" y="50"/>
                        <a:pt x="24" y="55"/>
                      </a:cubicBezTo>
                      <a:cubicBezTo>
                        <a:pt x="19" y="123"/>
                        <a:pt x="19" y="123"/>
                        <a:pt x="19" y="123"/>
                      </a:cubicBezTo>
                      <a:cubicBezTo>
                        <a:pt x="6" y="122"/>
                        <a:pt x="6" y="122"/>
                        <a:pt x="6" y="122"/>
                      </a:cubicBezTo>
                      <a:cubicBezTo>
                        <a:pt x="0" y="46"/>
                        <a:pt x="0" y="46"/>
                        <a:pt x="0" y="46"/>
                      </a:cubicBezTo>
                      <a:cubicBezTo>
                        <a:pt x="0" y="44"/>
                        <a:pt x="0" y="41"/>
                        <a:pt x="0" y="39"/>
                      </a:cubicBezTo>
                      <a:cubicBezTo>
                        <a:pt x="7" y="0"/>
                        <a:pt x="7" y="0"/>
                        <a:pt x="7" y="0"/>
                      </a:cubicBezTo>
                      <a:lnTo>
                        <a:pt x="38" y="20"/>
                      </a:lnTo>
                      <a:close/>
                    </a:path>
                  </a:pathLst>
                </a:custGeom>
                <a:solidFill>
                  <a:srgbClr val="FFC2B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47" name="ïślïḑe"/>
                <p:cNvSpPr/>
                <p:nvPr userDrawn="1"/>
              </p:nvSpPr>
              <p:spPr bwMode="auto">
                <a:xfrm>
                  <a:off x="3957841" y="2533191"/>
                  <a:ext cx="381195" cy="518079"/>
                </a:xfrm>
                <a:custGeom>
                  <a:avLst/>
                  <a:gdLst>
                    <a:gd name="T0" fmla="*/ 99 w 106"/>
                    <a:gd name="T1" fmla="*/ 144 h 144"/>
                    <a:gd name="T2" fmla="*/ 92 w 106"/>
                    <a:gd name="T3" fmla="*/ 133 h 144"/>
                    <a:gd name="T4" fmla="*/ 9 w 106"/>
                    <a:gd name="T5" fmla="*/ 86 h 144"/>
                    <a:gd name="T6" fmla="*/ 4 w 106"/>
                    <a:gd name="T7" fmla="*/ 77 h 144"/>
                    <a:gd name="T8" fmla="*/ 5 w 106"/>
                    <a:gd name="T9" fmla="*/ 9 h 144"/>
                    <a:gd name="T10" fmla="*/ 0 w 106"/>
                    <a:gd name="T11" fmla="*/ 3 h 144"/>
                    <a:gd name="T12" fmla="*/ 4 w 106"/>
                    <a:gd name="T13" fmla="*/ 1 h 144"/>
                    <a:gd name="T14" fmla="*/ 4 w 106"/>
                    <a:gd name="T15" fmla="*/ 1 h 144"/>
                    <a:gd name="T16" fmla="*/ 8 w 106"/>
                    <a:gd name="T17" fmla="*/ 1 h 144"/>
                    <a:gd name="T18" fmla="*/ 101 w 106"/>
                    <a:gd name="T19" fmla="*/ 55 h 144"/>
                    <a:gd name="T20" fmla="*/ 106 w 106"/>
                    <a:gd name="T21" fmla="*/ 64 h 144"/>
                    <a:gd name="T22" fmla="*/ 105 w 106"/>
                    <a:gd name="T23" fmla="*/ 137 h 144"/>
                    <a:gd name="T24" fmla="*/ 104 w 106"/>
                    <a:gd name="T25" fmla="*/ 141 h 144"/>
                    <a:gd name="T26" fmla="*/ 104 w 106"/>
                    <a:gd name="T27" fmla="*/ 141 h 144"/>
                    <a:gd name="T28" fmla="*/ 99 w 106"/>
                    <a:gd name="T29" fmla="*/ 144 h 1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106" h="144">
                      <a:moveTo>
                        <a:pt x="99" y="144"/>
                      </a:moveTo>
                      <a:cubicBezTo>
                        <a:pt x="92" y="133"/>
                        <a:pt x="92" y="133"/>
                        <a:pt x="92" y="133"/>
                      </a:cubicBezTo>
                      <a:cubicBezTo>
                        <a:pt x="9" y="86"/>
                        <a:pt x="9" y="86"/>
                        <a:pt x="9" y="86"/>
                      </a:cubicBezTo>
                      <a:cubicBezTo>
                        <a:pt x="7" y="84"/>
                        <a:pt x="4" y="80"/>
                        <a:pt x="4" y="77"/>
                      </a:cubicBezTo>
                      <a:cubicBezTo>
                        <a:pt x="5" y="9"/>
                        <a:pt x="5" y="9"/>
                        <a:pt x="5" y="9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4" y="1"/>
                        <a:pt x="4" y="1"/>
                        <a:pt x="4" y="1"/>
                      </a:cubicBezTo>
                      <a:cubicBezTo>
                        <a:pt x="4" y="1"/>
                        <a:pt x="4" y="1"/>
                        <a:pt x="4" y="1"/>
                      </a:cubicBezTo>
                      <a:cubicBezTo>
                        <a:pt x="5" y="0"/>
                        <a:pt x="6" y="0"/>
                        <a:pt x="8" y="1"/>
                      </a:cubicBezTo>
                      <a:cubicBezTo>
                        <a:pt x="101" y="55"/>
                        <a:pt x="101" y="55"/>
                        <a:pt x="101" y="55"/>
                      </a:cubicBezTo>
                      <a:cubicBezTo>
                        <a:pt x="103" y="56"/>
                        <a:pt x="106" y="60"/>
                        <a:pt x="106" y="64"/>
                      </a:cubicBezTo>
                      <a:cubicBezTo>
                        <a:pt x="105" y="137"/>
                        <a:pt x="105" y="137"/>
                        <a:pt x="105" y="137"/>
                      </a:cubicBezTo>
                      <a:cubicBezTo>
                        <a:pt x="105" y="139"/>
                        <a:pt x="105" y="141"/>
                        <a:pt x="104" y="141"/>
                      </a:cubicBezTo>
                      <a:cubicBezTo>
                        <a:pt x="104" y="141"/>
                        <a:pt x="104" y="141"/>
                        <a:pt x="104" y="141"/>
                      </a:cubicBezTo>
                      <a:lnTo>
                        <a:pt x="99" y="144"/>
                      </a:lnTo>
                      <a:close/>
                    </a:path>
                  </a:pathLst>
                </a:custGeom>
                <a:solidFill>
                  <a:srgbClr val="173D7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48" name="íṥlîďê"/>
                <p:cNvSpPr/>
                <p:nvPr userDrawn="1"/>
              </p:nvSpPr>
              <p:spPr bwMode="auto">
                <a:xfrm>
                  <a:off x="3957841" y="2533191"/>
                  <a:ext cx="374264" cy="377730"/>
                </a:xfrm>
                <a:custGeom>
                  <a:avLst/>
                  <a:gdLst>
                    <a:gd name="T0" fmla="*/ 42 w 104"/>
                    <a:gd name="T1" fmla="*/ 105 h 105"/>
                    <a:gd name="T2" fmla="*/ 37 w 104"/>
                    <a:gd name="T3" fmla="*/ 102 h 105"/>
                    <a:gd name="T4" fmla="*/ 5 w 104"/>
                    <a:gd name="T5" fmla="*/ 46 h 105"/>
                    <a:gd name="T6" fmla="*/ 5 w 104"/>
                    <a:gd name="T7" fmla="*/ 9 h 105"/>
                    <a:gd name="T8" fmla="*/ 0 w 104"/>
                    <a:gd name="T9" fmla="*/ 3 h 105"/>
                    <a:gd name="T10" fmla="*/ 4 w 104"/>
                    <a:gd name="T11" fmla="*/ 1 h 105"/>
                    <a:gd name="T12" fmla="*/ 4 w 104"/>
                    <a:gd name="T13" fmla="*/ 1 h 105"/>
                    <a:gd name="T14" fmla="*/ 8 w 104"/>
                    <a:gd name="T15" fmla="*/ 1 h 105"/>
                    <a:gd name="T16" fmla="*/ 101 w 104"/>
                    <a:gd name="T17" fmla="*/ 55 h 105"/>
                    <a:gd name="T18" fmla="*/ 104 w 104"/>
                    <a:gd name="T19" fmla="*/ 59 h 105"/>
                    <a:gd name="T20" fmla="*/ 42 w 104"/>
                    <a:gd name="T21" fmla="*/ 105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04" h="105">
                      <a:moveTo>
                        <a:pt x="42" y="105"/>
                      </a:moveTo>
                      <a:cubicBezTo>
                        <a:pt x="37" y="102"/>
                        <a:pt x="37" y="102"/>
                        <a:pt x="37" y="102"/>
                      </a:cubicBezTo>
                      <a:cubicBezTo>
                        <a:pt x="5" y="46"/>
                        <a:pt x="5" y="46"/>
                        <a:pt x="5" y="46"/>
                      </a:cubicBezTo>
                      <a:cubicBezTo>
                        <a:pt x="5" y="9"/>
                        <a:pt x="5" y="9"/>
                        <a:pt x="5" y="9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4" y="1"/>
                        <a:pt x="4" y="1"/>
                        <a:pt x="4" y="1"/>
                      </a:cubicBezTo>
                      <a:cubicBezTo>
                        <a:pt x="4" y="1"/>
                        <a:pt x="4" y="1"/>
                        <a:pt x="4" y="1"/>
                      </a:cubicBezTo>
                      <a:cubicBezTo>
                        <a:pt x="5" y="0"/>
                        <a:pt x="6" y="0"/>
                        <a:pt x="8" y="1"/>
                      </a:cubicBezTo>
                      <a:cubicBezTo>
                        <a:pt x="101" y="55"/>
                        <a:pt x="101" y="55"/>
                        <a:pt x="101" y="55"/>
                      </a:cubicBezTo>
                      <a:cubicBezTo>
                        <a:pt x="102" y="56"/>
                        <a:pt x="103" y="57"/>
                        <a:pt x="104" y="59"/>
                      </a:cubicBezTo>
                      <a:lnTo>
                        <a:pt x="42" y="105"/>
                      </a:lnTo>
                      <a:close/>
                    </a:path>
                  </a:pathLst>
                </a:custGeom>
                <a:solidFill>
                  <a:srgbClr val="396C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49" name="ïšľídê"/>
                <p:cNvSpPr/>
                <p:nvPr userDrawn="1"/>
              </p:nvSpPr>
              <p:spPr bwMode="auto">
                <a:xfrm>
                  <a:off x="3957841" y="2533191"/>
                  <a:ext cx="32922" cy="20792"/>
                </a:xfrm>
                <a:custGeom>
                  <a:avLst/>
                  <a:gdLst>
                    <a:gd name="T0" fmla="*/ 2 w 9"/>
                    <a:gd name="T1" fmla="*/ 6 h 6"/>
                    <a:gd name="T2" fmla="*/ 0 w 9"/>
                    <a:gd name="T3" fmla="*/ 3 h 6"/>
                    <a:gd name="T4" fmla="*/ 4 w 9"/>
                    <a:gd name="T5" fmla="*/ 1 h 6"/>
                    <a:gd name="T6" fmla="*/ 4 w 9"/>
                    <a:gd name="T7" fmla="*/ 1 h 6"/>
                    <a:gd name="T8" fmla="*/ 8 w 9"/>
                    <a:gd name="T9" fmla="*/ 1 h 6"/>
                    <a:gd name="T10" fmla="*/ 9 w 9"/>
                    <a:gd name="T11" fmla="*/ 2 h 6"/>
                    <a:gd name="T12" fmla="*/ 2 w 9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9" h="6">
                      <a:moveTo>
                        <a:pt x="2" y="6"/>
                      </a:move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4" y="1"/>
                        <a:pt x="4" y="1"/>
                        <a:pt x="4" y="1"/>
                      </a:cubicBezTo>
                      <a:cubicBezTo>
                        <a:pt x="4" y="1"/>
                        <a:pt x="4" y="1"/>
                        <a:pt x="4" y="1"/>
                      </a:cubicBezTo>
                      <a:cubicBezTo>
                        <a:pt x="5" y="0"/>
                        <a:pt x="6" y="0"/>
                        <a:pt x="8" y="1"/>
                      </a:cubicBezTo>
                      <a:cubicBezTo>
                        <a:pt x="9" y="2"/>
                        <a:pt x="9" y="2"/>
                        <a:pt x="9" y="2"/>
                      </a:cubicBezTo>
                      <a:lnTo>
                        <a:pt x="2" y="6"/>
                      </a:lnTo>
                      <a:close/>
                    </a:path>
                  </a:pathLst>
                </a:custGeom>
                <a:solidFill>
                  <a:srgbClr val="5793C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0" name="îṩľïḋè"/>
                <p:cNvSpPr/>
                <p:nvPr userDrawn="1"/>
              </p:nvSpPr>
              <p:spPr bwMode="auto">
                <a:xfrm>
                  <a:off x="4288788" y="2730720"/>
                  <a:ext cx="46784" cy="46784"/>
                </a:xfrm>
                <a:custGeom>
                  <a:avLst/>
                  <a:gdLst>
                    <a:gd name="T0" fmla="*/ 10 w 13"/>
                    <a:gd name="T1" fmla="*/ 0 h 13"/>
                    <a:gd name="T2" fmla="*/ 13 w 13"/>
                    <a:gd name="T3" fmla="*/ 8 h 13"/>
                    <a:gd name="T4" fmla="*/ 4 w 13"/>
                    <a:gd name="T5" fmla="*/ 13 h 13"/>
                    <a:gd name="T6" fmla="*/ 0 w 13"/>
                    <a:gd name="T7" fmla="*/ 6 h 13"/>
                    <a:gd name="T8" fmla="*/ 10 w 13"/>
                    <a:gd name="T9" fmla="*/ 0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3">
                      <a:moveTo>
                        <a:pt x="10" y="0"/>
                      </a:moveTo>
                      <a:cubicBezTo>
                        <a:pt x="12" y="2"/>
                        <a:pt x="13" y="5"/>
                        <a:pt x="13" y="8"/>
                      </a:cubicBezTo>
                      <a:cubicBezTo>
                        <a:pt x="4" y="13"/>
                        <a:pt x="4" y="13"/>
                        <a:pt x="4" y="13"/>
                      </a:cubicBezTo>
                      <a:cubicBezTo>
                        <a:pt x="0" y="6"/>
                        <a:pt x="0" y="6"/>
                        <a:pt x="0" y="6"/>
                      </a:cubicBezTo>
                      <a:lnTo>
                        <a:pt x="10" y="0"/>
                      </a:lnTo>
                      <a:close/>
                    </a:path>
                  </a:pathLst>
                </a:custGeom>
                <a:solidFill>
                  <a:srgbClr val="274F8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1" name="íṡḷiḓê"/>
                <p:cNvSpPr/>
                <p:nvPr userDrawn="1"/>
              </p:nvSpPr>
              <p:spPr bwMode="auto">
                <a:xfrm>
                  <a:off x="3950910" y="2540122"/>
                  <a:ext cx="370799" cy="514614"/>
                </a:xfrm>
                <a:custGeom>
                  <a:avLst/>
                  <a:gdLst>
                    <a:gd name="T0" fmla="*/ 98 w 103"/>
                    <a:gd name="T1" fmla="*/ 55 h 143"/>
                    <a:gd name="T2" fmla="*/ 5 w 103"/>
                    <a:gd name="T3" fmla="*/ 1 h 143"/>
                    <a:gd name="T4" fmla="*/ 0 w 103"/>
                    <a:gd name="T5" fmla="*/ 5 h 143"/>
                    <a:gd name="T6" fmla="*/ 0 w 103"/>
                    <a:gd name="T7" fmla="*/ 78 h 143"/>
                    <a:gd name="T8" fmla="*/ 5 w 103"/>
                    <a:gd name="T9" fmla="*/ 87 h 143"/>
                    <a:gd name="T10" fmla="*/ 98 w 103"/>
                    <a:gd name="T11" fmla="*/ 141 h 143"/>
                    <a:gd name="T12" fmla="*/ 103 w 103"/>
                    <a:gd name="T13" fmla="*/ 138 h 143"/>
                    <a:gd name="T14" fmla="*/ 103 w 103"/>
                    <a:gd name="T15" fmla="*/ 64 h 143"/>
                    <a:gd name="T16" fmla="*/ 98 w 103"/>
                    <a:gd name="T17" fmla="*/ 55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03" h="143">
                      <a:moveTo>
                        <a:pt x="98" y="55"/>
                      </a:moveTo>
                      <a:cubicBezTo>
                        <a:pt x="5" y="1"/>
                        <a:pt x="5" y="1"/>
                        <a:pt x="5" y="1"/>
                      </a:cubicBezTo>
                      <a:cubicBezTo>
                        <a:pt x="2" y="0"/>
                        <a:pt x="0" y="1"/>
                        <a:pt x="0" y="5"/>
                      </a:cubicBezTo>
                      <a:cubicBezTo>
                        <a:pt x="0" y="78"/>
                        <a:pt x="0" y="78"/>
                        <a:pt x="0" y="78"/>
                      </a:cubicBezTo>
                      <a:cubicBezTo>
                        <a:pt x="0" y="82"/>
                        <a:pt x="2" y="86"/>
                        <a:pt x="5" y="87"/>
                      </a:cubicBezTo>
                      <a:cubicBezTo>
                        <a:pt x="98" y="141"/>
                        <a:pt x="98" y="141"/>
                        <a:pt x="98" y="141"/>
                      </a:cubicBezTo>
                      <a:cubicBezTo>
                        <a:pt x="101" y="143"/>
                        <a:pt x="103" y="141"/>
                        <a:pt x="103" y="138"/>
                      </a:cubicBezTo>
                      <a:cubicBezTo>
                        <a:pt x="103" y="64"/>
                        <a:pt x="103" y="64"/>
                        <a:pt x="103" y="64"/>
                      </a:cubicBezTo>
                      <a:cubicBezTo>
                        <a:pt x="103" y="61"/>
                        <a:pt x="101" y="57"/>
                        <a:pt x="98" y="5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2" name="ïşḻíḓè"/>
                <p:cNvSpPr/>
                <p:nvPr userDrawn="1"/>
              </p:nvSpPr>
              <p:spPr bwMode="auto">
                <a:xfrm>
                  <a:off x="4358096" y="2751512"/>
                  <a:ext cx="110893" cy="109161"/>
                </a:xfrm>
                <a:custGeom>
                  <a:avLst/>
                  <a:gdLst>
                    <a:gd name="T0" fmla="*/ 31 w 31"/>
                    <a:gd name="T1" fmla="*/ 11 h 30"/>
                    <a:gd name="T2" fmla="*/ 30 w 31"/>
                    <a:gd name="T3" fmla="*/ 14 h 30"/>
                    <a:gd name="T4" fmla="*/ 22 w 31"/>
                    <a:gd name="T5" fmla="*/ 22 h 30"/>
                    <a:gd name="T6" fmla="*/ 13 w 31"/>
                    <a:gd name="T7" fmla="*/ 28 h 30"/>
                    <a:gd name="T8" fmla="*/ 3 w 31"/>
                    <a:gd name="T9" fmla="*/ 28 h 30"/>
                    <a:gd name="T10" fmla="*/ 3 w 31"/>
                    <a:gd name="T11" fmla="*/ 28 h 30"/>
                    <a:gd name="T12" fmla="*/ 2 w 31"/>
                    <a:gd name="T13" fmla="*/ 19 h 30"/>
                    <a:gd name="T14" fmla="*/ 12 w 31"/>
                    <a:gd name="T15" fmla="*/ 9 h 30"/>
                    <a:gd name="T16" fmla="*/ 5 w 31"/>
                    <a:gd name="T17" fmla="*/ 12 h 30"/>
                    <a:gd name="T18" fmla="*/ 15 w 31"/>
                    <a:gd name="T19" fmla="*/ 5 h 30"/>
                    <a:gd name="T20" fmla="*/ 25 w 31"/>
                    <a:gd name="T21" fmla="*/ 0 h 30"/>
                    <a:gd name="T22" fmla="*/ 31 w 31"/>
                    <a:gd name="T23" fmla="*/ 11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31" h="30">
                      <a:moveTo>
                        <a:pt x="31" y="11"/>
                      </a:moveTo>
                      <a:cubicBezTo>
                        <a:pt x="30" y="14"/>
                        <a:pt x="30" y="14"/>
                        <a:pt x="30" y="14"/>
                      </a:cubicBezTo>
                      <a:cubicBezTo>
                        <a:pt x="28" y="17"/>
                        <a:pt x="25" y="20"/>
                        <a:pt x="22" y="22"/>
                      </a:cubicBezTo>
                      <a:cubicBezTo>
                        <a:pt x="13" y="28"/>
                        <a:pt x="13" y="28"/>
                        <a:pt x="13" y="28"/>
                      </a:cubicBezTo>
                      <a:cubicBezTo>
                        <a:pt x="10" y="30"/>
                        <a:pt x="6" y="30"/>
                        <a:pt x="3" y="28"/>
                      </a:cubicBezTo>
                      <a:cubicBezTo>
                        <a:pt x="3" y="28"/>
                        <a:pt x="3" y="28"/>
                        <a:pt x="3" y="28"/>
                      </a:cubicBezTo>
                      <a:cubicBezTo>
                        <a:pt x="0" y="26"/>
                        <a:pt x="0" y="22"/>
                        <a:pt x="2" y="19"/>
                      </a:cubicBezTo>
                      <a:cubicBezTo>
                        <a:pt x="12" y="9"/>
                        <a:pt x="12" y="9"/>
                        <a:pt x="12" y="9"/>
                      </a:cubicBezTo>
                      <a:cubicBezTo>
                        <a:pt x="12" y="9"/>
                        <a:pt x="6" y="14"/>
                        <a:pt x="5" y="12"/>
                      </a:cubicBezTo>
                      <a:cubicBezTo>
                        <a:pt x="4" y="11"/>
                        <a:pt x="10" y="5"/>
                        <a:pt x="15" y="5"/>
                      </a:cubicBezTo>
                      <a:cubicBezTo>
                        <a:pt x="20" y="4"/>
                        <a:pt x="25" y="0"/>
                        <a:pt x="25" y="0"/>
                      </a:cubicBezTo>
                      <a:lnTo>
                        <a:pt x="31" y="11"/>
                      </a:lnTo>
                      <a:close/>
                    </a:path>
                  </a:pathLst>
                </a:custGeom>
                <a:solidFill>
                  <a:srgbClr val="FFC2B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3" name="iṩḷîḑè"/>
                <p:cNvSpPr/>
                <p:nvPr userDrawn="1"/>
              </p:nvSpPr>
              <p:spPr bwMode="auto">
                <a:xfrm>
                  <a:off x="4202153" y="1982191"/>
                  <a:ext cx="256440" cy="407186"/>
                </a:xfrm>
                <a:custGeom>
                  <a:avLst/>
                  <a:gdLst>
                    <a:gd name="T0" fmla="*/ 50 w 71"/>
                    <a:gd name="T1" fmla="*/ 0 h 113"/>
                    <a:gd name="T2" fmla="*/ 0 w 71"/>
                    <a:gd name="T3" fmla="*/ 74 h 113"/>
                    <a:gd name="T4" fmla="*/ 42 w 71"/>
                    <a:gd name="T5" fmla="*/ 105 h 113"/>
                    <a:gd name="T6" fmla="*/ 50 w 71"/>
                    <a:gd name="T7" fmla="*/ 0 h 1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1" h="113">
                      <a:moveTo>
                        <a:pt x="50" y="0"/>
                      </a:moveTo>
                      <a:cubicBezTo>
                        <a:pt x="50" y="0"/>
                        <a:pt x="14" y="39"/>
                        <a:pt x="0" y="74"/>
                      </a:cubicBezTo>
                      <a:cubicBezTo>
                        <a:pt x="0" y="74"/>
                        <a:pt x="12" y="96"/>
                        <a:pt x="42" y="105"/>
                      </a:cubicBezTo>
                      <a:cubicBezTo>
                        <a:pt x="71" y="113"/>
                        <a:pt x="50" y="0"/>
                        <a:pt x="50" y="0"/>
                      </a:cubicBezTo>
                      <a:close/>
                    </a:path>
                  </a:pathLst>
                </a:custGeom>
                <a:solidFill>
                  <a:srgbClr val="983BE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4" name="îşḻîḍè"/>
                <p:cNvSpPr/>
                <p:nvPr userDrawn="1"/>
              </p:nvSpPr>
              <p:spPr bwMode="auto">
                <a:xfrm>
                  <a:off x="4300917" y="2151996"/>
                  <a:ext cx="50249" cy="197528"/>
                </a:xfrm>
                <a:custGeom>
                  <a:avLst/>
                  <a:gdLst>
                    <a:gd name="T0" fmla="*/ 8 w 14"/>
                    <a:gd name="T1" fmla="*/ 55 h 55"/>
                    <a:gd name="T2" fmla="*/ 14 w 14"/>
                    <a:gd name="T3" fmla="*/ 0 h 55"/>
                    <a:gd name="T4" fmla="*/ 0 w 14"/>
                    <a:gd name="T5" fmla="*/ 52 h 55"/>
                    <a:gd name="T6" fmla="*/ 8 w 14"/>
                    <a:gd name="T7" fmla="*/ 55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4" h="55">
                      <a:moveTo>
                        <a:pt x="8" y="55"/>
                      </a:moveTo>
                      <a:cubicBezTo>
                        <a:pt x="14" y="0"/>
                        <a:pt x="14" y="0"/>
                        <a:pt x="14" y="0"/>
                      </a:cubicBezTo>
                      <a:cubicBezTo>
                        <a:pt x="0" y="52"/>
                        <a:pt x="0" y="52"/>
                        <a:pt x="0" y="52"/>
                      </a:cubicBezTo>
                      <a:cubicBezTo>
                        <a:pt x="3" y="53"/>
                        <a:pt x="5" y="54"/>
                        <a:pt x="8" y="55"/>
                      </a:cubicBezTo>
                      <a:close/>
                    </a:path>
                  </a:pathLst>
                </a:custGeom>
                <a:solidFill>
                  <a:srgbClr val="6614C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5" name="íşļíḋe"/>
                <p:cNvSpPr/>
                <p:nvPr userDrawn="1"/>
              </p:nvSpPr>
              <p:spPr bwMode="auto">
                <a:xfrm>
                  <a:off x="4444732" y="1945805"/>
                  <a:ext cx="67576" cy="36387"/>
                </a:xfrm>
                <a:custGeom>
                  <a:avLst/>
                  <a:gdLst>
                    <a:gd name="T0" fmla="*/ 9 w 19"/>
                    <a:gd name="T1" fmla="*/ 2 h 10"/>
                    <a:gd name="T2" fmla="*/ 0 w 19"/>
                    <a:gd name="T3" fmla="*/ 0 h 10"/>
                    <a:gd name="T4" fmla="*/ 11 w 19"/>
                    <a:gd name="T5" fmla="*/ 9 h 10"/>
                    <a:gd name="T6" fmla="*/ 19 w 19"/>
                    <a:gd name="T7" fmla="*/ 5 h 10"/>
                    <a:gd name="T8" fmla="*/ 9 w 19"/>
                    <a:gd name="T9" fmla="*/ 2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9" h="10">
                      <a:moveTo>
                        <a:pt x="9" y="2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4" y="7"/>
                        <a:pt x="11" y="9"/>
                      </a:cubicBezTo>
                      <a:cubicBezTo>
                        <a:pt x="17" y="10"/>
                        <a:pt x="19" y="5"/>
                        <a:pt x="19" y="5"/>
                      </a:cubicBezTo>
                      <a:lnTo>
                        <a:pt x="9" y="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6" name="iś1idé"/>
                <p:cNvSpPr/>
                <p:nvPr userDrawn="1"/>
              </p:nvSpPr>
              <p:spPr bwMode="auto">
                <a:xfrm>
                  <a:off x="7203199" y="3262661"/>
                  <a:ext cx="289362" cy="370799"/>
                </a:xfrm>
                <a:custGeom>
                  <a:avLst/>
                  <a:gdLst>
                    <a:gd name="T0" fmla="*/ 80 w 80"/>
                    <a:gd name="T1" fmla="*/ 0 h 103"/>
                    <a:gd name="T2" fmla="*/ 74 w 80"/>
                    <a:gd name="T3" fmla="*/ 73 h 103"/>
                    <a:gd name="T4" fmla="*/ 0 w 80"/>
                    <a:gd name="T5" fmla="*/ 51 h 103"/>
                    <a:gd name="T6" fmla="*/ 0 w 80"/>
                    <a:gd name="T7" fmla="*/ 18 h 103"/>
                    <a:gd name="T8" fmla="*/ 80 w 80"/>
                    <a:gd name="T9" fmla="*/ 0 h 1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0" h="103">
                      <a:moveTo>
                        <a:pt x="80" y="0"/>
                      </a:moveTo>
                      <a:cubicBezTo>
                        <a:pt x="80" y="0"/>
                        <a:pt x="78" y="44"/>
                        <a:pt x="74" y="73"/>
                      </a:cubicBezTo>
                      <a:cubicBezTo>
                        <a:pt x="71" y="103"/>
                        <a:pt x="0" y="51"/>
                        <a:pt x="0" y="51"/>
                      </a:cubicBezTo>
                      <a:cubicBezTo>
                        <a:pt x="0" y="18"/>
                        <a:pt x="0" y="18"/>
                        <a:pt x="0" y="18"/>
                      </a:cubicBezTo>
                      <a:lnTo>
                        <a:pt x="80" y="0"/>
                      </a:lnTo>
                      <a:close/>
                    </a:path>
                  </a:pathLst>
                </a:custGeom>
                <a:solidFill>
                  <a:srgbClr val="6614C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7" name="ïSḷïḍè"/>
                <p:cNvSpPr/>
                <p:nvPr userDrawn="1"/>
              </p:nvSpPr>
              <p:spPr bwMode="auto">
                <a:xfrm>
                  <a:off x="7139088" y="5116656"/>
                  <a:ext cx="240847" cy="223520"/>
                </a:xfrm>
                <a:custGeom>
                  <a:avLst/>
                  <a:gdLst>
                    <a:gd name="T0" fmla="*/ 60 w 67"/>
                    <a:gd name="T1" fmla="*/ 29 h 62"/>
                    <a:gd name="T2" fmla="*/ 22 w 67"/>
                    <a:gd name="T3" fmla="*/ 59 h 62"/>
                    <a:gd name="T4" fmla="*/ 5 w 67"/>
                    <a:gd name="T5" fmla="*/ 62 h 62"/>
                    <a:gd name="T6" fmla="*/ 1 w 67"/>
                    <a:gd name="T7" fmla="*/ 54 h 62"/>
                    <a:gd name="T8" fmla="*/ 36 w 67"/>
                    <a:gd name="T9" fmla="*/ 16 h 62"/>
                    <a:gd name="T10" fmla="*/ 60 w 67"/>
                    <a:gd name="T11" fmla="*/ 29 h 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67" h="62">
                      <a:moveTo>
                        <a:pt x="60" y="29"/>
                      </a:moveTo>
                      <a:cubicBezTo>
                        <a:pt x="59" y="32"/>
                        <a:pt x="41" y="54"/>
                        <a:pt x="22" y="59"/>
                      </a:cubicBezTo>
                      <a:cubicBezTo>
                        <a:pt x="14" y="62"/>
                        <a:pt x="9" y="62"/>
                        <a:pt x="5" y="62"/>
                      </a:cubicBezTo>
                      <a:cubicBezTo>
                        <a:pt x="2" y="61"/>
                        <a:pt x="0" y="58"/>
                        <a:pt x="1" y="54"/>
                      </a:cubicBezTo>
                      <a:cubicBezTo>
                        <a:pt x="4" y="45"/>
                        <a:pt x="13" y="27"/>
                        <a:pt x="36" y="16"/>
                      </a:cubicBezTo>
                      <a:cubicBezTo>
                        <a:pt x="67" y="0"/>
                        <a:pt x="60" y="29"/>
                        <a:pt x="60" y="29"/>
                      </a:cubicBezTo>
                      <a:close/>
                    </a:path>
                  </a:pathLst>
                </a:custGeom>
                <a:solidFill>
                  <a:srgbClr val="173D7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8" name="íŝḻiḓé"/>
                <p:cNvSpPr/>
                <p:nvPr userDrawn="1"/>
              </p:nvSpPr>
              <p:spPr bwMode="auto">
                <a:xfrm>
                  <a:off x="7340082" y="5250073"/>
                  <a:ext cx="133419" cy="223520"/>
                </a:xfrm>
                <a:custGeom>
                  <a:avLst/>
                  <a:gdLst>
                    <a:gd name="T0" fmla="*/ 10 w 37"/>
                    <a:gd name="T1" fmla="*/ 0 h 62"/>
                    <a:gd name="T2" fmla="*/ 1 w 37"/>
                    <a:gd name="T3" fmla="*/ 30 h 62"/>
                    <a:gd name="T4" fmla="*/ 8 w 37"/>
                    <a:gd name="T5" fmla="*/ 56 h 62"/>
                    <a:gd name="T6" fmla="*/ 20 w 37"/>
                    <a:gd name="T7" fmla="*/ 58 h 62"/>
                    <a:gd name="T8" fmla="*/ 35 w 37"/>
                    <a:gd name="T9" fmla="*/ 30 h 62"/>
                    <a:gd name="T10" fmla="*/ 35 w 37"/>
                    <a:gd name="T11" fmla="*/ 3 h 62"/>
                    <a:gd name="T12" fmla="*/ 10 w 37"/>
                    <a:gd name="T13" fmla="*/ 0 h 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7" h="62">
                      <a:moveTo>
                        <a:pt x="10" y="0"/>
                      </a:moveTo>
                      <a:cubicBezTo>
                        <a:pt x="10" y="0"/>
                        <a:pt x="3" y="17"/>
                        <a:pt x="1" y="30"/>
                      </a:cubicBezTo>
                      <a:cubicBezTo>
                        <a:pt x="0" y="38"/>
                        <a:pt x="4" y="49"/>
                        <a:pt x="8" y="56"/>
                      </a:cubicBezTo>
                      <a:cubicBezTo>
                        <a:pt x="10" y="61"/>
                        <a:pt x="16" y="62"/>
                        <a:pt x="20" y="58"/>
                      </a:cubicBezTo>
                      <a:cubicBezTo>
                        <a:pt x="26" y="53"/>
                        <a:pt x="34" y="43"/>
                        <a:pt x="35" y="30"/>
                      </a:cubicBezTo>
                      <a:cubicBezTo>
                        <a:pt x="37" y="7"/>
                        <a:pt x="35" y="3"/>
                        <a:pt x="35" y="3"/>
                      </a:cubicBezTo>
                      <a:lnTo>
                        <a:pt x="10" y="0"/>
                      </a:lnTo>
                      <a:close/>
                    </a:path>
                  </a:pathLst>
                </a:custGeom>
                <a:solidFill>
                  <a:srgbClr val="173D7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9" name="iŝḷïḑê"/>
                <p:cNvSpPr/>
                <p:nvPr userDrawn="1"/>
              </p:nvSpPr>
              <p:spPr bwMode="auto">
                <a:xfrm>
                  <a:off x="7132157" y="4177529"/>
                  <a:ext cx="414117" cy="1119328"/>
                </a:xfrm>
                <a:custGeom>
                  <a:avLst/>
                  <a:gdLst>
                    <a:gd name="T0" fmla="*/ 112 w 115"/>
                    <a:gd name="T1" fmla="*/ 23 h 311"/>
                    <a:gd name="T2" fmla="*/ 112 w 115"/>
                    <a:gd name="T3" fmla="*/ 83 h 311"/>
                    <a:gd name="T4" fmla="*/ 100 w 115"/>
                    <a:gd name="T5" fmla="*/ 300 h 311"/>
                    <a:gd name="T6" fmla="*/ 79 w 115"/>
                    <a:gd name="T7" fmla="*/ 308 h 311"/>
                    <a:gd name="T8" fmla="*/ 60 w 115"/>
                    <a:gd name="T9" fmla="*/ 294 h 311"/>
                    <a:gd name="T10" fmla="*/ 30 w 115"/>
                    <a:gd name="T11" fmla="*/ 276 h 311"/>
                    <a:gd name="T12" fmla="*/ 0 w 115"/>
                    <a:gd name="T13" fmla="*/ 0 h 311"/>
                    <a:gd name="T14" fmla="*/ 112 w 115"/>
                    <a:gd name="T15" fmla="*/ 23 h 3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15" h="311">
                      <a:moveTo>
                        <a:pt x="112" y="23"/>
                      </a:moveTo>
                      <a:cubicBezTo>
                        <a:pt x="112" y="23"/>
                        <a:pt x="115" y="51"/>
                        <a:pt x="112" y="83"/>
                      </a:cubicBezTo>
                      <a:cubicBezTo>
                        <a:pt x="110" y="115"/>
                        <a:pt x="101" y="264"/>
                        <a:pt x="100" y="300"/>
                      </a:cubicBezTo>
                      <a:cubicBezTo>
                        <a:pt x="100" y="300"/>
                        <a:pt x="100" y="311"/>
                        <a:pt x="79" y="308"/>
                      </a:cubicBezTo>
                      <a:cubicBezTo>
                        <a:pt x="58" y="306"/>
                        <a:pt x="60" y="294"/>
                        <a:pt x="60" y="294"/>
                      </a:cubicBezTo>
                      <a:cubicBezTo>
                        <a:pt x="60" y="294"/>
                        <a:pt x="31" y="293"/>
                        <a:pt x="30" y="276"/>
                      </a:cubicBezTo>
                      <a:cubicBezTo>
                        <a:pt x="29" y="259"/>
                        <a:pt x="0" y="68"/>
                        <a:pt x="0" y="0"/>
                      </a:cubicBezTo>
                      <a:lnTo>
                        <a:pt x="112" y="23"/>
                      </a:lnTo>
                      <a:close/>
                    </a:path>
                  </a:pathLst>
                </a:custGeom>
                <a:solidFill>
                  <a:srgbClr val="FDD76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0" name="í$1îdè"/>
                <p:cNvSpPr/>
                <p:nvPr userDrawn="1"/>
              </p:nvSpPr>
              <p:spPr bwMode="auto">
                <a:xfrm>
                  <a:off x="7048987" y="3723560"/>
                  <a:ext cx="119557" cy="374264"/>
                </a:xfrm>
                <a:custGeom>
                  <a:avLst/>
                  <a:gdLst>
                    <a:gd name="T0" fmla="*/ 69 w 69"/>
                    <a:gd name="T1" fmla="*/ 0 h 216"/>
                    <a:gd name="T2" fmla="*/ 33 w 69"/>
                    <a:gd name="T3" fmla="*/ 216 h 216"/>
                    <a:gd name="T4" fmla="*/ 0 w 69"/>
                    <a:gd name="T5" fmla="*/ 216 h 216"/>
                    <a:gd name="T6" fmla="*/ 4 w 69"/>
                    <a:gd name="T7" fmla="*/ 17 h 216"/>
                    <a:gd name="T8" fmla="*/ 69 w 69"/>
                    <a:gd name="T9" fmla="*/ 0 h 2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216">
                      <a:moveTo>
                        <a:pt x="69" y="0"/>
                      </a:moveTo>
                      <a:lnTo>
                        <a:pt x="33" y="216"/>
                      </a:lnTo>
                      <a:lnTo>
                        <a:pt x="0" y="216"/>
                      </a:lnTo>
                      <a:lnTo>
                        <a:pt x="4" y="17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solidFill>
                  <a:srgbClr val="FFC2B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1" name="î$lïḑe"/>
                <p:cNvSpPr/>
                <p:nvPr userDrawn="1"/>
              </p:nvSpPr>
              <p:spPr bwMode="auto">
                <a:xfrm>
                  <a:off x="7031660" y="3389148"/>
                  <a:ext cx="161142" cy="438375"/>
                </a:xfrm>
                <a:custGeom>
                  <a:avLst/>
                  <a:gdLst>
                    <a:gd name="T0" fmla="*/ 45 w 45"/>
                    <a:gd name="T1" fmla="*/ 1 h 122"/>
                    <a:gd name="T2" fmla="*/ 14 w 45"/>
                    <a:gd name="T3" fmla="*/ 33 h 122"/>
                    <a:gd name="T4" fmla="*/ 7 w 45"/>
                    <a:gd name="T5" fmla="*/ 111 h 122"/>
                    <a:gd name="T6" fmla="*/ 41 w 45"/>
                    <a:gd name="T7" fmla="*/ 110 h 122"/>
                    <a:gd name="T8" fmla="*/ 45 w 45"/>
                    <a:gd name="T9" fmla="*/ 1 h 1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122">
                      <a:moveTo>
                        <a:pt x="45" y="1"/>
                      </a:moveTo>
                      <a:cubicBezTo>
                        <a:pt x="45" y="1"/>
                        <a:pt x="22" y="0"/>
                        <a:pt x="14" y="33"/>
                      </a:cubicBezTo>
                      <a:cubicBezTo>
                        <a:pt x="6" y="66"/>
                        <a:pt x="0" y="108"/>
                        <a:pt x="7" y="111"/>
                      </a:cubicBezTo>
                      <a:cubicBezTo>
                        <a:pt x="27" y="122"/>
                        <a:pt x="41" y="110"/>
                        <a:pt x="41" y="110"/>
                      </a:cubicBezTo>
                      <a:lnTo>
                        <a:pt x="45" y="1"/>
                      </a:lnTo>
                      <a:close/>
                    </a:path>
                  </a:pathLst>
                </a:custGeom>
                <a:solidFill>
                  <a:srgbClr val="8A2A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2" name="ísḻiḋe"/>
                <p:cNvSpPr/>
                <p:nvPr userDrawn="1"/>
              </p:nvSpPr>
              <p:spPr bwMode="auto">
                <a:xfrm>
                  <a:off x="7081909" y="3389148"/>
                  <a:ext cx="561397" cy="972048"/>
                </a:xfrm>
                <a:custGeom>
                  <a:avLst/>
                  <a:gdLst>
                    <a:gd name="T0" fmla="*/ 24 w 156"/>
                    <a:gd name="T1" fmla="*/ 2 h 270"/>
                    <a:gd name="T2" fmla="*/ 36 w 156"/>
                    <a:gd name="T3" fmla="*/ 1 h 270"/>
                    <a:gd name="T4" fmla="*/ 142 w 156"/>
                    <a:gd name="T5" fmla="*/ 39 h 270"/>
                    <a:gd name="T6" fmla="*/ 121 w 156"/>
                    <a:gd name="T7" fmla="*/ 140 h 270"/>
                    <a:gd name="T8" fmla="*/ 126 w 156"/>
                    <a:gd name="T9" fmla="*/ 212 h 270"/>
                    <a:gd name="T10" fmla="*/ 111 w 156"/>
                    <a:gd name="T11" fmla="*/ 260 h 270"/>
                    <a:gd name="T12" fmla="*/ 33 w 156"/>
                    <a:gd name="T13" fmla="*/ 251 h 270"/>
                    <a:gd name="T14" fmla="*/ 13 w 156"/>
                    <a:gd name="T15" fmla="*/ 205 h 270"/>
                    <a:gd name="T16" fmla="*/ 22 w 156"/>
                    <a:gd name="T17" fmla="*/ 114 h 270"/>
                    <a:gd name="T18" fmla="*/ 7 w 156"/>
                    <a:gd name="T19" fmla="*/ 97 h 270"/>
                    <a:gd name="T20" fmla="*/ 17 w 156"/>
                    <a:gd name="T21" fmla="*/ 52 h 270"/>
                    <a:gd name="T22" fmla="*/ 15 w 156"/>
                    <a:gd name="T23" fmla="*/ 12 h 270"/>
                    <a:gd name="T24" fmla="*/ 24 w 156"/>
                    <a:gd name="T25" fmla="*/ 2 h 2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56" h="270">
                      <a:moveTo>
                        <a:pt x="24" y="2"/>
                      </a:moveTo>
                      <a:cubicBezTo>
                        <a:pt x="28" y="1"/>
                        <a:pt x="32" y="0"/>
                        <a:pt x="36" y="1"/>
                      </a:cubicBezTo>
                      <a:cubicBezTo>
                        <a:pt x="56" y="7"/>
                        <a:pt x="129" y="29"/>
                        <a:pt x="142" y="39"/>
                      </a:cubicBezTo>
                      <a:cubicBezTo>
                        <a:pt x="156" y="51"/>
                        <a:pt x="121" y="118"/>
                        <a:pt x="121" y="140"/>
                      </a:cubicBezTo>
                      <a:cubicBezTo>
                        <a:pt x="122" y="162"/>
                        <a:pt x="124" y="188"/>
                        <a:pt x="126" y="212"/>
                      </a:cubicBezTo>
                      <a:cubicBezTo>
                        <a:pt x="128" y="236"/>
                        <a:pt x="131" y="249"/>
                        <a:pt x="111" y="260"/>
                      </a:cubicBezTo>
                      <a:cubicBezTo>
                        <a:pt x="91" y="270"/>
                        <a:pt x="58" y="270"/>
                        <a:pt x="33" y="251"/>
                      </a:cubicBezTo>
                      <a:cubicBezTo>
                        <a:pt x="8" y="232"/>
                        <a:pt x="12" y="219"/>
                        <a:pt x="13" y="205"/>
                      </a:cubicBezTo>
                      <a:cubicBezTo>
                        <a:pt x="14" y="191"/>
                        <a:pt x="23" y="131"/>
                        <a:pt x="22" y="114"/>
                      </a:cubicBezTo>
                      <a:cubicBezTo>
                        <a:pt x="22" y="114"/>
                        <a:pt x="13" y="108"/>
                        <a:pt x="7" y="97"/>
                      </a:cubicBezTo>
                      <a:cubicBezTo>
                        <a:pt x="0" y="86"/>
                        <a:pt x="12" y="65"/>
                        <a:pt x="17" y="52"/>
                      </a:cubicBezTo>
                      <a:cubicBezTo>
                        <a:pt x="21" y="38"/>
                        <a:pt x="14" y="23"/>
                        <a:pt x="15" y="12"/>
                      </a:cubicBezTo>
                      <a:cubicBezTo>
                        <a:pt x="16" y="7"/>
                        <a:pt x="20" y="4"/>
                        <a:pt x="24" y="2"/>
                      </a:cubicBezTo>
                      <a:close/>
                    </a:path>
                  </a:pathLst>
                </a:custGeom>
                <a:solidFill>
                  <a:srgbClr val="983BE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3" name="íSľîḑé"/>
                <p:cNvSpPr/>
                <p:nvPr userDrawn="1"/>
              </p:nvSpPr>
              <p:spPr bwMode="auto">
                <a:xfrm>
                  <a:off x="7246516" y="3406475"/>
                  <a:ext cx="209658" cy="169805"/>
                </a:xfrm>
                <a:custGeom>
                  <a:avLst/>
                  <a:gdLst>
                    <a:gd name="T0" fmla="*/ 1 w 58"/>
                    <a:gd name="T1" fmla="*/ 20 h 47"/>
                    <a:gd name="T2" fmla="*/ 26 w 58"/>
                    <a:gd name="T3" fmla="*/ 46 h 47"/>
                    <a:gd name="T4" fmla="*/ 57 w 58"/>
                    <a:gd name="T5" fmla="*/ 27 h 47"/>
                    <a:gd name="T6" fmla="*/ 32 w 58"/>
                    <a:gd name="T7" fmla="*/ 2 h 47"/>
                    <a:gd name="T8" fmla="*/ 1 w 58"/>
                    <a:gd name="T9" fmla="*/ 20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8" h="47">
                      <a:moveTo>
                        <a:pt x="1" y="20"/>
                      </a:moveTo>
                      <a:cubicBezTo>
                        <a:pt x="0" y="32"/>
                        <a:pt x="11" y="44"/>
                        <a:pt x="26" y="46"/>
                      </a:cubicBezTo>
                      <a:cubicBezTo>
                        <a:pt x="42" y="47"/>
                        <a:pt x="55" y="39"/>
                        <a:pt x="57" y="27"/>
                      </a:cubicBezTo>
                      <a:cubicBezTo>
                        <a:pt x="58" y="15"/>
                        <a:pt x="47" y="4"/>
                        <a:pt x="32" y="2"/>
                      </a:cubicBezTo>
                      <a:cubicBezTo>
                        <a:pt x="17" y="0"/>
                        <a:pt x="3" y="8"/>
                        <a:pt x="1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4" name="í$ļide"/>
                <p:cNvSpPr/>
                <p:nvPr userDrawn="1"/>
              </p:nvSpPr>
              <p:spPr bwMode="auto">
                <a:xfrm>
                  <a:off x="7275972" y="3432466"/>
                  <a:ext cx="150746" cy="123023"/>
                </a:xfrm>
                <a:custGeom>
                  <a:avLst/>
                  <a:gdLst>
                    <a:gd name="T0" fmla="*/ 1 w 42"/>
                    <a:gd name="T1" fmla="*/ 14 h 34"/>
                    <a:gd name="T2" fmla="*/ 19 w 42"/>
                    <a:gd name="T3" fmla="*/ 32 h 34"/>
                    <a:gd name="T4" fmla="*/ 41 w 42"/>
                    <a:gd name="T5" fmla="*/ 19 h 34"/>
                    <a:gd name="T6" fmla="*/ 23 w 42"/>
                    <a:gd name="T7" fmla="*/ 1 h 34"/>
                    <a:gd name="T8" fmla="*/ 1 w 42"/>
                    <a:gd name="T9" fmla="*/ 14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4">
                      <a:moveTo>
                        <a:pt x="1" y="14"/>
                      </a:moveTo>
                      <a:cubicBezTo>
                        <a:pt x="0" y="23"/>
                        <a:pt x="8" y="31"/>
                        <a:pt x="19" y="32"/>
                      </a:cubicBezTo>
                      <a:cubicBezTo>
                        <a:pt x="30" y="34"/>
                        <a:pt x="40" y="28"/>
                        <a:pt x="41" y="19"/>
                      </a:cubicBezTo>
                      <a:cubicBezTo>
                        <a:pt x="42" y="10"/>
                        <a:pt x="34" y="2"/>
                        <a:pt x="23" y="1"/>
                      </a:cubicBezTo>
                      <a:cubicBezTo>
                        <a:pt x="12" y="0"/>
                        <a:pt x="2" y="5"/>
                        <a:pt x="1" y="14"/>
                      </a:cubicBezTo>
                      <a:close/>
                    </a:path>
                  </a:pathLst>
                </a:custGeom>
                <a:solidFill>
                  <a:srgbClr val="FFC2B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5" name="íśḷiďê"/>
                <p:cNvSpPr/>
                <p:nvPr userDrawn="1"/>
              </p:nvSpPr>
              <p:spPr bwMode="auto">
                <a:xfrm>
                  <a:off x="7293300" y="3342365"/>
                  <a:ext cx="102230" cy="150746"/>
                </a:xfrm>
                <a:custGeom>
                  <a:avLst/>
                  <a:gdLst>
                    <a:gd name="T0" fmla="*/ 7 w 28"/>
                    <a:gd name="T1" fmla="*/ 11 h 42"/>
                    <a:gd name="T2" fmla="*/ 23 w 28"/>
                    <a:gd name="T3" fmla="*/ 5 h 42"/>
                    <a:gd name="T4" fmla="*/ 28 w 28"/>
                    <a:gd name="T5" fmla="*/ 35 h 42"/>
                    <a:gd name="T6" fmla="*/ 1 w 28"/>
                    <a:gd name="T7" fmla="*/ 42 h 42"/>
                    <a:gd name="T8" fmla="*/ 5 w 28"/>
                    <a:gd name="T9" fmla="*/ 18 h 42"/>
                    <a:gd name="T10" fmla="*/ 7 w 28"/>
                    <a:gd name="T11" fmla="*/ 11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8" h="42">
                      <a:moveTo>
                        <a:pt x="7" y="11"/>
                      </a:moveTo>
                      <a:cubicBezTo>
                        <a:pt x="7" y="11"/>
                        <a:pt x="20" y="0"/>
                        <a:pt x="23" y="5"/>
                      </a:cubicBezTo>
                      <a:cubicBezTo>
                        <a:pt x="26" y="11"/>
                        <a:pt x="28" y="35"/>
                        <a:pt x="28" y="35"/>
                      </a:cubicBezTo>
                      <a:cubicBezTo>
                        <a:pt x="1" y="42"/>
                        <a:pt x="1" y="42"/>
                        <a:pt x="1" y="42"/>
                      </a:cubicBezTo>
                      <a:cubicBezTo>
                        <a:pt x="5" y="18"/>
                        <a:pt x="5" y="18"/>
                        <a:pt x="5" y="18"/>
                      </a:cubicBezTo>
                      <a:cubicBezTo>
                        <a:pt x="5" y="18"/>
                        <a:pt x="0" y="13"/>
                        <a:pt x="7" y="11"/>
                      </a:cubicBezTo>
                      <a:close/>
                    </a:path>
                  </a:pathLst>
                </a:custGeom>
                <a:solidFill>
                  <a:srgbClr val="FFC2B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6" name="íṡḻíḋe"/>
                <p:cNvSpPr/>
                <p:nvPr userDrawn="1"/>
              </p:nvSpPr>
              <p:spPr bwMode="auto">
                <a:xfrm>
                  <a:off x="7168545" y="3134441"/>
                  <a:ext cx="291095" cy="291095"/>
                </a:xfrm>
                <a:custGeom>
                  <a:avLst/>
                  <a:gdLst>
                    <a:gd name="T0" fmla="*/ 1 w 81"/>
                    <a:gd name="T1" fmla="*/ 43 h 81"/>
                    <a:gd name="T2" fmla="*/ 43 w 81"/>
                    <a:gd name="T3" fmla="*/ 80 h 81"/>
                    <a:gd name="T4" fmla="*/ 80 w 81"/>
                    <a:gd name="T5" fmla="*/ 38 h 81"/>
                    <a:gd name="T6" fmla="*/ 38 w 81"/>
                    <a:gd name="T7" fmla="*/ 1 h 81"/>
                    <a:gd name="T8" fmla="*/ 1 w 81"/>
                    <a:gd name="T9" fmla="*/ 43 h 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1" h="81">
                      <a:moveTo>
                        <a:pt x="1" y="43"/>
                      </a:moveTo>
                      <a:cubicBezTo>
                        <a:pt x="2" y="64"/>
                        <a:pt x="21" y="81"/>
                        <a:pt x="43" y="80"/>
                      </a:cubicBezTo>
                      <a:cubicBezTo>
                        <a:pt x="64" y="78"/>
                        <a:pt x="81" y="60"/>
                        <a:pt x="80" y="38"/>
                      </a:cubicBezTo>
                      <a:cubicBezTo>
                        <a:pt x="78" y="16"/>
                        <a:pt x="60" y="0"/>
                        <a:pt x="38" y="1"/>
                      </a:cubicBezTo>
                      <a:cubicBezTo>
                        <a:pt x="16" y="2"/>
                        <a:pt x="0" y="21"/>
                        <a:pt x="1" y="43"/>
                      </a:cubicBezTo>
                      <a:close/>
                    </a:path>
                  </a:pathLst>
                </a:custGeom>
                <a:solidFill>
                  <a:srgbClr val="FFC2B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7" name="iṥ1îďé"/>
                <p:cNvSpPr/>
                <p:nvPr userDrawn="1"/>
              </p:nvSpPr>
              <p:spPr bwMode="auto">
                <a:xfrm>
                  <a:off x="7301963" y="3375286"/>
                  <a:ext cx="86635" cy="97032"/>
                </a:xfrm>
                <a:custGeom>
                  <a:avLst/>
                  <a:gdLst>
                    <a:gd name="T0" fmla="*/ 23 w 24"/>
                    <a:gd name="T1" fmla="*/ 3 h 27"/>
                    <a:gd name="T2" fmla="*/ 24 w 24"/>
                    <a:gd name="T3" fmla="*/ 7 h 27"/>
                    <a:gd name="T4" fmla="*/ 0 w 24"/>
                    <a:gd name="T5" fmla="*/ 27 h 27"/>
                    <a:gd name="T6" fmla="*/ 3 w 24"/>
                    <a:gd name="T7" fmla="*/ 9 h 27"/>
                    <a:gd name="T8" fmla="*/ 2 w 24"/>
                    <a:gd name="T9" fmla="*/ 4 h 27"/>
                    <a:gd name="T10" fmla="*/ 23 w 24"/>
                    <a:gd name="T11" fmla="*/ 3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" h="27">
                      <a:moveTo>
                        <a:pt x="23" y="3"/>
                      </a:moveTo>
                      <a:cubicBezTo>
                        <a:pt x="23" y="4"/>
                        <a:pt x="23" y="6"/>
                        <a:pt x="24" y="7"/>
                      </a:cubicBezTo>
                      <a:cubicBezTo>
                        <a:pt x="21" y="21"/>
                        <a:pt x="0" y="27"/>
                        <a:pt x="0" y="27"/>
                      </a:cubicBezTo>
                      <a:cubicBezTo>
                        <a:pt x="3" y="9"/>
                        <a:pt x="3" y="9"/>
                        <a:pt x="3" y="9"/>
                      </a:cubicBezTo>
                      <a:cubicBezTo>
                        <a:pt x="3" y="9"/>
                        <a:pt x="1" y="6"/>
                        <a:pt x="2" y="4"/>
                      </a:cubicBezTo>
                      <a:cubicBezTo>
                        <a:pt x="10" y="2"/>
                        <a:pt x="20" y="0"/>
                        <a:pt x="23" y="3"/>
                      </a:cubicBezTo>
                      <a:close/>
                    </a:path>
                  </a:pathLst>
                </a:custGeom>
                <a:solidFill>
                  <a:srgbClr val="EA9C9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8" name="ï$ľîḍè"/>
                <p:cNvSpPr/>
                <p:nvPr userDrawn="1"/>
              </p:nvSpPr>
              <p:spPr bwMode="auto">
                <a:xfrm>
                  <a:off x="7168545" y="3134441"/>
                  <a:ext cx="291095" cy="291095"/>
                </a:xfrm>
                <a:custGeom>
                  <a:avLst/>
                  <a:gdLst>
                    <a:gd name="T0" fmla="*/ 1 w 81"/>
                    <a:gd name="T1" fmla="*/ 43 h 81"/>
                    <a:gd name="T2" fmla="*/ 43 w 81"/>
                    <a:gd name="T3" fmla="*/ 80 h 81"/>
                    <a:gd name="T4" fmla="*/ 80 w 81"/>
                    <a:gd name="T5" fmla="*/ 38 h 81"/>
                    <a:gd name="T6" fmla="*/ 38 w 81"/>
                    <a:gd name="T7" fmla="*/ 1 h 81"/>
                    <a:gd name="T8" fmla="*/ 1 w 81"/>
                    <a:gd name="T9" fmla="*/ 43 h 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1" h="81">
                      <a:moveTo>
                        <a:pt x="1" y="43"/>
                      </a:moveTo>
                      <a:cubicBezTo>
                        <a:pt x="2" y="64"/>
                        <a:pt x="21" y="81"/>
                        <a:pt x="43" y="80"/>
                      </a:cubicBezTo>
                      <a:cubicBezTo>
                        <a:pt x="64" y="78"/>
                        <a:pt x="81" y="60"/>
                        <a:pt x="80" y="38"/>
                      </a:cubicBezTo>
                      <a:cubicBezTo>
                        <a:pt x="78" y="16"/>
                        <a:pt x="60" y="0"/>
                        <a:pt x="38" y="1"/>
                      </a:cubicBezTo>
                      <a:cubicBezTo>
                        <a:pt x="16" y="2"/>
                        <a:pt x="0" y="21"/>
                        <a:pt x="1" y="43"/>
                      </a:cubicBezTo>
                      <a:close/>
                    </a:path>
                  </a:pathLst>
                </a:custGeom>
                <a:solidFill>
                  <a:srgbClr val="FFC2B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9" name="îŝḷíḋê"/>
                <p:cNvSpPr/>
                <p:nvPr userDrawn="1"/>
              </p:nvSpPr>
              <p:spPr bwMode="auto">
                <a:xfrm>
                  <a:off x="7553205" y="3879504"/>
                  <a:ext cx="109161" cy="384661"/>
                </a:xfrm>
                <a:custGeom>
                  <a:avLst/>
                  <a:gdLst>
                    <a:gd name="T0" fmla="*/ 63 w 63"/>
                    <a:gd name="T1" fmla="*/ 0 h 222"/>
                    <a:gd name="T2" fmla="*/ 54 w 63"/>
                    <a:gd name="T3" fmla="*/ 218 h 222"/>
                    <a:gd name="T4" fmla="*/ 21 w 63"/>
                    <a:gd name="T5" fmla="*/ 222 h 222"/>
                    <a:gd name="T6" fmla="*/ 0 w 63"/>
                    <a:gd name="T7" fmla="*/ 24 h 222"/>
                    <a:gd name="T8" fmla="*/ 63 w 63"/>
                    <a:gd name="T9" fmla="*/ 0 h 2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222">
                      <a:moveTo>
                        <a:pt x="63" y="0"/>
                      </a:moveTo>
                      <a:lnTo>
                        <a:pt x="54" y="218"/>
                      </a:lnTo>
                      <a:lnTo>
                        <a:pt x="21" y="222"/>
                      </a:lnTo>
                      <a:lnTo>
                        <a:pt x="0" y="24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solidFill>
                  <a:srgbClr val="FFC2B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0" name="ïṥ1iḑè"/>
                <p:cNvSpPr/>
                <p:nvPr userDrawn="1"/>
              </p:nvSpPr>
              <p:spPr bwMode="auto">
                <a:xfrm>
                  <a:off x="7463105" y="3586676"/>
                  <a:ext cx="86635" cy="457434"/>
                </a:xfrm>
                <a:custGeom>
                  <a:avLst/>
                  <a:gdLst>
                    <a:gd name="T0" fmla="*/ 5 w 24"/>
                    <a:gd name="T1" fmla="*/ 72 h 127"/>
                    <a:gd name="T2" fmla="*/ 20 w 24"/>
                    <a:gd name="T3" fmla="*/ 0 h 127"/>
                    <a:gd name="T4" fmla="*/ 24 w 24"/>
                    <a:gd name="T5" fmla="*/ 49 h 127"/>
                    <a:gd name="T6" fmla="*/ 15 w 24"/>
                    <a:gd name="T7" fmla="*/ 85 h 127"/>
                    <a:gd name="T8" fmla="*/ 17 w 24"/>
                    <a:gd name="T9" fmla="*/ 127 h 127"/>
                    <a:gd name="T10" fmla="*/ 17 w 24"/>
                    <a:gd name="T11" fmla="*/ 127 h 127"/>
                    <a:gd name="T12" fmla="*/ 5 w 24"/>
                    <a:gd name="T13" fmla="*/ 72 h 1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4" h="127">
                      <a:moveTo>
                        <a:pt x="5" y="72"/>
                      </a:moveTo>
                      <a:cubicBezTo>
                        <a:pt x="10" y="50"/>
                        <a:pt x="20" y="0"/>
                        <a:pt x="20" y="0"/>
                      </a:cubicBezTo>
                      <a:cubicBezTo>
                        <a:pt x="24" y="49"/>
                        <a:pt x="24" y="49"/>
                        <a:pt x="24" y="49"/>
                      </a:cubicBezTo>
                      <a:cubicBezTo>
                        <a:pt x="19" y="64"/>
                        <a:pt x="15" y="78"/>
                        <a:pt x="15" y="85"/>
                      </a:cubicBezTo>
                      <a:cubicBezTo>
                        <a:pt x="15" y="98"/>
                        <a:pt x="16" y="113"/>
                        <a:pt x="17" y="127"/>
                      </a:cubicBezTo>
                      <a:cubicBezTo>
                        <a:pt x="17" y="127"/>
                        <a:pt x="17" y="127"/>
                        <a:pt x="17" y="127"/>
                      </a:cubicBezTo>
                      <a:cubicBezTo>
                        <a:pt x="17" y="127"/>
                        <a:pt x="0" y="95"/>
                        <a:pt x="5" y="72"/>
                      </a:cubicBezTo>
                      <a:close/>
                    </a:path>
                  </a:pathLst>
                </a:custGeom>
                <a:solidFill>
                  <a:srgbClr val="8A2A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1" name="í$liḑê"/>
                <p:cNvSpPr/>
                <p:nvPr userDrawn="1"/>
              </p:nvSpPr>
              <p:spPr bwMode="auto">
                <a:xfrm>
                  <a:off x="7528947" y="3522567"/>
                  <a:ext cx="164608" cy="474761"/>
                </a:xfrm>
                <a:custGeom>
                  <a:avLst/>
                  <a:gdLst>
                    <a:gd name="T0" fmla="*/ 15 w 46"/>
                    <a:gd name="T1" fmla="*/ 0 h 132"/>
                    <a:gd name="T2" fmla="*/ 34 w 46"/>
                    <a:gd name="T3" fmla="*/ 42 h 132"/>
                    <a:gd name="T4" fmla="*/ 34 w 46"/>
                    <a:gd name="T5" fmla="*/ 123 h 132"/>
                    <a:gd name="T6" fmla="*/ 7 w 46"/>
                    <a:gd name="T7" fmla="*/ 121 h 132"/>
                    <a:gd name="T8" fmla="*/ 1 w 46"/>
                    <a:gd name="T9" fmla="*/ 45 h 132"/>
                    <a:gd name="T10" fmla="*/ 15 w 46"/>
                    <a:gd name="T11" fmla="*/ 0 h 1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6" h="132">
                      <a:moveTo>
                        <a:pt x="15" y="0"/>
                      </a:moveTo>
                      <a:cubicBezTo>
                        <a:pt x="15" y="0"/>
                        <a:pt x="27" y="5"/>
                        <a:pt x="34" y="42"/>
                      </a:cubicBezTo>
                      <a:cubicBezTo>
                        <a:pt x="41" y="80"/>
                        <a:pt x="46" y="118"/>
                        <a:pt x="34" y="123"/>
                      </a:cubicBezTo>
                      <a:cubicBezTo>
                        <a:pt x="21" y="128"/>
                        <a:pt x="11" y="132"/>
                        <a:pt x="7" y="121"/>
                      </a:cubicBezTo>
                      <a:cubicBezTo>
                        <a:pt x="4" y="111"/>
                        <a:pt x="1" y="63"/>
                        <a:pt x="1" y="45"/>
                      </a:cubicBezTo>
                      <a:cubicBezTo>
                        <a:pt x="0" y="27"/>
                        <a:pt x="0" y="3"/>
                        <a:pt x="15" y="0"/>
                      </a:cubicBezTo>
                      <a:close/>
                    </a:path>
                  </a:pathLst>
                </a:custGeom>
                <a:solidFill>
                  <a:srgbClr val="B45EF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2" name="íšḷiḍê"/>
                <p:cNvSpPr/>
                <p:nvPr userDrawn="1"/>
              </p:nvSpPr>
              <p:spPr bwMode="auto">
                <a:xfrm>
                  <a:off x="7298497" y="4397582"/>
                  <a:ext cx="50249" cy="838629"/>
                </a:xfrm>
                <a:custGeom>
                  <a:avLst/>
                  <a:gdLst>
                    <a:gd name="T0" fmla="*/ 14 w 14"/>
                    <a:gd name="T1" fmla="*/ 233 h 233"/>
                    <a:gd name="T2" fmla="*/ 6 w 14"/>
                    <a:gd name="T3" fmla="*/ 232 h 233"/>
                    <a:gd name="T4" fmla="*/ 6 w 14"/>
                    <a:gd name="T5" fmla="*/ 232 h 233"/>
                    <a:gd name="T6" fmla="*/ 0 w 14"/>
                    <a:gd name="T7" fmla="*/ 0 h 233"/>
                    <a:gd name="T8" fmla="*/ 14 w 14"/>
                    <a:gd name="T9" fmla="*/ 233 h 2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" h="233">
                      <a:moveTo>
                        <a:pt x="14" y="233"/>
                      </a:moveTo>
                      <a:cubicBezTo>
                        <a:pt x="14" y="233"/>
                        <a:pt x="11" y="233"/>
                        <a:pt x="6" y="232"/>
                      </a:cubicBezTo>
                      <a:cubicBezTo>
                        <a:pt x="6" y="232"/>
                        <a:pt x="6" y="232"/>
                        <a:pt x="6" y="232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14" y="233"/>
                      </a:lnTo>
                      <a:close/>
                    </a:path>
                  </a:pathLst>
                </a:custGeom>
                <a:solidFill>
                  <a:srgbClr val="D8892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3" name="îṣľïḋê"/>
                <p:cNvSpPr/>
                <p:nvPr userDrawn="1"/>
              </p:nvSpPr>
              <p:spPr bwMode="auto">
                <a:xfrm>
                  <a:off x="7405925" y="4241639"/>
                  <a:ext cx="400256" cy="544070"/>
                </a:xfrm>
                <a:custGeom>
                  <a:avLst/>
                  <a:gdLst>
                    <a:gd name="T0" fmla="*/ 6 w 111"/>
                    <a:gd name="T1" fmla="*/ 151 h 151"/>
                    <a:gd name="T2" fmla="*/ 15 w 111"/>
                    <a:gd name="T3" fmla="*/ 140 h 151"/>
                    <a:gd name="T4" fmla="*/ 101 w 111"/>
                    <a:gd name="T5" fmla="*/ 90 h 151"/>
                    <a:gd name="T6" fmla="*/ 106 w 111"/>
                    <a:gd name="T7" fmla="*/ 81 h 151"/>
                    <a:gd name="T8" fmla="*/ 106 w 111"/>
                    <a:gd name="T9" fmla="*/ 10 h 151"/>
                    <a:gd name="T10" fmla="*/ 111 w 111"/>
                    <a:gd name="T11" fmla="*/ 4 h 151"/>
                    <a:gd name="T12" fmla="*/ 106 w 111"/>
                    <a:gd name="T13" fmla="*/ 1 h 151"/>
                    <a:gd name="T14" fmla="*/ 106 w 111"/>
                    <a:gd name="T15" fmla="*/ 1 h 151"/>
                    <a:gd name="T16" fmla="*/ 103 w 111"/>
                    <a:gd name="T17" fmla="*/ 1 h 151"/>
                    <a:gd name="T18" fmla="*/ 5 w 111"/>
                    <a:gd name="T19" fmla="*/ 58 h 151"/>
                    <a:gd name="T20" fmla="*/ 0 w 111"/>
                    <a:gd name="T21" fmla="*/ 67 h 151"/>
                    <a:gd name="T22" fmla="*/ 0 w 111"/>
                    <a:gd name="T23" fmla="*/ 144 h 151"/>
                    <a:gd name="T24" fmla="*/ 2 w 111"/>
                    <a:gd name="T25" fmla="*/ 148 h 151"/>
                    <a:gd name="T26" fmla="*/ 2 w 111"/>
                    <a:gd name="T27" fmla="*/ 148 h 151"/>
                    <a:gd name="T28" fmla="*/ 6 w 111"/>
                    <a:gd name="T29" fmla="*/ 151 h 1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111" h="151">
                      <a:moveTo>
                        <a:pt x="6" y="151"/>
                      </a:moveTo>
                      <a:cubicBezTo>
                        <a:pt x="15" y="140"/>
                        <a:pt x="15" y="140"/>
                        <a:pt x="15" y="140"/>
                      </a:cubicBezTo>
                      <a:cubicBezTo>
                        <a:pt x="101" y="90"/>
                        <a:pt x="101" y="90"/>
                        <a:pt x="101" y="90"/>
                      </a:cubicBezTo>
                      <a:cubicBezTo>
                        <a:pt x="104" y="89"/>
                        <a:pt x="106" y="84"/>
                        <a:pt x="106" y="81"/>
                      </a:cubicBezTo>
                      <a:cubicBezTo>
                        <a:pt x="106" y="10"/>
                        <a:pt x="106" y="10"/>
                        <a:pt x="106" y="10"/>
                      </a:cubicBezTo>
                      <a:cubicBezTo>
                        <a:pt x="111" y="4"/>
                        <a:pt x="111" y="4"/>
                        <a:pt x="111" y="4"/>
                      </a:cubicBezTo>
                      <a:cubicBezTo>
                        <a:pt x="106" y="1"/>
                        <a:pt x="106" y="1"/>
                        <a:pt x="106" y="1"/>
                      </a:cubicBezTo>
                      <a:cubicBezTo>
                        <a:pt x="106" y="1"/>
                        <a:pt x="106" y="1"/>
                        <a:pt x="106" y="1"/>
                      </a:cubicBezTo>
                      <a:cubicBezTo>
                        <a:pt x="105" y="0"/>
                        <a:pt x="104" y="0"/>
                        <a:pt x="103" y="1"/>
                      </a:cubicBezTo>
                      <a:cubicBezTo>
                        <a:pt x="5" y="58"/>
                        <a:pt x="5" y="58"/>
                        <a:pt x="5" y="58"/>
                      </a:cubicBezTo>
                      <a:cubicBezTo>
                        <a:pt x="2" y="59"/>
                        <a:pt x="0" y="64"/>
                        <a:pt x="0" y="67"/>
                      </a:cubicBezTo>
                      <a:cubicBezTo>
                        <a:pt x="0" y="144"/>
                        <a:pt x="0" y="144"/>
                        <a:pt x="0" y="144"/>
                      </a:cubicBezTo>
                      <a:cubicBezTo>
                        <a:pt x="0" y="146"/>
                        <a:pt x="1" y="148"/>
                        <a:pt x="2" y="148"/>
                      </a:cubicBezTo>
                      <a:cubicBezTo>
                        <a:pt x="2" y="148"/>
                        <a:pt x="2" y="148"/>
                        <a:pt x="2" y="148"/>
                      </a:cubicBezTo>
                      <a:lnTo>
                        <a:pt x="6" y="151"/>
                      </a:lnTo>
                      <a:close/>
                    </a:path>
                  </a:pathLst>
                </a:custGeom>
                <a:solidFill>
                  <a:srgbClr val="983BE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4" name="îŝḻíḑe"/>
                <p:cNvSpPr/>
                <p:nvPr userDrawn="1"/>
              </p:nvSpPr>
              <p:spPr bwMode="auto">
                <a:xfrm>
                  <a:off x="7409390" y="4241639"/>
                  <a:ext cx="396790" cy="396790"/>
                </a:xfrm>
                <a:custGeom>
                  <a:avLst/>
                  <a:gdLst>
                    <a:gd name="T0" fmla="*/ 65 w 110"/>
                    <a:gd name="T1" fmla="*/ 110 h 110"/>
                    <a:gd name="T2" fmla="*/ 71 w 110"/>
                    <a:gd name="T3" fmla="*/ 107 h 110"/>
                    <a:gd name="T4" fmla="*/ 105 w 110"/>
                    <a:gd name="T5" fmla="*/ 48 h 110"/>
                    <a:gd name="T6" fmla="*/ 105 w 110"/>
                    <a:gd name="T7" fmla="*/ 10 h 110"/>
                    <a:gd name="T8" fmla="*/ 110 w 110"/>
                    <a:gd name="T9" fmla="*/ 4 h 110"/>
                    <a:gd name="T10" fmla="*/ 105 w 110"/>
                    <a:gd name="T11" fmla="*/ 1 h 110"/>
                    <a:gd name="T12" fmla="*/ 105 w 110"/>
                    <a:gd name="T13" fmla="*/ 1 h 110"/>
                    <a:gd name="T14" fmla="*/ 102 w 110"/>
                    <a:gd name="T15" fmla="*/ 1 h 110"/>
                    <a:gd name="T16" fmla="*/ 4 w 110"/>
                    <a:gd name="T17" fmla="*/ 58 h 110"/>
                    <a:gd name="T18" fmla="*/ 0 w 110"/>
                    <a:gd name="T19" fmla="*/ 62 h 110"/>
                    <a:gd name="T20" fmla="*/ 65 w 110"/>
                    <a:gd name="T21" fmla="*/ 110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10" h="110">
                      <a:moveTo>
                        <a:pt x="65" y="110"/>
                      </a:moveTo>
                      <a:cubicBezTo>
                        <a:pt x="71" y="107"/>
                        <a:pt x="71" y="107"/>
                        <a:pt x="71" y="107"/>
                      </a:cubicBezTo>
                      <a:cubicBezTo>
                        <a:pt x="105" y="48"/>
                        <a:pt x="105" y="48"/>
                        <a:pt x="105" y="48"/>
                      </a:cubicBezTo>
                      <a:cubicBezTo>
                        <a:pt x="105" y="10"/>
                        <a:pt x="105" y="10"/>
                        <a:pt x="105" y="10"/>
                      </a:cubicBezTo>
                      <a:cubicBezTo>
                        <a:pt x="110" y="4"/>
                        <a:pt x="110" y="4"/>
                        <a:pt x="110" y="4"/>
                      </a:cubicBezTo>
                      <a:cubicBezTo>
                        <a:pt x="105" y="1"/>
                        <a:pt x="105" y="1"/>
                        <a:pt x="105" y="1"/>
                      </a:cubicBezTo>
                      <a:cubicBezTo>
                        <a:pt x="105" y="1"/>
                        <a:pt x="105" y="1"/>
                        <a:pt x="105" y="1"/>
                      </a:cubicBezTo>
                      <a:cubicBezTo>
                        <a:pt x="104" y="0"/>
                        <a:pt x="103" y="0"/>
                        <a:pt x="102" y="1"/>
                      </a:cubicBezTo>
                      <a:cubicBezTo>
                        <a:pt x="4" y="58"/>
                        <a:pt x="4" y="58"/>
                        <a:pt x="4" y="58"/>
                      </a:cubicBezTo>
                      <a:cubicBezTo>
                        <a:pt x="3" y="58"/>
                        <a:pt x="1" y="60"/>
                        <a:pt x="0" y="62"/>
                      </a:cubicBezTo>
                      <a:lnTo>
                        <a:pt x="65" y="110"/>
                      </a:lnTo>
                      <a:close/>
                    </a:path>
                  </a:pathLst>
                </a:custGeom>
                <a:solidFill>
                  <a:srgbClr val="D29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5" name="iş1iḓé"/>
                <p:cNvSpPr/>
                <p:nvPr userDrawn="1"/>
              </p:nvSpPr>
              <p:spPr bwMode="auto">
                <a:xfrm>
                  <a:off x="7769793" y="4241639"/>
                  <a:ext cx="36387" cy="22526"/>
                </a:xfrm>
                <a:custGeom>
                  <a:avLst/>
                  <a:gdLst>
                    <a:gd name="T0" fmla="*/ 8 w 10"/>
                    <a:gd name="T1" fmla="*/ 6 h 6"/>
                    <a:gd name="T2" fmla="*/ 10 w 10"/>
                    <a:gd name="T3" fmla="*/ 4 h 6"/>
                    <a:gd name="T4" fmla="*/ 5 w 10"/>
                    <a:gd name="T5" fmla="*/ 1 h 6"/>
                    <a:gd name="T6" fmla="*/ 5 w 10"/>
                    <a:gd name="T7" fmla="*/ 1 h 6"/>
                    <a:gd name="T8" fmla="*/ 2 w 10"/>
                    <a:gd name="T9" fmla="*/ 1 h 6"/>
                    <a:gd name="T10" fmla="*/ 0 w 10"/>
                    <a:gd name="T11" fmla="*/ 2 h 6"/>
                    <a:gd name="T12" fmla="*/ 8 w 1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" h="6">
                      <a:moveTo>
                        <a:pt x="8" y="6"/>
                      </a:moveTo>
                      <a:cubicBezTo>
                        <a:pt x="10" y="4"/>
                        <a:pt x="10" y="4"/>
                        <a:pt x="10" y="4"/>
                      </a:cubicBezTo>
                      <a:cubicBezTo>
                        <a:pt x="5" y="1"/>
                        <a:pt x="5" y="1"/>
                        <a:pt x="5" y="1"/>
                      </a:cubicBezTo>
                      <a:cubicBezTo>
                        <a:pt x="5" y="1"/>
                        <a:pt x="5" y="1"/>
                        <a:pt x="5" y="1"/>
                      </a:cubicBezTo>
                      <a:cubicBezTo>
                        <a:pt x="4" y="0"/>
                        <a:pt x="3" y="0"/>
                        <a:pt x="2" y="1"/>
                      </a:cubicBezTo>
                      <a:cubicBezTo>
                        <a:pt x="0" y="2"/>
                        <a:pt x="0" y="2"/>
                        <a:pt x="0" y="2"/>
                      </a:cubicBezTo>
                      <a:lnTo>
                        <a:pt x="8" y="6"/>
                      </a:lnTo>
                      <a:close/>
                    </a:path>
                  </a:pathLst>
                </a:custGeom>
                <a:solidFill>
                  <a:srgbClr val="D29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6" name="iSḻîḋé"/>
                <p:cNvSpPr/>
                <p:nvPr userDrawn="1"/>
              </p:nvSpPr>
              <p:spPr bwMode="auto">
                <a:xfrm>
                  <a:off x="7405925" y="4451297"/>
                  <a:ext cx="50249" cy="50249"/>
                </a:xfrm>
                <a:custGeom>
                  <a:avLst/>
                  <a:gdLst>
                    <a:gd name="T0" fmla="*/ 4 w 14"/>
                    <a:gd name="T1" fmla="*/ 0 h 14"/>
                    <a:gd name="T2" fmla="*/ 0 w 14"/>
                    <a:gd name="T3" fmla="*/ 8 h 14"/>
                    <a:gd name="T4" fmla="*/ 10 w 14"/>
                    <a:gd name="T5" fmla="*/ 14 h 14"/>
                    <a:gd name="T6" fmla="*/ 14 w 14"/>
                    <a:gd name="T7" fmla="*/ 6 h 14"/>
                    <a:gd name="T8" fmla="*/ 4 w 14"/>
                    <a:gd name="T9" fmla="*/ 0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" h="14">
                      <a:moveTo>
                        <a:pt x="4" y="0"/>
                      </a:moveTo>
                      <a:cubicBezTo>
                        <a:pt x="2" y="2"/>
                        <a:pt x="0" y="5"/>
                        <a:pt x="0" y="8"/>
                      </a:cubicBezTo>
                      <a:cubicBezTo>
                        <a:pt x="10" y="14"/>
                        <a:pt x="10" y="14"/>
                        <a:pt x="10" y="14"/>
                      </a:cubicBezTo>
                      <a:cubicBezTo>
                        <a:pt x="14" y="6"/>
                        <a:pt x="14" y="6"/>
                        <a:pt x="14" y="6"/>
                      </a:cubicBez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983BE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7" name="íŝļíḋé"/>
                <p:cNvSpPr/>
                <p:nvPr userDrawn="1"/>
              </p:nvSpPr>
              <p:spPr bwMode="auto">
                <a:xfrm>
                  <a:off x="7423252" y="4248570"/>
                  <a:ext cx="386394" cy="540604"/>
                </a:xfrm>
                <a:custGeom>
                  <a:avLst/>
                  <a:gdLst>
                    <a:gd name="T0" fmla="*/ 5 w 107"/>
                    <a:gd name="T1" fmla="*/ 58 h 150"/>
                    <a:gd name="T2" fmla="*/ 102 w 107"/>
                    <a:gd name="T3" fmla="*/ 2 h 150"/>
                    <a:gd name="T4" fmla="*/ 107 w 107"/>
                    <a:gd name="T5" fmla="*/ 6 h 150"/>
                    <a:gd name="T6" fmla="*/ 107 w 107"/>
                    <a:gd name="T7" fmla="*/ 82 h 150"/>
                    <a:gd name="T8" fmla="*/ 102 w 107"/>
                    <a:gd name="T9" fmla="*/ 92 h 150"/>
                    <a:gd name="T10" fmla="*/ 5 w 107"/>
                    <a:gd name="T11" fmla="*/ 149 h 150"/>
                    <a:gd name="T12" fmla="*/ 0 w 107"/>
                    <a:gd name="T13" fmla="*/ 145 h 150"/>
                    <a:gd name="T14" fmla="*/ 0 w 107"/>
                    <a:gd name="T15" fmla="*/ 68 h 150"/>
                    <a:gd name="T16" fmla="*/ 5 w 107"/>
                    <a:gd name="T17" fmla="*/ 58 h 1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07" h="150">
                      <a:moveTo>
                        <a:pt x="5" y="58"/>
                      </a:moveTo>
                      <a:cubicBezTo>
                        <a:pt x="102" y="2"/>
                        <a:pt x="102" y="2"/>
                        <a:pt x="102" y="2"/>
                      </a:cubicBezTo>
                      <a:cubicBezTo>
                        <a:pt x="105" y="0"/>
                        <a:pt x="107" y="2"/>
                        <a:pt x="107" y="6"/>
                      </a:cubicBezTo>
                      <a:cubicBezTo>
                        <a:pt x="107" y="82"/>
                        <a:pt x="107" y="82"/>
                        <a:pt x="107" y="82"/>
                      </a:cubicBezTo>
                      <a:cubicBezTo>
                        <a:pt x="107" y="86"/>
                        <a:pt x="105" y="90"/>
                        <a:pt x="102" y="92"/>
                      </a:cubicBezTo>
                      <a:cubicBezTo>
                        <a:pt x="5" y="149"/>
                        <a:pt x="5" y="149"/>
                        <a:pt x="5" y="149"/>
                      </a:cubicBezTo>
                      <a:cubicBezTo>
                        <a:pt x="2" y="150"/>
                        <a:pt x="0" y="148"/>
                        <a:pt x="0" y="145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4"/>
                        <a:pt x="2" y="60"/>
                        <a:pt x="5" y="58"/>
                      </a:cubicBezTo>
                      <a:close/>
                    </a:path>
                  </a:pathLst>
                </a:custGeom>
                <a:solidFill>
                  <a:srgbClr val="B45EF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8" name="îṩlîḓé"/>
                <p:cNvSpPr/>
                <p:nvPr userDrawn="1"/>
              </p:nvSpPr>
              <p:spPr bwMode="auto">
                <a:xfrm>
                  <a:off x="7567067" y="4180995"/>
                  <a:ext cx="95299" cy="266837"/>
                </a:xfrm>
                <a:custGeom>
                  <a:avLst/>
                  <a:gdLst>
                    <a:gd name="T0" fmla="*/ 22 w 26"/>
                    <a:gd name="T1" fmla="*/ 20 h 74"/>
                    <a:gd name="T2" fmla="*/ 25 w 26"/>
                    <a:gd name="T3" fmla="*/ 53 h 74"/>
                    <a:gd name="T4" fmla="*/ 17 w 26"/>
                    <a:gd name="T5" fmla="*/ 73 h 74"/>
                    <a:gd name="T6" fmla="*/ 11 w 26"/>
                    <a:gd name="T7" fmla="*/ 45 h 74"/>
                    <a:gd name="T8" fmla="*/ 3 w 26"/>
                    <a:gd name="T9" fmla="*/ 52 h 74"/>
                    <a:gd name="T10" fmla="*/ 5 w 26"/>
                    <a:gd name="T11" fmla="*/ 11 h 74"/>
                    <a:gd name="T12" fmla="*/ 22 w 26"/>
                    <a:gd name="T13" fmla="*/ 20 h 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6" h="74">
                      <a:moveTo>
                        <a:pt x="22" y="20"/>
                      </a:moveTo>
                      <a:cubicBezTo>
                        <a:pt x="22" y="20"/>
                        <a:pt x="26" y="45"/>
                        <a:pt x="25" y="53"/>
                      </a:cubicBezTo>
                      <a:cubicBezTo>
                        <a:pt x="25" y="61"/>
                        <a:pt x="20" y="74"/>
                        <a:pt x="17" y="73"/>
                      </a:cubicBezTo>
                      <a:cubicBezTo>
                        <a:pt x="14" y="73"/>
                        <a:pt x="17" y="42"/>
                        <a:pt x="11" y="45"/>
                      </a:cubicBezTo>
                      <a:cubicBezTo>
                        <a:pt x="6" y="48"/>
                        <a:pt x="5" y="53"/>
                        <a:pt x="3" y="52"/>
                      </a:cubicBezTo>
                      <a:cubicBezTo>
                        <a:pt x="0" y="50"/>
                        <a:pt x="7" y="23"/>
                        <a:pt x="5" y="11"/>
                      </a:cubicBezTo>
                      <a:cubicBezTo>
                        <a:pt x="3" y="0"/>
                        <a:pt x="22" y="20"/>
                        <a:pt x="22" y="20"/>
                      </a:cubicBezTo>
                      <a:close/>
                    </a:path>
                  </a:pathLst>
                </a:custGeom>
                <a:solidFill>
                  <a:srgbClr val="FFC2B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9" name="íṧliḍê"/>
                <p:cNvSpPr/>
                <p:nvPr userDrawn="1"/>
              </p:nvSpPr>
              <p:spPr bwMode="auto">
                <a:xfrm>
                  <a:off x="7035126" y="4023318"/>
                  <a:ext cx="93566" cy="265104"/>
                </a:xfrm>
                <a:custGeom>
                  <a:avLst/>
                  <a:gdLst>
                    <a:gd name="T0" fmla="*/ 4 w 26"/>
                    <a:gd name="T1" fmla="*/ 21 h 74"/>
                    <a:gd name="T2" fmla="*/ 1 w 26"/>
                    <a:gd name="T3" fmla="*/ 53 h 74"/>
                    <a:gd name="T4" fmla="*/ 9 w 26"/>
                    <a:gd name="T5" fmla="*/ 74 h 74"/>
                    <a:gd name="T6" fmla="*/ 14 w 26"/>
                    <a:gd name="T7" fmla="*/ 45 h 74"/>
                    <a:gd name="T8" fmla="*/ 23 w 26"/>
                    <a:gd name="T9" fmla="*/ 52 h 74"/>
                    <a:gd name="T10" fmla="*/ 21 w 26"/>
                    <a:gd name="T11" fmla="*/ 11 h 74"/>
                    <a:gd name="T12" fmla="*/ 4 w 26"/>
                    <a:gd name="T13" fmla="*/ 21 h 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6" h="74">
                      <a:moveTo>
                        <a:pt x="4" y="21"/>
                      </a:moveTo>
                      <a:cubicBezTo>
                        <a:pt x="4" y="21"/>
                        <a:pt x="0" y="45"/>
                        <a:pt x="1" y="53"/>
                      </a:cubicBezTo>
                      <a:cubicBezTo>
                        <a:pt x="1" y="61"/>
                        <a:pt x="6" y="74"/>
                        <a:pt x="9" y="74"/>
                      </a:cubicBezTo>
                      <a:cubicBezTo>
                        <a:pt x="12" y="73"/>
                        <a:pt x="9" y="42"/>
                        <a:pt x="14" y="45"/>
                      </a:cubicBezTo>
                      <a:cubicBezTo>
                        <a:pt x="20" y="48"/>
                        <a:pt x="21" y="54"/>
                        <a:pt x="23" y="52"/>
                      </a:cubicBezTo>
                      <a:cubicBezTo>
                        <a:pt x="26" y="50"/>
                        <a:pt x="19" y="23"/>
                        <a:pt x="21" y="11"/>
                      </a:cubicBezTo>
                      <a:cubicBezTo>
                        <a:pt x="23" y="0"/>
                        <a:pt x="4" y="21"/>
                        <a:pt x="4" y="21"/>
                      </a:cubicBezTo>
                      <a:close/>
                    </a:path>
                  </a:pathLst>
                </a:custGeom>
                <a:solidFill>
                  <a:srgbClr val="FFC2B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80" name="í$ḷiďé"/>
                <p:cNvSpPr/>
                <p:nvPr userDrawn="1"/>
              </p:nvSpPr>
              <p:spPr bwMode="auto">
                <a:xfrm>
                  <a:off x="7172010" y="3215877"/>
                  <a:ext cx="190598" cy="102230"/>
                </a:xfrm>
                <a:custGeom>
                  <a:avLst/>
                  <a:gdLst>
                    <a:gd name="T0" fmla="*/ 24 w 53"/>
                    <a:gd name="T1" fmla="*/ 21 h 28"/>
                    <a:gd name="T2" fmla="*/ 0 w 53"/>
                    <a:gd name="T3" fmla="*/ 23 h 28"/>
                    <a:gd name="T4" fmla="*/ 0 w 53"/>
                    <a:gd name="T5" fmla="*/ 20 h 28"/>
                    <a:gd name="T6" fmla="*/ 1 w 53"/>
                    <a:gd name="T7" fmla="*/ 7 h 28"/>
                    <a:gd name="T8" fmla="*/ 53 w 53"/>
                    <a:gd name="T9" fmla="*/ 0 h 28"/>
                    <a:gd name="T10" fmla="*/ 24 w 53"/>
                    <a:gd name="T11" fmla="*/ 21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53" h="28">
                      <a:moveTo>
                        <a:pt x="24" y="21"/>
                      </a:moveTo>
                      <a:cubicBezTo>
                        <a:pt x="4" y="28"/>
                        <a:pt x="1" y="23"/>
                        <a:pt x="0" y="23"/>
                      </a:cubicBezTo>
                      <a:cubicBezTo>
                        <a:pt x="0" y="22"/>
                        <a:pt x="0" y="21"/>
                        <a:pt x="0" y="20"/>
                      </a:cubicBezTo>
                      <a:cubicBezTo>
                        <a:pt x="0" y="15"/>
                        <a:pt x="0" y="11"/>
                        <a:pt x="1" y="7"/>
                      </a:cubicBezTo>
                      <a:cubicBezTo>
                        <a:pt x="53" y="0"/>
                        <a:pt x="53" y="0"/>
                        <a:pt x="53" y="0"/>
                      </a:cubicBezTo>
                      <a:cubicBezTo>
                        <a:pt x="53" y="0"/>
                        <a:pt x="44" y="14"/>
                        <a:pt x="24" y="21"/>
                      </a:cubicBezTo>
                      <a:close/>
                    </a:path>
                  </a:pathLst>
                </a:custGeom>
                <a:solidFill>
                  <a:srgbClr val="EA9C9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15" name="ïSliďè"/>
                <p:cNvSpPr/>
                <p:nvPr userDrawn="1"/>
              </p:nvSpPr>
              <p:spPr bwMode="auto">
                <a:xfrm>
                  <a:off x="7099237" y="3061667"/>
                  <a:ext cx="400256" cy="370799"/>
                </a:xfrm>
                <a:custGeom>
                  <a:avLst/>
                  <a:gdLst>
                    <a:gd name="T0" fmla="*/ 19 w 111"/>
                    <a:gd name="T1" fmla="*/ 23 h 103"/>
                    <a:gd name="T2" fmla="*/ 70 w 111"/>
                    <a:gd name="T3" fmla="*/ 4 h 103"/>
                    <a:gd name="T4" fmla="*/ 108 w 111"/>
                    <a:gd name="T5" fmla="*/ 49 h 103"/>
                    <a:gd name="T6" fmla="*/ 90 w 111"/>
                    <a:gd name="T7" fmla="*/ 103 h 103"/>
                    <a:gd name="T8" fmla="*/ 88 w 111"/>
                    <a:gd name="T9" fmla="*/ 102 h 103"/>
                    <a:gd name="T10" fmla="*/ 80 w 111"/>
                    <a:gd name="T11" fmla="*/ 94 h 103"/>
                    <a:gd name="T12" fmla="*/ 78 w 111"/>
                    <a:gd name="T13" fmla="*/ 79 h 103"/>
                    <a:gd name="T14" fmla="*/ 82 w 111"/>
                    <a:gd name="T15" fmla="*/ 75 h 103"/>
                    <a:gd name="T16" fmla="*/ 87 w 111"/>
                    <a:gd name="T17" fmla="*/ 72 h 103"/>
                    <a:gd name="T18" fmla="*/ 81 w 111"/>
                    <a:gd name="T19" fmla="*/ 57 h 103"/>
                    <a:gd name="T20" fmla="*/ 74 w 111"/>
                    <a:gd name="T21" fmla="*/ 52 h 103"/>
                    <a:gd name="T22" fmla="*/ 69 w 111"/>
                    <a:gd name="T23" fmla="*/ 50 h 103"/>
                    <a:gd name="T24" fmla="*/ 20 w 111"/>
                    <a:gd name="T25" fmla="*/ 56 h 103"/>
                    <a:gd name="T26" fmla="*/ 19 w 111"/>
                    <a:gd name="T27" fmla="*/ 23 h 1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11" h="103">
                      <a:moveTo>
                        <a:pt x="19" y="23"/>
                      </a:moveTo>
                      <a:cubicBezTo>
                        <a:pt x="23" y="19"/>
                        <a:pt x="40" y="0"/>
                        <a:pt x="70" y="4"/>
                      </a:cubicBezTo>
                      <a:cubicBezTo>
                        <a:pt x="89" y="7"/>
                        <a:pt x="105" y="20"/>
                        <a:pt x="108" y="49"/>
                      </a:cubicBezTo>
                      <a:cubicBezTo>
                        <a:pt x="111" y="69"/>
                        <a:pt x="103" y="88"/>
                        <a:pt x="90" y="103"/>
                      </a:cubicBezTo>
                      <a:cubicBezTo>
                        <a:pt x="89" y="103"/>
                        <a:pt x="89" y="102"/>
                        <a:pt x="88" y="102"/>
                      </a:cubicBezTo>
                      <a:cubicBezTo>
                        <a:pt x="80" y="97"/>
                        <a:pt x="80" y="94"/>
                        <a:pt x="80" y="94"/>
                      </a:cubicBezTo>
                      <a:cubicBezTo>
                        <a:pt x="78" y="79"/>
                        <a:pt x="78" y="79"/>
                        <a:pt x="78" y="79"/>
                      </a:cubicBezTo>
                      <a:cubicBezTo>
                        <a:pt x="78" y="77"/>
                        <a:pt x="80" y="75"/>
                        <a:pt x="82" y="75"/>
                      </a:cubicBezTo>
                      <a:cubicBezTo>
                        <a:pt x="83" y="75"/>
                        <a:pt x="85" y="74"/>
                        <a:pt x="87" y="72"/>
                      </a:cubicBezTo>
                      <a:cubicBezTo>
                        <a:pt x="91" y="66"/>
                        <a:pt x="89" y="57"/>
                        <a:pt x="81" y="57"/>
                      </a:cubicBezTo>
                      <a:cubicBezTo>
                        <a:pt x="76" y="57"/>
                        <a:pt x="75" y="54"/>
                        <a:pt x="74" y="52"/>
                      </a:cubicBezTo>
                      <a:cubicBezTo>
                        <a:pt x="73" y="50"/>
                        <a:pt x="71" y="49"/>
                        <a:pt x="69" y="50"/>
                      </a:cubicBezTo>
                      <a:cubicBezTo>
                        <a:pt x="60" y="53"/>
                        <a:pt x="35" y="61"/>
                        <a:pt x="20" y="56"/>
                      </a:cubicBezTo>
                      <a:cubicBezTo>
                        <a:pt x="0" y="51"/>
                        <a:pt x="14" y="27"/>
                        <a:pt x="19" y="23"/>
                      </a:cubicBezTo>
                      <a:close/>
                    </a:path>
                  </a:pathLst>
                </a:custGeom>
                <a:solidFill>
                  <a:srgbClr val="6614C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16" name="işľïḑé"/>
                <p:cNvSpPr/>
                <p:nvPr userDrawn="1"/>
              </p:nvSpPr>
              <p:spPr bwMode="auto">
                <a:xfrm>
                  <a:off x="7203199" y="3342365"/>
                  <a:ext cx="86635" cy="50249"/>
                </a:xfrm>
                <a:custGeom>
                  <a:avLst/>
                  <a:gdLst>
                    <a:gd name="T0" fmla="*/ 12 w 24"/>
                    <a:gd name="T1" fmla="*/ 4 h 14"/>
                    <a:gd name="T2" fmla="*/ 0 w 24"/>
                    <a:gd name="T3" fmla="*/ 0 h 14"/>
                    <a:gd name="T4" fmla="*/ 14 w 24"/>
                    <a:gd name="T5" fmla="*/ 12 h 14"/>
                    <a:gd name="T6" fmla="*/ 24 w 24"/>
                    <a:gd name="T7" fmla="*/ 7 h 14"/>
                    <a:gd name="T8" fmla="*/ 12 w 24"/>
                    <a:gd name="T9" fmla="*/ 4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14">
                      <a:moveTo>
                        <a:pt x="12" y="4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6" y="9"/>
                        <a:pt x="14" y="12"/>
                      </a:cubicBezTo>
                      <a:cubicBezTo>
                        <a:pt x="22" y="14"/>
                        <a:pt x="24" y="7"/>
                        <a:pt x="24" y="7"/>
                      </a:cubicBezTo>
                      <a:lnTo>
                        <a:pt x="12" y="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17" name="íṡľíḑe"/>
                <p:cNvSpPr/>
                <p:nvPr userDrawn="1"/>
              </p:nvSpPr>
              <p:spPr bwMode="auto">
                <a:xfrm>
                  <a:off x="7572265" y="4342136"/>
                  <a:ext cx="38120" cy="29457"/>
                </a:xfrm>
                <a:custGeom>
                  <a:avLst/>
                  <a:gdLst>
                    <a:gd name="T0" fmla="*/ 0 w 22"/>
                    <a:gd name="T1" fmla="*/ 13 h 17"/>
                    <a:gd name="T2" fmla="*/ 22 w 22"/>
                    <a:gd name="T3" fmla="*/ 0 h 17"/>
                    <a:gd name="T4" fmla="*/ 14 w 22"/>
                    <a:gd name="T5" fmla="*/ 13 h 17"/>
                    <a:gd name="T6" fmla="*/ 2 w 22"/>
                    <a:gd name="T7" fmla="*/ 17 h 17"/>
                    <a:gd name="T8" fmla="*/ 0 w 22"/>
                    <a:gd name="T9" fmla="*/ 13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17">
                      <a:moveTo>
                        <a:pt x="0" y="13"/>
                      </a:moveTo>
                      <a:lnTo>
                        <a:pt x="22" y="0"/>
                      </a:lnTo>
                      <a:lnTo>
                        <a:pt x="14" y="13"/>
                      </a:lnTo>
                      <a:lnTo>
                        <a:pt x="2" y="17"/>
                      </a:lnTo>
                      <a:lnTo>
                        <a:pt x="0" y="13"/>
                      </a:lnTo>
                      <a:close/>
                    </a:path>
                  </a:pathLst>
                </a:custGeom>
                <a:solidFill>
                  <a:srgbClr val="D29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18" name="ïṩ1íḓê"/>
                <p:cNvSpPr/>
                <p:nvPr userDrawn="1"/>
              </p:nvSpPr>
              <p:spPr bwMode="auto">
                <a:xfrm>
                  <a:off x="5049445" y="1316832"/>
                  <a:ext cx="1912907" cy="3623088"/>
                </a:xfrm>
                <a:custGeom>
                  <a:avLst/>
                  <a:gdLst>
                    <a:gd name="T0" fmla="*/ 488 w 531"/>
                    <a:gd name="T1" fmla="*/ 176 h 1007"/>
                    <a:gd name="T2" fmla="*/ 208 w 531"/>
                    <a:gd name="T3" fmla="*/ 8 h 1007"/>
                    <a:gd name="T4" fmla="*/ 172 w 531"/>
                    <a:gd name="T5" fmla="*/ 5 h 1007"/>
                    <a:gd name="T6" fmla="*/ 172 w 531"/>
                    <a:gd name="T7" fmla="*/ 5 h 1007"/>
                    <a:gd name="T8" fmla="*/ 145 w 531"/>
                    <a:gd name="T9" fmla="*/ 14 h 1007"/>
                    <a:gd name="T10" fmla="*/ 165 w 531"/>
                    <a:gd name="T11" fmla="*/ 14 h 1007"/>
                    <a:gd name="T12" fmla="*/ 156 w 531"/>
                    <a:gd name="T13" fmla="*/ 38 h 1007"/>
                    <a:gd name="T14" fmla="*/ 8 w 531"/>
                    <a:gd name="T15" fmla="*/ 718 h 1007"/>
                    <a:gd name="T16" fmla="*/ 43 w 531"/>
                    <a:gd name="T17" fmla="*/ 817 h 1007"/>
                    <a:gd name="T18" fmla="*/ 324 w 531"/>
                    <a:gd name="T19" fmla="*/ 986 h 1007"/>
                    <a:gd name="T20" fmla="*/ 333 w 531"/>
                    <a:gd name="T21" fmla="*/ 990 h 1007"/>
                    <a:gd name="T22" fmla="*/ 322 w 531"/>
                    <a:gd name="T23" fmla="*/ 1007 h 1007"/>
                    <a:gd name="T24" fmla="*/ 345 w 531"/>
                    <a:gd name="T25" fmla="*/ 999 h 1007"/>
                    <a:gd name="T26" fmla="*/ 345 w 531"/>
                    <a:gd name="T27" fmla="*/ 999 h 1007"/>
                    <a:gd name="T28" fmla="*/ 375 w 531"/>
                    <a:gd name="T29" fmla="*/ 956 h 1007"/>
                    <a:gd name="T30" fmla="*/ 523 w 531"/>
                    <a:gd name="T31" fmla="*/ 276 h 1007"/>
                    <a:gd name="T32" fmla="*/ 488 w 531"/>
                    <a:gd name="T33" fmla="*/ 176 h 10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531" h="1007">
                      <a:moveTo>
                        <a:pt x="488" y="176"/>
                      </a:moveTo>
                      <a:cubicBezTo>
                        <a:pt x="208" y="8"/>
                        <a:pt x="208" y="8"/>
                        <a:pt x="208" y="8"/>
                      </a:cubicBezTo>
                      <a:cubicBezTo>
                        <a:pt x="195" y="0"/>
                        <a:pt x="183" y="0"/>
                        <a:pt x="172" y="5"/>
                      </a:cubicBezTo>
                      <a:cubicBezTo>
                        <a:pt x="172" y="5"/>
                        <a:pt x="172" y="5"/>
                        <a:pt x="172" y="5"/>
                      </a:cubicBezTo>
                      <a:cubicBezTo>
                        <a:pt x="145" y="14"/>
                        <a:pt x="145" y="14"/>
                        <a:pt x="145" y="14"/>
                      </a:cubicBezTo>
                      <a:cubicBezTo>
                        <a:pt x="165" y="14"/>
                        <a:pt x="165" y="14"/>
                        <a:pt x="165" y="14"/>
                      </a:cubicBezTo>
                      <a:cubicBezTo>
                        <a:pt x="161" y="21"/>
                        <a:pt x="158" y="29"/>
                        <a:pt x="156" y="38"/>
                      </a:cubicBezTo>
                      <a:cubicBezTo>
                        <a:pt x="8" y="718"/>
                        <a:pt x="8" y="718"/>
                        <a:pt x="8" y="718"/>
                      </a:cubicBezTo>
                      <a:cubicBezTo>
                        <a:pt x="0" y="756"/>
                        <a:pt x="16" y="801"/>
                        <a:pt x="43" y="817"/>
                      </a:cubicBezTo>
                      <a:cubicBezTo>
                        <a:pt x="324" y="986"/>
                        <a:pt x="324" y="986"/>
                        <a:pt x="324" y="986"/>
                      </a:cubicBezTo>
                      <a:cubicBezTo>
                        <a:pt x="327" y="988"/>
                        <a:pt x="330" y="989"/>
                        <a:pt x="333" y="990"/>
                      </a:cubicBezTo>
                      <a:cubicBezTo>
                        <a:pt x="322" y="1007"/>
                        <a:pt x="322" y="1007"/>
                        <a:pt x="322" y="1007"/>
                      </a:cubicBezTo>
                      <a:cubicBezTo>
                        <a:pt x="345" y="999"/>
                        <a:pt x="345" y="999"/>
                        <a:pt x="345" y="999"/>
                      </a:cubicBezTo>
                      <a:cubicBezTo>
                        <a:pt x="345" y="999"/>
                        <a:pt x="345" y="999"/>
                        <a:pt x="345" y="999"/>
                      </a:cubicBezTo>
                      <a:cubicBezTo>
                        <a:pt x="359" y="993"/>
                        <a:pt x="370" y="978"/>
                        <a:pt x="375" y="956"/>
                      </a:cubicBezTo>
                      <a:cubicBezTo>
                        <a:pt x="523" y="276"/>
                        <a:pt x="523" y="276"/>
                        <a:pt x="523" y="276"/>
                      </a:cubicBezTo>
                      <a:cubicBezTo>
                        <a:pt x="531" y="238"/>
                        <a:pt x="516" y="193"/>
                        <a:pt x="488" y="176"/>
                      </a:cubicBezTo>
                      <a:close/>
                    </a:path>
                  </a:pathLst>
                </a:custGeom>
                <a:solidFill>
                  <a:srgbClr val="173D7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19" name="íSļiḋe"/>
                <p:cNvSpPr/>
                <p:nvPr userDrawn="1"/>
              </p:nvSpPr>
              <p:spPr bwMode="auto">
                <a:xfrm>
                  <a:off x="4909097" y="1316832"/>
                  <a:ext cx="1963156" cy="3673336"/>
                </a:xfrm>
                <a:custGeom>
                  <a:avLst/>
                  <a:gdLst>
                    <a:gd name="T0" fmla="*/ 323 w 545"/>
                    <a:gd name="T1" fmla="*/ 1004 h 1021"/>
                    <a:gd name="T2" fmla="*/ 43 w 545"/>
                    <a:gd name="T3" fmla="*/ 836 h 1021"/>
                    <a:gd name="T4" fmla="*/ 8 w 545"/>
                    <a:gd name="T5" fmla="*/ 736 h 1021"/>
                    <a:gd name="T6" fmla="*/ 156 w 545"/>
                    <a:gd name="T7" fmla="*/ 56 h 1021"/>
                    <a:gd name="T8" fmla="*/ 222 w 545"/>
                    <a:gd name="T9" fmla="*/ 17 h 1021"/>
                    <a:gd name="T10" fmla="*/ 502 w 545"/>
                    <a:gd name="T11" fmla="*/ 185 h 1021"/>
                    <a:gd name="T12" fmla="*/ 537 w 545"/>
                    <a:gd name="T13" fmla="*/ 285 h 1021"/>
                    <a:gd name="T14" fmla="*/ 389 w 545"/>
                    <a:gd name="T15" fmla="*/ 965 h 1021"/>
                    <a:gd name="T16" fmla="*/ 323 w 545"/>
                    <a:gd name="T17" fmla="*/ 1004 h 10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45" h="1021">
                      <a:moveTo>
                        <a:pt x="323" y="1004"/>
                      </a:moveTo>
                      <a:cubicBezTo>
                        <a:pt x="43" y="836"/>
                        <a:pt x="43" y="836"/>
                        <a:pt x="43" y="836"/>
                      </a:cubicBezTo>
                      <a:cubicBezTo>
                        <a:pt x="15" y="819"/>
                        <a:pt x="0" y="775"/>
                        <a:pt x="8" y="736"/>
                      </a:cubicBezTo>
                      <a:cubicBezTo>
                        <a:pt x="156" y="56"/>
                        <a:pt x="156" y="56"/>
                        <a:pt x="156" y="56"/>
                      </a:cubicBezTo>
                      <a:cubicBezTo>
                        <a:pt x="165" y="18"/>
                        <a:pt x="194" y="0"/>
                        <a:pt x="222" y="17"/>
                      </a:cubicBezTo>
                      <a:cubicBezTo>
                        <a:pt x="502" y="185"/>
                        <a:pt x="502" y="185"/>
                        <a:pt x="502" y="185"/>
                      </a:cubicBezTo>
                      <a:cubicBezTo>
                        <a:pt x="530" y="202"/>
                        <a:pt x="545" y="246"/>
                        <a:pt x="537" y="285"/>
                      </a:cubicBezTo>
                      <a:cubicBezTo>
                        <a:pt x="389" y="965"/>
                        <a:pt x="389" y="965"/>
                        <a:pt x="389" y="965"/>
                      </a:cubicBezTo>
                      <a:cubicBezTo>
                        <a:pt x="380" y="1003"/>
                        <a:pt x="351" y="1021"/>
                        <a:pt x="323" y="1004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20" name="ïṡḷiḍe"/>
                <p:cNvSpPr/>
                <p:nvPr userDrawn="1"/>
              </p:nvSpPr>
              <p:spPr bwMode="auto">
                <a:xfrm>
                  <a:off x="4966275" y="1398270"/>
                  <a:ext cx="1848797" cy="3510461"/>
                </a:xfrm>
                <a:custGeom>
                  <a:avLst/>
                  <a:gdLst>
                    <a:gd name="T0" fmla="*/ 308 w 513"/>
                    <a:gd name="T1" fmla="*/ 962 h 975"/>
                    <a:gd name="T2" fmla="*/ 34 w 513"/>
                    <a:gd name="T3" fmla="*/ 798 h 975"/>
                    <a:gd name="T4" fmla="*/ 7 w 513"/>
                    <a:gd name="T5" fmla="*/ 720 h 975"/>
                    <a:gd name="T6" fmla="*/ 154 w 513"/>
                    <a:gd name="T7" fmla="*/ 44 h 975"/>
                    <a:gd name="T8" fmla="*/ 205 w 513"/>
                    <a:gd name="T9" fmla="*/ 13 h 975"/>
                    <a:gd name="T10" fmla="*/ 479 w 513"/>
                    <a:gd name="T11" fmla="*/ 177 h 975"/>
                    <a:gd name="T12" fmla="*/ 506 w 513"/>
                    <a:gd name="T13" fmla="*/ 255 h 975"/>
                    <a:gd name="T14" fmla="*/ 359 w 513"/>
                    <a:gd name="T15" fmla="*/ 931 h 975"/>
                    <a:gd name="T16" fmla="*/ 308 w 513"/>
                    <a:gd name="T17" fmla="*/ 962 h 9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13" h="975">
                      <a:moveTo>
                        <a:pt x="308" y="962"/>
                      </a:moveTo>
                      <a:cubicBezTo>
                        <a:pt x="34" y="798"/>
                        <a:pt x="34" y="798"/>
                        <a:pt x="34" y="798"/>
                      </a:cubicBezTo>
                      <a:cubicBezTo>
                        <a:pt x="12" y="785"/>
                        <a:pt x="0" y="750"/>
                        <a:pt x="7" y="720"/>
                      </a:cubicBezTo>
                      <a:cubicBezTo>
                        <a:pt x="154" y="44"/>
                        <a:pt x="154" y="44"/>
                        <a:pt x="154" y="44"/>
                      </a:cubicBezTo>
                      <a:cubicBezTo>
                        <a:pt x="161" y="14"/>
                        <a:pt x="184" y="0"/>
                        <a:pt x="205" y="13"/>
                      </a:cubicBezTo>
                      <a:cubicBezTo>
                        <a:pt x="479" y="177"/>
                        <a:pt x="479" y="177"/>
                        <a:pt x="479" y="177"/>
                      </a:cubicBezTo>
                      <a:cubicBezTo>
                        <a:pt x="501" y="190"/>
                        <a:pt x="513" y="225"/>
                        <a:pt x="506" y="255"/>
                      </a:cubicBezTo>
                      <a:cubicBezTo>
                        <a:pt x="359" y="931"/>
                        <a:pt x="359" y="931"/>
                        <a:pt x="359" y="931"/>
                      </a:cubicBezTo>
                      <a:cubicBezTo>
                        <a:pt x="352" y="961"/>
                        <a:pt x="329" y="975"/>
                        <a:pt x="308" y="96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21" name="íŝľïḑê"/>
                <p:cNvSpPr/>
                <p:nvPr userDrawn="1"/>
              </p:nvSpPr>
              <p:spPr bwMode="auto">
                <a:xfrm>
                  <a:off x="5863817" y="1838377"/>
                  <a:ext cx="157677" cy="117824"/>
                </a:xfrm>
                <a:custGeom>
                  <a:avLst/>
                  <a:gdLst>
                    <a:gd name="T0" fmla="*/ 36 w 44"/>
                    <a:gd name="T1" fmla="*/ 32 h 33"/>
                    <a:gd name="T2" fmla="*/ 5 w 44"/>
                    <a:gd name="T3" fmla="*/ 14 h 33"/>
                    <a:gd name="T4" fmla="*/ 1 w 44"/>
                    <a:gd name="T5" fmla="*/ 5 h 33"/>
                    <a:gd name="T6" fmla="*/ 1 w 44"/>
                    <a:gd name="T7" fmla="*/ 5 h 33"/>
                    <a:gd name="T8" fmla="*/ 8 w 44"/>
                    <a:gd name="T9" fmla="*/ 1 h 33"/>
                    <a:gd name="T10" fmla="*/ 39 w 44"/>
                    <a:gd name="T11" fmla="*/ 19 h 33"/>
                    <a:gd name="T12" fmla="*/ 43 w 44"/>
                    <a:gd name="T13" fmla="*/ 29 h 33"/>
                    <a:gd name="T14" fmla="*/ 43 w 44"/>
                    <a:gd name="T15" fmla="*/ 29 h 33"/>
                    <a:gd name="T16" fmla="*/ 36 w 44"/>
                    <a:gd name="T17" fmla="*/ 32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4" h="33">
                      <a:moveTo>
                        <a:pt x="36" y="32"/>
                      </a:move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2" y="12"/>
                        <a:pt x="0" y="8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2" y="1"/>
                        <a:pt x="5" y="0"/>
                        <a:pt x="8" y="1"/>
                      </a:cubicBezTo>
                      <a:cubicBezTo>
                        <a:pt x="39" y="19"/>
                        <a:pt x="39" y="19"/>
                        <a:pt x="39" y="19"/>
                      </a:cubicBezTo>
                      <a:cubicBezTo>
                        <a:pt x="42" y="21"/>
                        <a:pt x="44" y="25"/>
                        <a:pt x="43" y="29"/>
                      </a:cubicBezTo>
                      <a:cubicBezTo>
                        <a:pt x="43" y="29"/>
                        <a:pt x="43" y="29"/>
                        <a:pt x="43" y="29"/>
                      </a:cubicBezTo>
                      <a:cubicBezTo>
                        <a:pt x="42" y="32"/>
                        <a:pt x="39" y="33"/>
                        <a:pt x="36" y="32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22" name="íṣlîďe"/>
                <p:cNvSpPr/>
                <p:nvPr userDrawn="1"/>
              </p:nvSpPr>
              <p:spPr bwMode="auto">
                <a:xfrm>
                  <a:off x="6080406" y="1959666"/>
                  <a:ext cx="207925" cy="152478"/>
                </a:xfrm>
                <a:custGeom>
                  <a:avLst/>
                  <a:gdLst>
                    <a:gd name="T0" fmla="*/ 51 w 58"/>
                    <a:gd name="T1" fmla="*/ 41 h 42"/>
                    <a:gd name="T2" fmla="*/ 4 w 58"/>
                    <a:gd name="T3" fmla="*/ 14 h 42"/>
                    <a:gd name="T4" fmla="*/ 1 w 58"/>
                    <a:gd name="T5" fmla="*/ 5 h 42"/>
                    <a:gd name="T6" fmla="*/ 1 w 58"/>
                    <a:gd name="T7" fmla="*/ 5 h 42"/>
                    <a:gd name="T8" fmla="*/ 7 w 58"/>
                    <a:gd name="T9" fmla="*/ 2 h 42"/>
                    <a:gd name="T10" fmla="*/ 53 w 58"/>
                    <a:gd name="T11" fmla="*/ 28 h 42"/>
                    <a:gd name="T12" fmla="*/ 57 w 58"/>
                    <a:gd name="T13" fmla="*/ 38 h 42"/>
                    <a:gd name="T14" fmla="*/ 57 w 58"/>
                    <a:gd name="T15" fmla="*/ 38 h 42"/>
                    <a:gd name="T16" fmla="*/ 51 w 58"/>
                    <a:gd name="T17" fmla="*/ 41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8" h="42">
                      <a:moveTo>
                        <a:pt x="51" y="41"/>
                      </a:moveTo>
                      <a:cubicBezTo>
                        <a:pt x="4" y="14"/>
                        <a:pt x="4" y="14"/>
                        <a:pt x="4" y="14"/>
                      </a:cubicBezTo>
                      <a:cubicBezTo>
                        <a:pt x="2" y="12"/>
                        <a:pt x="0" y="8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1" y="1"/>
                        <a:pt x="4" y="0"/>
                        <a:pt x="7" y="2"/>
                      </a:cubicBezTo>
                      <a:cubicBezTo>
                        <a:pt x="53" y="28"/>
                        <a:pt x="53" y="28"/>
                        <a:pt x="53" y="28"/>
                      </a:cubicBezTo>
                      <a:cubicBezTo>
                        <a:pt x="56" y="30"/>
                        <a:pt x="58" y="34"/>
                        <a:pt x="57" y="38"/>
                      </a:cubicBezTo>
                      <a:cubicBezTo>
                        <a:pt x="57" y="38"/>
                        <a:pt x="57" y="38"/>
                        <a:pt x="57" y="38"/>
                      </a:cubicBezTo>
                      <a:cubicBezTo>
                        <a:pt x="56" y="41"/>
                        <a:pt x="53" y="42"/>
                        <a:pt x="51" y="41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23" name="í$ļîdé"/>
                <p:cNvSpPr/>
                <p:nvPr userDrawn="1"/>
              </p:nvSpPr>
              <p:spPr bwMode="auto">
                <a:xfrm>
                  <a:off x="5669754" y="2359921"/>
                  <a:ext cx="154211" cy="123023"/>
                </a:xfrm>
                <a:custGeom>
                  <a:avLst/>
                  <a:gdLst>
                    <a:gd name="T0" fmla="*/ 36 w 43"/>
                    <a:gd name="T1" fmla="*/ 33 h 34"/>
                    <a:gd name="T2" fmla="*/ 4 w 43"/>
                    <a:gd name="T3" fmla="*/ 15 h 34"/>
                    <a:gd name="T4" fmla="*/ 1 w 43"/>
                    <a:gd name="T5" fmla="*/ 5 h 34"/>
                    <a:gd name="T6" fmla="*/ 1 w 43"/>
                    <a:gd name="T7" fmla="*/ 5 h 34"/>
                    <a:gd name="T8" fmla="*/ 7 w 43"/>
                    <a:gd name="T9" fmla="*/ 2 h 34"/>
                    <a:gd name="T10" fmla="*/ 39 w 43"/>
                    <a:gd name="T11" fmla="*/ 20 h 34"/>
                    <a:gd name="T12" fmla="*/ 42 w 43"/>
                    <a:gd name="T13" fmla="*/ 29 h 34"/>
                    <a:gd name="T14" fmla="*/ 42 w 43"/>
                    <a:gd name="T15" fmla="*/ 29 h 34"/>
                    <a:gd name="T16" fmla="*/ 36 w 43"/>
                    <a:gd name="T17" fmla="*/ 33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3" h="34">
                      <a:moveTo>
                        <a:pt x="36" y="33"/>
                      </a:moveTo>
                      <a:cubicBezTo>
                        <a:pt x="4" y="15"/>
                        <a:pt x="4" y="15"/>
                        <a:pt x="4" y="15"/>
                      </a:cubicBezTo>
                      <a:cubicBezTo>
                        <a:pt x="2" y="13"/>
                        <a:pt x="0" y="9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1" y="2"/>
                        <a:pt x="4" y="0"/>
                        <a:pt x="7" y="2"/>
                      </a:cubicBezTo>
                      <a:cubicBezTo>
                        <a:pt x="39" y="20"/>
                        <a:pt x="39" y="20"/>
                        <a:pt x="39" y="20"/>
                      </a:cubicBezTo>
                      <a:cubicBezTo>
                        <a:pt x="41" y="22"/>
                        <a:pt x="43" y="26"/>
                        <a:pt x="42" y="29"/>
                      </a:cubicBezTo>
                      <a:cubicBezTo>
                        <a:pt x="42" y="29"/>
                        <a:pt x="42" y="29"/>
                        <a:pt x="42" y="29"/>
                      </a:cubicBezTo>
                      <a:cubicBezTo>
                        <a:pt x="42" y="33"/>
                        <a:pt x="39" y="34"/>
                        <a:pt x="36" y="33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24" name="íṥlíḑê"/>
                <p:cNvSpPr/>
                <p:nvPr userDrawn="1"/>
              </p:nvSpPr>
              <p:spPr bwMode="auto">
                <a:xfrm>
                  <a:off x="5853421" y="2467348"/>
                  <a:ext cx="211390" cy="155943"/>
                </a:xfrm>
                <a:custGeom>
                  <a:avLst/>
                  <a:gdLst>
                    <a:gd name="T0" fmla="*/ 51 w 59"/>
                    <a:gd name="T1" fmla="*/ 41 h 43"/>
                    <a:gd name="T2" fmla="*/ 5 w 59"/>
                    <a:gd name="T3" fmla="*/ 14 h 43"/>
                    <a:gd name="T4" fmla="*/ 1 w 59"/>
                    <a:gd name="T5" fmla="*/ 5 h 43"/>
                    <a:gd name="T6" fmla="*/ 1 w 59"/>
                    <a:gd name="T7" fmla="*/ 5 h 43"/>
                    <a:gd name="T8" fmla="*/ 8 w 59"/>
                    <a:gd name="T9" fmla="*/ 2 h 43"/>
                    <a:gd name="T10" fmla="*/ 54 w 59"/>
                    <a:gd name="T11" fmla="*/ 28 h 43"/>
                    <a:gd name="T12" fmla="*/ 58 w 59"/>
                    <a:gd name="T13" fmla="*/ 38 h 43"/>
                    <a:gd name="T14" fmla="*/ 58 w 59"/>
                    <a:gd name="T15" fmla="*/ 38 h 43"/>
                    <a:gd name="T16" fmla="*/ 51 w 59"/>
                    <a:gd name="T17" fmla="*/ 41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9" h="43">
                      <a:moveTo>
                        <a:pt x="51" y="41"/>
                      </a:move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2" y="13"/>
                        <a:pt x="0" y="8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2" y="2"/>
                        <a:pt x="5" y="0"/>
                        <a:pt x="8" y="2"/>
                      </a:cubicBezTo>
                      <a:cubicBezTo>
                        <a:pt x="54" y="28"/>
                        <a:pt x="54" y="28"/>
                        <a:pt x="54" y="28"/>
                      </a:cubicBezTo>
                      <a:cubicBezTo>
                        <a:pt x="57" y="30"/>
                        <a:pt x="59" y="34"/>
                        <a:pt x="58" y="38"/>
                      </a:cubicBezTo>
                      <a:cubicBezTo>
                        <a:pt x="58" y="38"/>
                        <a:pt x="58" y="38"/>
                        <a:pt x="58" y="38"/>
                      </a:cubicBezTo>
                      <a:cubicBezTo>
                        <a:pt x="57" y="41"/>
                        <a:pt x="54" y="43"/>
                        <a:pt x="51" y="41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25" name="ïşḷíḓe"/>
                <p:cNvSpPr/>
                <p:nvPr userDrawn="1"/>
              </p:nvSpPr>
              <p:spPr bwMode="auto">
                <a:xfrm>
                  <a:off x="5576188" y="1777732"/>
                  <a:ext cx="110893" cy="97032"/>
                </a:xfrm>
                <a:custGeom>
                  <a:avLst/>
                  <a:gdLst>
                    <a:gd name="T0" fmla="*/ 24 w 31"/>
                    <a:gd name="T1" fmla="*/ 25 h 27"/>
                    <a:gd name="T2" fmla="*/ 5 w 31"/>
                    <a:gd name="T3" fmla="*/ 14 h 27"/>
                    <a:gd name="T4" fmla="*/ 1 w 31"/>
                    <a:gd name="T5" fmla="*/ 5 h 27"/>
                    <a:gd name="T6" fmla="*/ 1 w 31"/>
                    <a:gd name="T7" fmla="*/ 5 h 27"/>
                    <a:gd name="T8" fmla="*/ 7 w 31"/>
                    <a:gd name="T9" fmla="*/ 1 h 27"/>
                    <a:gd name="T10" fmla="*/ 27 w 31"/>
                    <a:gd name="T11" fmla="*/ 13 h 27"/>
                    <a:gd name="T12" fmla="*/ 31 w 31"/>
                    <a:gd name="T13" fmla="*/ 22 h 27"/>
                    <a:gd name="T14" fmla="*/ 31 w 31"/>
                    <a:gd name="T15" fmla="*/ 22 h 27"/>
                    <a:gd name="T16" fmla="*/ 24 w 31"/>
                    <a:gd name="T17" fmla="*/ 25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1" h="27">
                      <a:moveTo>
                        <a:pt x="24" y="25"/>
                      </a:move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2" y="12"/>
                        <a:pt x="0" y="8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1" y="1"/>
                        <a:pt x="4" y="0"/>
                        <a:pt x="7" y="1"/>
                      </a:cubicBezTo>
                      <a:cubicBezTo>
                        <a:pt x="27" y="13"/>
                        <a:pt x="27" y="13"/>
                        <a:pt x="27" y="13"/>
                      </a:cubicBezTo>
                      <a:cubicBezTo>
                        <a:pt x="30" y="14"/>
                        <a:pt x="31" y="19"/>
                        <a:pt x="31" y="22"/>
                      </a:cubicBezTo>
                      <a:cubicBezTo>
                        <a:pt x="31" y="22"/>
                        <a:pt x="31" y="22"/>
                        <a:pt x="31" y="22"/>
                      </a:cubicBezTo>
                      <a:cubicBezTo>
                        <a:pt x="30" y="25"/>
                        <a:pt x="27" y="27"/>
                        <a:pt x="24" y="25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26" name="ï$ḻídê"/>
                <p:cNvSpPr/>
                <p:nvPr userDrawn="1"/>
              </p:nvSpPr>
              <p:spPr bwMode="auto">
                <a:xfrm>
                  <a:off x="5647229" y="1925012"/>
                  <a:ext cx="259906" cy="180201"/>
                </a:xfrm>
                <a:custGeom>
                  <a:avLst/>
                  <a:gdLst>
                    <a:gd name="T0" fmla="*/ 64 w 72"/>
                    <a:gd name="T1" fmla="*/ 48 h 50"/>
                    <a:gd name="T2" fmla="*/ 5 w 72"/>
                    <a:gd name="T3" fmla="*/ 14 h 50"/>
                    <a:gd name="T4" fmla="*/ 1 w 72"/>
                    <a:gd name="T5" fmla="*/ 5 h 50"/>
                    <a:gd name="T6" fmla="*/ 1 w 72"/>
                    <a:gd name="T7" fmla="*/ 5 h 50"/>
                    <a:gd name="T8" fmla="*/ 7 w 72"/>
                    <a:gd name="T9" fmla="*/ 2 h 50"/>
                    <a:gd name="T10" fmla="*/ 67 w 72"/>
                    <a:gd name="T11" fmla="*/ 36 h 50"/>
                    <a:gd name="T12" fmla="*/ 71 w 72"/>
                    <a:gd name="T13" fmla="*/ 45 h 50"/>
                    <a:gd name="T14" fmla="*/ 71 w 72"/>
                    <a:gd name="T15" fmla="*/ 45 h 50"/>
                    <a:gd name="T16" fmla="*/ 64 w 72"/>
                    <a:gd name="T17" fmla="*/ 48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2" h="50">
                      <a:moveTo>
                        <a:pt x="64" y="48"/>
                      </a:move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2" y="12"/>
                        <a:pt x="0" y="8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2" y="1"/>
                        <a:pt x="5" y="0"/>
                        <a:pt x="7" y="2"/>
                      </a:cubicBezTo>
                      <a:cubicBezTo>
                        <a:pt x="67" y="36"/>
                        <a:pt x="67" y="36"/>
                        <a:pt x="67" y="36"/>
                      </a:cubicBezTo>
                      <a:cubicBezTo>
                        <a:pt x="70" y="38"/>
                        <a:pt x="72" y="42"/>
                        <a:pt x="71" y="45"/>
                      </a:cubicBezTo>
                      <a:cubicBezTo>
                        <a:pt x="71" y="45"/>
                        <a:pt x="71" y="45"/>
                        <a:pt x="71" y="45"/>
                      </a:cubicBezTo>
                      <a:cubicBezTo>
                        <a:pt x="70" y="49"/>
                        <a:pt x="67" y="50"/>
                        <a:pt x="64" y="48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27" name="îsḷíde"/>
                <p:cNvSpPr/>
                <p:nvPr userDrawn="1"/>
              </p:nvSpPr>
              <p:spPr bwMode="auto">
                <a:xfrm>
                  <a:off x="5603911" y="2112144"/>
                  <a:ext cx="112626" cy="97032"/>
                </a:xfrm>
                <a:custGeom>
                  <a:avLst/>
                  <a:gdLst>
                    <a:gd name="T0" fmla="*/ 24 w 31"/>
                    <a:gd name="T1" fmla="*/ 25 h 27"/>
                    <a:gd name="T2" fmla="*/ 5 w 31"/>
                    <a:gd name="T3" fmla="*/ 14 h 27"/>
                    <a:gd name="T4" fmla="*/ 1 w 31"/>
                    <a:gd name="T5" fmla="*/ 5 h 27"/>
                    <a:gd name="T6" fmla="*/ 1 w 31"/>
                    <a:gd name="T7" fmla="*/ 5 h 27"/>
                    <a:gd name="T8" fmla="*/ 7 w 31"/>
                    <a:gd name="T9" fmla="*/ 2 h 27"/>
                    <a:gd name="T10" fmla="*/ 27 w 31"/>
                    <a:gd name="T11" fmla="*/ 13 h 27"/>
                    <a:gd name="T12" fmla="*/ 31 w 31"/>
                    <a:gd name="T13" fmla="*/ 22 h 27"/>
                    <a:gd name="T14" fmla="*/ 31 w 31"/>
                    <a:gd name="T15" fmla="*/ 22 h 27"/>
                    <a:gd name="T16" fmla="*/ 24 w 31"/>
                    <a:gd name="T17" fmla="*/ 25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1" h="27">
                      <a:moveTo>
                        <a:pt x="24" y="25"/>
                      </a:move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2" y="12"/>
                        <a:pt x="0" y="8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1" y="1"/>
                        <a:pt x="4" y="0"/>
                        <a:pt x="7" y="2"/>
                      </a:cubicBezTo>
                      <a:cubicBezTo>
                        <a:pt x="27" y="13"/>
                        <a:pt x="27" y="13"/>
                        <a:pt x="27" y="13"/>
                      </a:cubicBezTo>
                      <a:cubicBezTo>
                        <a:pt x="30" y="15"/>
                        <a:pt x="31" y="19"/>
                        <a:pt x="31" y="22"/>
                      </a:cubicBezTo>
                      <a:cubicBezTo>
                        <a:pt x="31" y="22"/>
                        <a:pt x="31" y="22"/>
                        <a:pt x="31" y="22"/>
                      </a:cubicBezTo>
                      <a:cubicBezTo>
                        <a:pt x="30" y="26"/>
                        <a:pt x="27" y="27"/>
                        <a:pt x="24" y="25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28" name="îṧlíḓe"/>
                <p:cNvSpPr/>
                <p:nvPr userDrawn="1"/>
              </p:nvSpPr>
              <p:spPr bwMode="auto">
                <a:xfrm>
                  <a:off x="5867282" y="2690868"/>
                  <a:ext cx="233916" cy="162874"/>
                </a:xfrm>
                <a:custGeom>
                  <a:avLst/>
                  <a:gdLst>
                    <a:gd name="T0" fmla="*/ 57 w 65"/>
                    <a:gd name="T1" fmla="*/ 44 h 45"/>
                    <a:gd name="T2" fmla="*/ 5 w 65"/>
                    <a:gd name="T3" fmla="*/ 14 h 45"/>
                    <a:gd name="T4" fmla="*/ 1 w 65"/>
                    <a:gd name="T5" fmla="*/ 4 h 45"/>
                    <a:gd name="T6" fmla="*/ 1 w 65"/>
                    <a:gd name="T7" fmla="*/ 4 h 45"/>
                    <a:gd name="T8" fmla="*/ 8 w 65"/>
                    <a:gd name="T9" fmla="*/ 1 h 45"/>
                    <a:gd name="T10" fmla="*/ 60 w 65"/>
                    <a:gd name="T11" fmla="*/ 31 h 45"/>
                    <a:gd name="T12" fmla="*/ 64 w 65"/>
                    <a:gd name="T13" fmla="*/ 41 h 45"/>
                    <a:gd name="T14" fmla="*/ 64 w 65"/>
                    <a:gd name="T15" fmla="*/ 41 h 45"/>
                    <a:gd name="T16" fmla="*/ 57 w 65"/>
                    <a:gd name="T17" fmla="*/ 44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5" h="45">
                      <a:moveTo>
                        <a:pt x="57" y="44"/>
                      </a:move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2" y="12"/>
                        <a:pt x="0" y="8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2" y="1"/>
                        <a:pt x="5" y="0"/>
                        <a:pt x="8" y="1"/>
                      </a:cubicBezTo>
                      <a:cubicBezTo>
                        <a:pt x="60" y="31"/>
                        <a:pt x="60" y="31"/>
                        <a:pt x="60" y="31"/>
                      </a:cubicBezTo>
                      <a:cubicBezTo>
                        <a:pt x="63" y="33"/>
                        <a:pt x="65" y="37"/>
                        <a:pt x="64" y="41"/>
                      </a:cubicBezTo>
                      <a:cubicBezTo>
                        <a:pt x="64" y="41"/>
                        <a:pt x="64" y="41"/>
                        <a:pt x="64" y="41"/>
                      </a:cubicBezTo>
                      <a:cubicBezTo>
                        <a:pt x="63" y="44"/>
                        <a:pt x="60" y="45"/>
                        <a:pt x="57" y="44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29" name="íṡlíḑê"/>
                <p:cNvSpPr/>
                <p:nvPr userDrawn="1"/>
              </p:nvSpPr>
              <p:spPr bwMode="auto">
                <a:xfrm>
                  <a:off x="5560594" y="2299277"/>
                  <a:ext cx="86635" cy="81438"/>
                </a:xfrm>
                <a:custGeom>
                  <a:avLst/>
                  <a:gdLst>
                    <a:gd name="T0" fmla="*/ 17 w 24"/>
                    <a:gd name="T1" fmla="*/ 21 h 23"/>
                    <a:gd name="T2" fmla="*/ 4 w 24"/>
                    <a:gd name="T3" fmla="*/ 14 h 23"/>
                    <a:gd name="T4" fmla="*/ 1 w 24"/>
                    <a:gd name="T5" fmla="*/ 5 h 23"/>
                    <a:gd name="T6" fmla="*/ 1 w 24"/>
                    <a:gd name="T7" fmla="*/ 5 h 23"/>
                    <a:gd name="T8" fmla="*/ 7 w 24"/>
                    <a:gd name="T9" fmla="*/ 2 h 23"/>
                    <a:gd name="T10" fmla="*/ 20 w 24"/>
                    <a:gd name="T11" fmla="*/ 9 h 23"/>
                    <a:gd name="T12" fmla="*/ 24 w 24"/>
                    <a:gd name="T13" fmla="*/ 18 h 23"/>
                    <a:gd name="T14" fmla="*/ 24 w 24"/>
                    <a:gd name="T15" fmla="*/ 18 h 23"/>
                    <a:gd name="T16" fmla="*/ 17 w 24"/>
                    <a:gd name="T17" fmla="*/ 21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4" h="23">
                      <a:moveTo>
                        <a:pt x="17" y="21"/>
                      </a:moveTo>
                      <a:cubicBezTo>
                        <a:pt x="4" y="14"/>
                        <a:pt x="4" y="14"/>
                        <a:pt x="4" y="14"/>
                      </a:cubicBezTo>
                      <a:cubicBezTo>
                        <a:pt x="2" y="13"/>
                        <a:pt x="0" y="8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1" y="2"/>
                        <a:pt x="4" y="0"/>
                        <a:pt x="7" y="2"/>
                      </a:cubicBezTo>
                      <a:cubicBezTo>
                        <a:pt x="20" y="9"/>
                        <a:pt x="20" y="9"/>
                        <a:pt x="20" y="9"/>
                      </a:cubicBezTo>
                      <a:cubicBezTo>
                        <a:pt x="23" y="11"/>
                        <a:pt x="24" y="15"/>
                        <a:pt x="24" y="18"/>
                      </a:cubicBezTo>
                      <a:cubicBezTo>
                        <a:pt x="24" y="18"/>
                        <a:pt x="24" y="18"/>
                        <a:pt x="24" y="18"/>
                      </a:cubicBezTo>
                      <a:cubicBezTo>
                        <a:pt x="23" y="22"/>
                        <a:pt x="20" y="23"/>
                        <a:pt x="17" y="21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30" name="ïş1îďé"/>
                <p:cNvSpPr/>
                <p:nvPr userDrawn="1"/>
              </p:nvSpPr>
              <p:spPr bwMode="auto">
                <a:xfrm>
                  <a:off x="5517276" y="2486409"/>
                  <a:ext cx="98765" cy="90101"/>
                </a:xfrm>
                <a:custGeom>
                  <a:avLst/>
                  <a:gdLst>
                    <a:gd name="T0" fmla="*/ 20 w 27"/>
                    <a:gd name="T1" fmla="*/ 23 h 25"/>
                    <a:gd name="T2" fmla="*/ 4 w 27"/>
                    <a:gd name="T3" fmla="*/ 14 h 25"/>
                    <a:gd name="T4" fmla="*/ 1 w 27"/>
                    <a:gd name="T5" fmla="*/ 5 h 25"/>
                    <a:gd name="T6" fmla="*/ 1 w 27"/>
                    <a:gd name="T7" fmla="*/ 5 h 25"/>
                    <a:gd name="T8" fmla="*/ 7 w 27"/>
                    <a:gd name="T9" fmla="*/ 2 h 25"/>
                    <a:gd name="T10" fmla="*/ 23 w 27"/>
                    <a:gd name="T11" fmla="*/ 11 h 25"/>
                    <a:gd name="T12" fmla="*/ 27 w 27"/>
                    <a:gd name="T13" fmla="*/ 20 h 25"/>
                    <a:gd name="T14" fmla="*/ 27 w 27"/>
                    <a:gd name="T15" fmla="*/ 20 h 25"/>
                    <a:gd name="T16" fmla="*/ 20 w 27"/>
                    <a:gd name="T17" fmla="*/ 2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7" h="25">
                      <a:moveTo>
                        <a:pt x="20" y="23"/>
                      </a:moveTo>
                      <a:cubicBezTo>
                        <a:pt x="4" y="14"/>
                        <a:pt x="4" y="14"/>
                        <a:pt x="4" y="14"/>
                      </a:cubicBezTo>
                      <a:cubicBezTo>
                        <a:pt x="2" y="13"/>
                        <a:pt x="0" y="9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1" y="2"/>
                        <a:pt x="4" y="0"/>
                        <a:pt x="7" y="2"/>
                      </a:cubicBezTo>
                      <a:cubicBezTo>
                        <a:pt x="23" y="11"/>
                        <a:pt x="23" y="11"/>
                        <a:pt x="23" y="11"/>
                      </a:cubicBezTo>
                      <a:cubicBezTo>
                        <a:pt x="26" y="13"/>
                        <a:pt x="27" y="17"/>
                        <a:pt x="27" y="20"/>
                      </a:cubicBezTo>
                      <a:cubicBezTo>
                        <a:pt x="27" y="20"/>
                        <a:pt x="27" y="20"/>
                        <a:pt x="27" y="20"/>
                      </a:cubicBezTo>
                      <a:cubicBezTo>
                        <a:pt x="26" y="24"/>
                        <a:pt x="23" y="25"/>
                        <a:pt x="20" y="23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31" name="işḷiďé"/>
                <p:cNvSpPr/>
                <p:nvPr userDrawn="1"/>
              </p:nvSpPr>
              <p:spPr bwMode="auto">
                <a:xfrm>
                  <a:off x="5643764" y="2557449"/>
                  <a:ext cx="190598" cy="143815"/>
                </a:xfrm>
                <a:custGeom>
                  <a:avLst/>
                  <a:gdLst>
                    <a:gd name="T0" fmla="*/ 45 w 53"/>
                    <a:gd name="T1" fmla="*/ 38 h 40"/>
                    <a:gd name="T2" fmla="*/ 4 w 53"/>
                    <a:gd name="T3" fmla="*/ 15 h 40"/>
                    <a:gd name="T4" fmla="*/ 1 w 53"/>
                    <a:gd name="T5" fmla="*/ 5 h 40"/>
                    <a:gd name="T6" fmla="*/ 1 w 53"/>
                    <a:gd name="T7" fmla="*/ 5 h 40"/>
                    <a:gd name="T8" fmla="*/ 7 w 53"/>
                    <a:gd name="T9" fmla="*/ 2 h 40"/>
                    <a:gd name="T10" fmla="*/ 48 w 53"/>
                    <a:gd name="T11" fmla="*/ 26 h 40"/>
                    <a:gd name="T12" fmla="*/ 52 w 53"/>
                    <a:gd name="T13" fmla="*/ 35 h 40"/>
                    <a:gd name="T14" fmla="*/ 52 w 53"/>
                    <a:gd name="T15" fmla="*/ 35 h 40"/>
                    <a:gd name="T16" fmla="*/ 45 w 53"/>
                    <a:gd name="T17" fmla="*/ 38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3" h="40">
                      <a:moveTo>
                        <a:pt x="45" y="38"/>
                      </a:moveTo>
                      <a:cubicBezTo>
                        <a:pt x="4" y="15"/>
                        <a:pt x="4" y="15"/>
                        <a:pt x="4" y="15"/>
                      </a:cubicBezTo>
                      <a:cubicBezTo>
                        <a:pt x="2" y="13"/>
                        <a:pt x="0" y="9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1" y="2"/>
                        <a:pt x="4" y="0"/>
                        <a:pt x="7" y="2"/>
                      </a:cubicBezTo>
                      <a:cubicBezTo>
                        <a:pt x="48" y="26"/>
                        <a:pt x="48" y="26"/>
                        <a:pt x="48" y="26"/>
                      </a:cubicBezTo>
                      <a:cubicBezTo>
                        <a:pt x="51" y="27"/>
                        <a:pt x="53" y="32"/>
                        <a:pt x="52" y="35"/>
                      </a:cubicBezTo>
                      <a:cubicBezTo>
                        <a:pt x="52" y="35"/>
                        <a:pt x="52" y="35"/>
                        <a:pt x="52" y="35"/>
                      </a:cubicBezTo>
                      <a:cubicBezTo>
                        <a:pt x="51" y="39"/>
                        <a:pt x="48" y="40"/>
                        <a:pt x="45" y="38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32" name="iS1ïďê"/>
                <p:cNvSpPr/>
                <p:nvPr userDrawn="1"/>
              </p:nvSpPr>
              <p:spPr bwMode="auto">
                <a:xfrm>
                  <a:off x="5496483" y="2579975"/>
                  <a:ext cx="147281" cy="117824"/>
                </a:xfrm>
                <a:custGeom>
                  <a:avLst/>
                  <a:gdLst>
                    <a:gd name="T0" fmla="*/ 34 w 41"/>
                    <a:gd name="T1" fmla="*/ 31 h 33"/>
                    <a:gd name="T2" fmla="*/ 4 w 41"/>
                    <a:gd name="T3" fmla="*/ 14 h 33"/>
                    <a:gd name="T4" fmla="*/ 1 w 41"/>
                    <a:gd name="T5" fmla="*/ 5 h 33"/>
                    <a:gd name="T6" fmla="*/ 1 w 41"/>
                    <a:gd name="T7" fmla="*/ 5 h 33"/>
                    <a:gd name="T8" fmla="*/ 7 w 41"/>
                    <a:gd name="T9" fmla="*/ 2 h 33"/>
                    <a:gd name="T10" fmla="*/ 37 w 41"/>
                    <a:gd name="T11" fmla="*/ 19 h 33"/>
                    <a:gd name="T12" fmla="*/ 41 w 41"/>
                    <a:gd name="T13" fmla="*/ 28 h 33"/>
                    <a:gd name="T14" fmla="*/ 41 w 41"/>
                    <a:gd name="T15" fmla="*/ 28 h 33"/>
                    <a:gd name="T16" fmla="*/ 34 w 41"/>
                    <a:gd name="T17" fmla="*/ 31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1" h="33">
                      <a:moveTo>
                        <a:pt x="34" y="31"/>
                      </a:moveTo>
                      <a:cubicBezTo>
                        <a:pt x="4" y="14"/>
                        <a:pt x="4" y="14"/>
                        <a:pt x="4" y="14"/>
                      </a:cubicBezTo>
                      <a:cubicBezTo>
                        <a:pt x="2" y="13"/>
                        <a:pt x="0" y="9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1" y="2"/>
                        <a:pt x="4" y="0"/>
                        <a:pt x="7" y="2"/>
                      </a:cubicBezTo>
                      <a:cubicBezTo>
                        <a:pt x="37" y="19"/>
                        <a:pt x="37" y="19"/>
                        <a:pt x="37" y="19"/>
                      </a:cubicBezTo>
                      <a:cubicBezTo>
                        <a:pt x="40" y="21"/>
                        <a:pt x="41" y="25"/>
                        <a:pt x="41" y="28"/>
                      </a:cubicBezTo>
                      <a:cubicBezTo>
                        <a:pt x="41" y="28"/>
                        <a:pt x="41" y="28"/>
                        <a:pt x="41" y="28"/>
                      </a:cubicBezTo>
                      <a:cubicBezTo>
                        <a:pt x="40" y="32"/>
                        <a:pt x="37" y="33"/>
                        <a:pt x="34" y="31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33" name="îsľiḓé"/>
                <p:cNvSpPr/>
                <p:nvPr userDrawn="1"/>
              </p:nvSpPr>
              <p:spPr bwMode="auto">
                <a:xfrm>
                  <a:off x="6147981" y="2853742"/>
                  <a:ext cx="112626" cy="93566"/>
                </a:xfrm>
                <a:custGeom>
                  <a:avLst/>
                  <a:gdLst>
                    <a:gd name="T0" fmla="*/ 24 w 31"/>
                    <a:gd name="T1" fmla="*/ 25 h 26"/>
                    <a:gd name="T2" fmla="*/ 5 w 31"/>
                    <a:gd name="T3" fmla="*/ 14 h 26"/>
                    <a:gd name="T4" fmla="*/ 1 w 31"/>
                    <a:gd name="T5" fmla="*/ 5 h 26"/>
                    <a:gd name="T6" fmla="*/ 1 w 31"/>
                    <a:gd name="T7" fmla="*/ 5 h 26"/>
                    <a:gd name="T8" fmla="*/ 8 w 31"/>
                    <a:gd name="T9" fmla="*/ 1 h 26"/>
                    <a:gd name="T10" fmla="*/ 27 w 31"/>
                    <a:gd name="T11" fmla="*/ 12 h 26"/>
                    <a:gd name="T12" fmla="*/ 30 w 31"/>
                    <a:gd name="T13" fmla="*/ 21 h 26"/>
                    <a:gd name="T14" fmla="*/ 30 w 31"/>
                    <a:gd name="T15" fmla="*/ 21 h 26"/>
                    <a:gd name="T16" fmla="*/ 24 w 31"/>
                    <a:gd name="T17" fmla="*/ 25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1" h="26">
                      <a:moveTo>
                        <a:pt x="24" y="25"/>
                      </a:move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2" y="12"/>
                        <a:pt x="0" y="8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2" y="1"/>
                        <a:pt x="5" y="0"/>
                        <a:pt x="8" y="1"/>
                      </a:cubicBezTo>
                      <a:cubicBezTo>
                        <a:pt x="27" y="12"/>
                        <a:pt x="27" y="12"/>
                        <a:pt x="27" y="12"/>
                      </a:cubicBezTo>
                      <a:cubicBezTo>
                        <a:pt x="30" y="14"/>
                        <a:pt x="31" y="18"/>
                        <a:pt x="30" y="21"/>
                      </a:cubicBezTo>
                      <a:cubicBezTo>
                        <a:pt x="30" y="21"/>
                        <a:pt x="30" y="21"/>
                        <a:pt x="30" y="21"/>
                      </a:cubicBezTo>
                      <a:cubicBezTo>
                        <a:pt x="30" y="25"/>
                        <a:pt x="27" y="26"/>
                        <a:pt x="24" y="25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34" name="îṩlîďè"/>
                <p:cNvSpPr/>
                <p:nvPr userDrawn="1"/>
              </p:nvSpPr>
              <p:spPr bwMode="auto">
                <a:xfrm>
                  <a:off x="5747726" y="2193581"/>
                  <a:ext cx="232183" cy="166340"/>
                </a:xfrm>
                <a:custGeom>
                  <a:avLst/>
                  <a:gdLst>
                    <a:gd name="T0" fmla="*/ 57 w 64"/>
                    <a:gd name="T1" fmla="*/ 44 h 46"/>
                    <a:gd name="T2" fmla="*/ 4 w 64"/>
                    <a:gd name="T3" fmla="*/ 14 h 46"/>
                    <a:gd name="T4" fmla="*/ 1 w 64"/>
                    <a:gd name="T5" fmla="*/ 5 h 46"/>
                    <a:gd name="T6" fmla="*/ 1 w 64"/>
                    <a:gd name="T7" fmla="*/ 5 h 46"/>
                    <a:gd name="T8" fmla="*/ 7 w 64"/>
                    <a:gd name="T9" fmla="*/ 2 h 46"/>
                    <a:gd name="T10" fmla="*/ 59 w 64"/>
                    <a:gd name="T11" fmla="*/ 32 h 46"/>
                    <a:gd name="T12" fmla="*/ 63 w 64"/>
                    <a:gd name="T13" fmla="*/ 41 h 46"/>
                    <a:gd name="T14" fmla="*/ 63 w 64"/>
                    <a:gd name="T15" fmla="*/ 41 h 46"/>
                    <a:gd name="T16" fmla="*/ 57 w 64"/>
                    <a:gd name="T17" fmla="*/ 44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4" h="46">
                      <a:moveTo>
                        <a:pt x="57" y="44"/>
                      </a:moveTo>
                      <a:cubicBezTo>
                        <a:pt x="4" y="14"/>
                        <a:pt x="4" y="14"/>
                        <a:pt x="4" y="14"/>
                      </a:cubicBezTo>
                      <a:cubicBezTo>
                        <a:pt x="2" y="13"/>
                        <a:pt x="0" y="8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1" y="1"/>
                        <a:pt x="4" y="0"/>
                        <a:pt x="7" y="2"/>
                      </a:cubicBezTo>
                      <a:cubicBezTo>
                        <a:pt x="59" y="32"/>
                        <a:pt x="59" y="32"/>
                        <a:pt x="59" y="32"/>
                      </a:cubicBezTo>
                      <a:cubicBezTo>
                        <a:pt x="62" y="33"/>
                        <a:pt x="64" y="38"/>
                        <a:pt x="63" y="41"/>
                      </a:cubicBezTo>
                      <a:cubicBezTo>
                        <a:pt x="63" y="41"/>
                        <a:pt x="63" y="41"/>
                        <a:pt x="63" y="41"/>
                      </a:cubicBezTo>
                      <a:cubicBezTo>
                        <a:pt x="62" y="45"/>
                        <a:pt x="59" y="46"/>
                        <a:pt x="57" y="44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35" name="ïṩļïḍe"/>
                <p:cNvSpPr/>
                <p:nvPr userDrawn="1"/>
              </p:nvSpPr>
              <p:spPr bwMode="auto">
                <a:xfrm>
                  <a:off x="5626437" y="2018578"/>
                  <a:ext cx="370799" cy="244312"/>
                </a:xfrm>
                <a:custGeom>
                  <a:avLst/>
                  <a:gdLst>
                    <a:gd name="T0" fmla="*/ 95 w 103"/>
                    <a:gd name="T1" fmla="*/ 66 h 68"/>
                    <a:gd name="T2" fmla="*/ 5 w 103"/>
                    <a:gd name="T3" fmla="*/ 14 h 68"/>
                    <a:gd name="T4" fmla="*/ 1 w 103"/>
                    <a:gd name="T5" fmla="*/ 5 h 68"/>
                    <a:gd name="T6" fmla="*/ 1 w 103"/>
                    <a:gd name="T7" fmla="*/ 5 h 68"/>
                    <a:gd name="T8" fmla="*/ 7 w 103"/>
                    <a:gd name="T9" fmla="*/ 2 h 68"/>
                    <a:gd name="T10" fmla="*/ 98 w 103"/>
                    <a:gd name="T11" fmla="*/ 54 h 68"/>
                    <a:gd name="T12" fmla="*/ 102 w 103"/>
                    <a:gd name="T13" fmla="*/ 63 h 68"/>
                    <a:gd name="T14" fmla="*/ 102 w 103"/>
                    <a:gd name="T15" fmla="*/ 63 h 68"/>
                    <a:gd name="T16" fmla="*/ 95 w 103"/>
                    <a:gd name="T17" fmla="*/ 66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03" h="68">
                      <a:moveTo>
                        <a:pt x="95" y="66"/>
                      </a:move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2" y="12"/>
                        <a:pt x="0" y="8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2" y="1"/>
                        <a:pt x="4" y="0"/>
                        <a:pt x="7" y="2"/>
                      </a:cubicBezTo>
                      <a:cubicBezTo>
                        <a:pt x="98" y="54"/>
                        <a:pt x="98" y="54"/>
                        <a:pt x="98" y="54"/>
                      </a:cubicBezTo>
                      <a:cubicBezTo>
                        <a:pt x="101" y="56"/>
                        <a:pt x="103" y="60"/>
                        <a:pt x="102" y="63"/>
                      </a:cubicBezTo>
                      <a:cubicBezTo>
                        <a:pt x="102" y="63"/>
                        <a:pt x="102" y="63"/>
                        <a:pt x="102" y="63"/>
                      </a:cubicBezTo>
                      <a:cubicBezTo>
                        <a:pt x="101" y="67"/>
                        <a:pt x="98" y="68"/>
                        <a:pt x="95" y="66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36" name="îslide"/>
                <p:cNvSpPr/>
                <p:nvPr userDrawn="1"/>
              </p:nvSpPr>
              <p:spPr bwMode="auto">
                <a:xfrm>
                  <a:off x="5583119" y="2205710"/>
                  <a:ext cx="230450" cy="164608"/>
                </a:xfrm>
                <a:custGeom>
                  <a:avLst/>
                  <a:gdLst>
                    <a:gd name="T0" fmla="*/ 57 w 64"/>
                    <a:gd name="T1" fmla="*/ 44 h 46"/>
                    <a:gd name="T2" fmla="*/ 4 w 64"/>
                    <a:gd name="T3" fmla="*/ 14 h 46"/>
                    <a:gd name="T4" fmla="*/ 1 w 64"/>
                    <a:gd name="T5" fmla="*/ 5 h 46"/>
                    <a:gd name="T6" fmla="*/ 1 w 64"/>
                    <a:gd name="T7" fmla="*/ 5 h 46"/>
                    <a:gd name="T8" fmla="*/ 7 w 64"/>
                    <a:gd name="T9" fmla="*/ 2 h 46"/>
                    <a:gd name="T10" fmla="*/ 59 w 64"/>
                    <a:gd name="T11" fmla="*/ 32 h 46"/>
                    <a:gd name="T12" fmla="*/ 63 w 64"/>
                    <a:gd name="T13" fmla="*/ 41 h 46"/>
                    <a:gd name="T14" fmla="*/ 63 w 64"/>
                    <a:gd name="T15" fmla="*/ 41 h 46"/>
                    <a:gd name="T16" fmla="*/ 57 w 64"/>
                    <a:gd name="T17" fmla="*/ 44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4" h="46">
                      <a:moveTo>
                        <a:pt x="57" y="44"/>
                      </a:moveTo>
                      <a:cubicBezTo>
                        <a:pt x="4" y="14"/>
                        <a:pt x="4" y="14"/>
                        <a:pt x="4" y="14"/>
                      </a:cubicBezTo>
                      <a:cubicBezTo>
                        <a:pt x="2" y="12"/>
                        <a:pt x="0" y="8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1" y="1"/>
                        <a:pt x="4" y="0"/>
                        <a:pt x="7" y="2"/>
                      </a:cubicBezTo>
                      <a:cubicBezTo>
                        <a:pt x="59" y="32"/>
                        <a:pt x="59" y="32"/>
                        <a:pt x="59" y="32"/>
                      </a:cubicBezTo>
                      <a:cubicBezTo>
                        <a:pt x="62" y="33"/>
                        <a:pt x="64" y="38"/>
                        <a:pt x="63" y="41"/>
                      </a:cubicBezTo>
                      <a:cubicBezTo>
                        <a:pt x="63" y="41"/>
                        <a:pt x="63" y="41"/>
                        <a:pt x="63" y="41"/>
                      </a:cubicBezTo>
                      <a:cubicBezTo>
                        <a:pt x="62" y="44"/>
                        <a:pt x="59" y="46"/>
                        <a:pt x="57" y="44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37" name="íṩḻîḋé"/>
                <p:cNvSpPr/>
                <p:nvPr userDrawn="1"/>
              </p:nvSpPr>
              <p:spPr bwMode="auto">
                <a:xfrm>
                  <a:off x="6011097" y="2346059"/>
                  <a:ext cx="112626" cy="97032"/>
                </a:xfrm>
                <a:custGeom>
                  <a:avLst/>
                  <a:gdLst>
                    <a:gd name="T0" fmla="*/ 23 w 31"/>
                    <a:gd name="T1" fmla="*/ 25 h 27"/>
                    <a:gd name="T2" fmla="*/ 4 w 31"/>
                    <a:gd name="T3" fmla="*/ 14 h 27"/>
                    <a:gd name="T4" fmla="*/ 0 w 31"/>
                    <a:gd name="T5" fmla="*/ 5 h 27"/>
                    <a:gd name="T6" fmla="*/ 0 w 31"/>
                    <a:gd name="T7" fmla="*/ 5 h 27"/>
                    <a:gd name="T8" fmla="*/ 7 w 31"/>
                    <a:gd name="T9" fmla="*/ 2 h 27"/>
                    <a:gd name="T10" fmla="*/ 26 w 31"/>
                    <a:gd name="T11" fmla="*/ 13 h 27"/>
                    <a:gd name="T12" fmla="*/ 30 w 31"/>
                    <a:gd name="T13" fmla="*/ 22 h 27"/>
                    <a:gd name="T14" fmla="*/ 30 w 31"/>
                    <a:gd name="T15" fmla="*/ 22 h 27"/>
                    <a:gd name="T16" fmla="*/ 23 w 31"/>
                    <a:gd name="T17" fmla="*/ 25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1" h="27">
                      <a:moveTo>
                        <a:pt x="23" y="25"/>
                      </a:moveTo>
                      <a:cubicBezTo>
                        <a:pt x="4" y="14"/>
                        <a:pt x="4" y="14"/>
                        <a:pt x="4" y="14"/>
                      </a:cubicBezTo>
                      <a:cubicBezTo>
                        <a:pt x="1" y="12"/>
                        <a:pt x="0" y="8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1" y="1"/>
                        <a:pt x="4" y="0"/>
                        <a:pt x="7" y="2"/>
                      </a:cubicBezTo>
                      <a:cubicBezTo>
                        <a:pt x="26" y="13"/>
                        <a:pt x="26" y="13"/>
                        <a:pt x="26" y="13"/>
                      </a:cubicBezTo>
                      <a:cubicBezTo>
                        <a:pt x="29" y="14"/>
                        <a:pt x="31" y="18"/>
                        <a:pt x="30" y="22"/>
                      </a:cubicBezTo>
                      <a:cubicBezTo>
                        <a:pt x="30" y="22"/>
                        <a:pt x="30" y="22"/>
                        <a:pt x="30" y="22"/>
                      </a:cubicBezTo>
                      <a:cubicBezTo>
                        <a:pt x="29" y="25"/>
                        <a:pt x="26" y="27"/>
                        <a:pt x="23" y="25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38" name="ïṣļíḑè"/>
                <p:cNvSpPr/>
                <p:nvPr userDrawn="1"/>
              </p:nvSpPr>
              <p:spPr bwMode="auto">
                <a:xfrm>
                  <a:off x="6518780" y="2202245"/>
                  <a:ext cx="112626" cy="97032"/>
                </a:xfrm>
                <a:custGeom>
                  <a:avLst/>
                  <a:gdLst>
                    <a:gd name="T0" fmla="*/ 23 w 31"/>
                    <a:gd name="T1" fmla="*/ 25 h 27"/>
                    <a:gd name="T2" fmla="*/ 5 w 31"/>
                    <a:gd name="T3" fmla="*/ 14 h 27"/>
                    <a:gd name="T4" fmla="*/ 1 w 31"/>
                    <a:gd name="T5" fmla="*/ 5 h 27"/>
                    <a:gd name="T6" fmla="*/ 1 w 31"/>
                    <a:gd name="T7" fmla="*/ 5 h 27"/>
                    <a:gd name="T8" fmla="*/ 7 w 31"/>
                    <a:gd name="T9" fmla="*/ 2 h 27"/>
                    <a:gd name="T10" fmla="*/ 26 w 31"/>
                    <a:gd name="T11" fmla="*/ 13 h 27"/>
                    <a:gd name="T12" fmla="*/ 30 w 31"/>
                    <a:gd name="T13" fmla="*/ 22 h 27"/>
                    <a:gd name="T14" fmla="*/ 30 w 31"/>
                    <a:gd name="T15" fmla="*/ 22 h 27"/>
                    <a:gd name="T16" fmla="*/ 23 w 31"/>
                    <a:gd name="T17" fmla="*/ 25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1" h="27">
                      <a:moveTo>
                        <a:pt x="23" y="25"/>
                      </a:move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2" y="13"/>
                        <a:pt x="0" y="8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2" y="2"/>
                        <a:pt x="5" y="0"/>
                        <a:pt x="7" y="2"/>
                      </a:cubicBezTo>
                      <a:cubicBezTo>
                        <a:pt x="26" y="13"/>
                        <a:pt x="26" y="13"/>
                        <a:pt x="26" y="13"/>
                      </a:cubicBezTo>
                      <a:cubicBezTo>
                        <a:pt x="29" y="14"/>
                        <a:pt x="31" y="19"/>
                        <a:pt x="30" y="22"/>
                      </a:cubicBezTo>
                      <a:cubicBezTo>
                        <a:pt x="30" y="22"/>
                        <a:pt x="30" y="22"/>
                        <a:pt x="30" y="22"/>
                      </a:cubicBezTo>
                      <a:cubicBezTo>
                        <a:pt x="29" y="25"/>
                        <a:pt x="26" y="27"/>
                        <a:pt x="23" y="25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39" name="îŝ1íḓè"/>
                <p:cNvSpPr/>
                <p:nvPr userDrawn="1"/>
              </p:nvSpPr>
              <p:spPr bwMode="auto">
                <a:xfrm>
                  <a:off x="5539802" y="2392843"/>
                  <a:ext cx="270302" cy="187132"/>
                </a:xfrm>
                <a:custGeom>
                  <a:avLst/>
                  <a:gdLst>
                    <a:gd name="T0" fmla="*/ 67 w 75"/>
                    <a:gd name="T1" fmla="*/ 50 h 52"/>
                    <a:gd name="T2" fmla="*/ 4 w 75"/>
                    <a:gd name="T3" fmla="*/ 14 h 52"/>
                    <a:gd name="T4" fmla="*/ 1 w 75"/>
                    <a:gd name="T5" fmla="*/ 5 h 52"/>
                    <a:gd name="T6" fmla="*/ 1 w 75"/>
                    <a:gd name="T7" fmla="*/ 5 h 52"/>
                    <a:gd name="T8" fmla="*/ 7 w 75"/>
                    <a:gd name="T9" fmla="*/ 2 h 52"/>
                    <a:gd name="T10" fmla="*/ 70 w 75"/>
                    <a:gd name="T11" fmla="*/ 38 h 52"/>
                    <a:gd name="T12" fmla="*/ 74 w 75"/>
                    <a:gd name="T13" fmla="*/ 47 h 52"/>
                    <a:gd name="T14" fmla="*/ 74 w 75"/>
                    <a:gd name="T15" fmla="*/ 47 h 52"/>
                    <a:gd name="T16" fmla="*/ 67 w 75"/>
                    <a:gd name="T17" fmla="*/ 50 h 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52">
                      <a:moveTo>
                        <a:pt x="67" y="50"/>
                      </a:moveTo>
                      <a:cubicBezTo>
                        <a:pt x="4" y="14"/>
                        <a:pt x="4" y="14"/>
                        <a:pt x="4" y="14"/>
                      </a:cubicBezTo>
                      <a:cubicBezTo>
                        <a:pt x="2" y="13"/>
                        <a:pt x="0" y="8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1" y="2"/>
                        <a:pt x="4" y="0"/>
                        <a:pt x="7" y="2"/>
                      </a:cubicBezTo>
                      <a:cubicBezTo>
                        <a:pt x="70" y="38"/>
                        <a:pt x="70" y="38"/>
                        <a:pt x="70" y="38"/>
                      </a:cubicBezTo>
                      <a:cubicBezTo>
                        <a:pt x="73" y="40"/>
                        <a:pt x="75" y="44"/>
                        <a:pt x="74" y="47"/>
                      </a:cubicBezTo>
                      <a:cubicBezTo>
                        <a:pt x="74" y="47"/>
                        <a:pt x="74" y="47"/>
                        <a:pt x="74" y="47"/>
                      </a:cubicBezTo>
                      <a:cubicBezTo>
                        <a:pt x="73" y="51"/>
                        <a:pt x="70" y="52"/>
                        <a:pt x="67" y="50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40" name="íṡ1íḋè"/>
                <p:cNvSpPr/>
                <p:nvPr userDrawn="1"/>
              </p:nvSpPr>
              <p:spPr bwMode="auto">
                <a:xfrm>
                  <a:off x="5596980" y="1684166"/>
                  <a:ext cx="209658" cy="150746"/>
                </a:xfrm>
                <a:custGeom>
                  <a:avLst/>
                  <a:gdLst>
                    <a:gd name="T0" fmla="*/ 51 w 58"/>
                    <a:gd name="T1" fmla="*/ 40 h 42"/>
                    <a:gd name="T2" fmla="*/ 5 w 58"/>
                    <a:gd name="T3" fmla="*/ 14 h 42"/>
                    <a:gd name="T4" fmla="*/ 1 w 58"/>
                    <a:gd name="T5" fmla="*/ 5 h 42"/>
                    <a:gd name="T6" fmla="*/ 1 w 58"/>
                    <a:gd name="T7" fmla="*/ 5 h 42"/>
                    <a:gd name="T8" fmla="*/ 7 w 58"/>
                    <a:gd name="T9" fmla="*/ 1 h 42"/>
                    <a:gd name="T10" fmla="*/ 53 w 58"/>
                    <a:gd name="T11" fmla="*/ 28 h 42"/>
                    <a:gd name="T12" fmla="*/ 57 w 58"/>
                    <a:gd name="T13" fmla="*/ 37 h 42"/>
                    <a:gd name="T14" fmla="*/ 57 w 58"/>
                    <a:gd name="T15" fmla="*/ 37 h 42"/>
                    <a:gd name="T16" fmla="*/ 51 w 58"/>
                    <a:gd name="T17" fmla="*/ 40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8" h="42">
                      <a:moveTo>
                        <a:pt x="51" y="40"/>
                      </a:move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2" y="12"/>
                        <a:pt x="0" y="8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2" y="1"/>
                        <a:pt x="4" y="0"/>
                        <a:pt x="7" y="1"/>
                      </a:cubicBezTo>
                      <a:cubicBezTo>
                        <a:pt x="53" y="28"/>
                        <a:pt x="53" y="28"/>
                        <a:pt x="53" y="28"/>
                      </a:cubicBezTo>
                      <a:cubicBezTo>
                        <a:pt x="56" y="30"/>
                        <a:pt x="58" y="34"/>
                        <a:pt x="57" y="37"/>
                      </a:cubicBezTo>
                      <a:cubicBezTo>
                        <a:pt x="57" y="37"/>
                        <a:pt x="57" y="37"/>
                        <a:pt x="57" y="37"/>
                      </a:cubicBezTo>
                      <a:cubicBezTo>
                        <a:pt x="56" y="41"/>
                        <a:pt x="53" y="42"/>
                        <a:pt x="51" y="40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41" name="ïśļidé"/>
                <p:cNvSpPr/>
                <p:nvPr userDrawn="1"/>
              </p:nvSpPr>
              <p:spPr bwMode="auto">
                <a:xfrm>
                  <a:off x="5380393" y="2619827"/>
                  <a:ext cx="235648" cy="168073"/>
                </a:xfrm>
                <a:custGeom>
                  <a:avLst/>
                  <a:gdLst>
                    <a:gd name="T0" fmla="*/ 58 w 65"/>
                    <a:gd name="T1" fmla="*/ 45 h 47"/>
                    <a:gd name="T2" fmla="*/ 4 w 65"/>
                    <a:gd name="T3" fmla="*/ 14 h 47"/>
                    <a:gd name="T4" fmla="*/ 1 w 65"/>
                    <a:gd name="T5" fmla="*/ 5 h 47"/>
                    <a:gd name="T6" fmla="*/ 1 w 65"/>
                    <a:gd name="T7" fmla="*/ 5 h 47"/>
                    <a:gd name="T8" fmla="*/ 7 w 65"/>
                    <a:gd name="T9" fmla="*/ 2 h 47"/>
                    <a:gd name="T10" fmla="*/ 61 w 65"/>
                    <a:gd name="T11" fmla="*/ 33 h 47"/>
                    <a:gd name="T12" fmla="*/ 64 w 65"/>
                    <a:gd name="T13" fmla="*/ 42 h 47"/>
                    <a:gd name="T14" fmla="*/ 64 w 65"/>
                    <a:gd name="T15" fmla="*/ 42 h 47"/>
                    <a:gd name="T16" fmla="*/ 58 w 65"/>
                    <a:gd name="T17" fmla="*/ 45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5" h="47">
                      <a:moveTo>
                        <a:pt x="58" y="45"/>
                      </a:moveTo>
                      <a:cubicBezTo>
                        <a:pt x="4" y="14"/>
                        <a:pt x="4" y="14"/>
                        <a:pt x="4" y="14"/>
                      </a:cubicBezTo>
                      <a:cubicBezTo>
                        <a:pt x="1" y="13"/>
                        <a:pt x="0" y="9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1" y="2"/>
                        <a:pt x="4" y="0"/>
                        <a:pt x="7" y="2"/>
                      </a:cubicBezTo>
                      <a:cubicBezTo>
                        <a:pt x="61" y="33"/>
                        <a:pt x="61" y="33"/>
                        <a:pt x="61" y="33"/>
                      </a:cubicBezTo>
                      <a:cubicBezTo>
                        <a:pt x="63" y="34"/>
                        <a:pt x="65" y="39"/>
                        <a:pt x="64" y="42"/>
                      </a:cubicBezTo>
                      <a:cubicBezTo>
                        <a:pt x="64" y="42"/>
                        <a:pt x="64" y="42"/>
                        <a:pt x="64" y="42"/>
                      </a:cubicBezTo>
                      <a:cubicBezTo>
                        <a:pt x="64" y="45"/>
                        <a:pt x="61" y="47"/>
                        <a:pt x="58" y="45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42" name="îṣ1iḓè"/>
                <p:cNvSpPr/>
                <p:nvPr userDrawn="1"/>
              </p:nvSpPr>
              <p:spPr bwMode="auto">
                <a:xfrm>
                  <a:off x="5576188" y="3278255"/>
                  <a:ext cx="154211" cy="121289"/>
                </a:xfrm>
                <a:custGeom>
                  <a:avLst/>
                  <a:gdLst>
                    <a:gd name="T0" fmla="*/ 36 w 43"/>
                    <a:gd name="T1" fmla="*/ 32 h 34"/>
                    <a:gd name="T2" fmla="*/ 4 w 43"/>
                    <a:gd name="T3" fmla="*/ 14 h 34"/>
                    <a:gd name="T4" fmla="*/ 1 w 43"/>
                    <a:gd name="T5" fmla="*/ 5 h 34"/>
                    <a:gd name="T6" fmla="*/ 1 w 43"/>
                    <a:gd name="T7" fmla="*/ 5 h 34"/>
                    <a:gd name="T8" fmla="*/ 7 w 43"/>
                    <a:gd name="T9" fmla="*/ 2 h 34"/>
                    <a:gd name="T10" fmla="*/ 39 w 43"/>
                    <a:gd name="T11" fmla="*/ 20 h 34"/>
                    <a:gd name="T12" fmla="*/ 42 w 43"/>
                    <a:gd name="T13" fmla="*/ 29 h 34"/>
                    <a:gd name="T14" fmla="*/ 42 w 43"/>
                    <a:gd name="T15" fmla="*/ 29 h 34"/>
                    <a:gd name="T16" fmla="*/ 36 w 43"/>
                    <a:gd name="T17" fmla="*/ 32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3" h="34">
                      <a:moveTo>
                        <a:pt x="36" y="32"/>
                      </a:moveTo>
                      <a:cubicBezTo>
                        <a:pt x="4" y="14"/>
                        <a:pt x="4" y="14"/>
                        <a:pt x="4" y="14"/>
                      </a:cubicBezTo>
                      <a:cubicBezTo>
                        <a:pt x="2" y="13"/>
                        <a:pt x="0" y="8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1" y="2"/>
                        <a:pt x="4" y="0"/>
                        <a:pt x="7" y="2"/>
                      </a:cubicBezTo>
                      <a:cubicBezTo>
                        <a:pt x="39" y="20"/>
                        <a:pt x="39" y="20"/>
                        <a:pt x="39" y="20"/>
                      </a:cubicBezTo>
                      <a:cubicBezTo>
                        <a:pt x="41" y="22"/>
                        <a:pt x="43" y="26"/>
                        <a:pt x="42" y="29"/>
                      </a:cubicBezTo>
                      <a:cubicBezTo>
                        <a:pt x="42" y="29"/>
                        <a:pt x="42" y="29"/>
                        <a:pt x="42" y="29"/>
                      </a:cubicBezTo>
                      <a:cubicBezTo>
                        <a:pt x="42" y="33"/>
                        <a:pt x="39" y="34"/>
                        <a:pt x="36" y="32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43" name="ïslîďe"/>
                <p:cNvSpPr/>
                <p:nvPr userDrawn="1"/>
              </p:nvSpPr>
              <p:spPr bwMode="auto">
                <a:xfrm>
                  <a:off x="5787578" y="3403009"/>
                  <a:ext cx="213123" cy="152478"/>
                </a:xfrm>
                <a:custGeom>
                  <a:avLst/>
                  <a:gdLst>
                    <a:gd name="T0" fmla="*/ 51 w 59"/>
                    <a:gd name="T1" fmla="*/ 40 h 42"/>
                    <a:gd name="T2" fmla="*/ 5 w 59"/>
                    <a:gd name="T3" fmla="*/ 14 h 42"/>
                    <a:gd name="T4" fmla="*/ 1 w 59"/>
                    <a:gd name="T5" fmla="*/ 4 h 42"/>
                    <a:gd name="T6" fmla="*/ 1 w 59"/>
                    <a:gd name="T7" fmla="*/ 4 h 42"/>
                    <a:gd name="T8" fmla="*/ 8 w 59"/>
                    <a:gd name="T9" fmla="*/ 1 h 42"/>
                    <a:gd name="T10" fmla="*/ 54 w 59"/>
                    <a:gd name="T11" fmla="*/ 28 h 42"/>
                    <a:gd name="T12" fmla="*/ 58 w 59"/>
                    <a:gd name="T13" fmla="*/ 37 h 42"/>
                    <a:gd name="T14" fmla="*/ 58 w 59"/>
                    <a:gd name="T15" fmla="*/ 37 h 42"/>
                    <a:gd name="T16" fmla="*/ 51 w 59"/>
                    <a:gd name="T17" fmla="*/ 40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9" h="42">
                      <a:moveTo>
                        <a:pt x="51" y="40"/>
                      </a:move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2" y="12"/>
                        <a:pt x="0" y="8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2" y="1"/>
                        <a:pt x="5" y="0"/>
                        <a:pt x="8" y="1"/>
                      </a:cubicBezTo>
                      <a:cubicBezTo>
                        <a:pt x="54" y="28"/>
                        <a:pt x="54" y="28"/>
                        <a:pt x="54" y="28"/>
                      </a:cubicBezTo>
                      <a:cubicBezTo>
                        <a:pt x="57" y="30"/>
                        <a:pt x="59" y="34"/>
                        <a:pt x="58" y="37"/>
                      </a:cubicBezTo>
                      <a:cubicBezTo>
                        <a:pt x="58" y="37"/>
                        <a:pt x="58" y="37"/>
                        <a:pt x="58" y="37"/>
                      </a:cubicBezTo>
                      <a:cubicBezTo>
                        <a:pt x="57" y="41"/>
                        <a:pt x="54" y="42"/>
                        <a:pt x="51" y="40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44" name="ïṣḻiḍé"/>
                <p:cNvSpPr/>
                <p:nvPr userDrawn="1"/>
              </p:nvSpPr>
              <p:spPr bwMode="auto">
                <a:xfrm>
                  <a:off x="5376927" y="3803265"/>
                  <a:ext cx="159409" cy="123023"/>
                </a:xfrm>
                <a:custGeom>
                  <a:avLst/>
                  <a:gdLst>
                    <a:gd name="T0" fmla="*/ 36 w 44"/>
                    <a:gd name="T1" fmla="*/ 32 h 34"/>
                    <a:gd name="T2" fmla="*/ 5 w 44"/>
                    <a:gd name="T3" fmla="*/ 14 h 34"/>
                    <a:gd name="T4" fmla="*/ 1 w 44"/>
                    <a:gd name="T5" fmla="*/ 5 h 34"/>
                    <a:gd name="T6" fmla="*/ 1 w 44"/>
                    <a:gd name="T7" fmla="*/ 5 h 34"/>
                    <a:gd name="T8" fmla="*/ 8 w 44"/>
                    <a:gd name="T9" fmla="*/ 2 h 34"/>
                    <a:gd name="T10" fmla="*/ 39 w 44"/>
                    <a:gd name="T11" fmla="*/ 20 h 34"/>
                    <a:gd name="T12" fmla="*/ 43 w 44"/>
                    <a:gd name="T13" fmla="*/ 29 h 34"/>
                    <a:gd name="T14" fmla="*/ 43 w 44"/>
                    <a:gd name="T15" fmla="*/ 29 h 34"/>
                    <a:gd name="T16" fmla="*/ 36 w 44"/>
                    <a:gd name="T17" fmla="*/ 32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4" h="34">
                      <a:moveTo>
                        <a:pt x="36" y="32"/>
                      </a:move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2" y="12"/>
                        <a:pt x="0" y="8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2" y="1"/>
                        <a:pt x="5" y="0"/>
                        <a:pt x="8" y="2"/>
                      </a:cubicBezTo>
                      <a:cubicBezTo>
                        <a:pt x="39" y="20"/>
                        <a:pt x="39" y="20"/>
                        <a:pt x="39" y="20"/>
                      </a:cubicBezTo>
                      <a:cubicBezTo>
                        <a:pt x="42" y="21"/>
                        <a:pt x="44" y="26"/>
                        <a:pt x="43" y="29"/>
                      </a:cubicBezTo>
                      <a:cubicBezTo>
                        <a:pt x="43" y="29"/>
                        <a:pt x="43" y="29"/>
                        <a:pt x="43" y="29"/>
                      </a:cubicBezTo>
                      <a:cubicBezTo>
                        <a:pt x="42" y="32"/>
                        <a:pt x="39" y="34"/>
                        <a:pt x="36" y="32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45" name="ïśľïḓé"/>
                <p:cNvSpPr/>
                <p:nvPr userDrawn="1"/>
              </p:nvSpPr>
              <p:spPr bwMode="auto">
                <a:xfrm>
                  <a:off x="5564059" y="3910693"/>
                  <a:ext cx="209658" cy="150746"/>
                </a:xfrm>
                <a:custGeom>
                  <a:avLst/>
                  <a:gdLst>
                    <a:gd name="T0" fmla="*/ 51 w 58"/>
                    <a:gd name="T1" fmla="*/ 40 h 42"/>
                    <a:gd name="T2" fmla="*/ 5 w 58"/>
                    <a:gd name="T3" fmla="*/ 14 h 42"/>
                    <a:gd name="T4" fmla="*/ 1 w 58"/>
                    <a:gd name="T5" fmla="*/ 5 h 42"/>
                    <a:gd name="T6" fmla="*/ 1 w 58"/>
                    <a:gd name="T7" fmla="*/ 5 h 42"/>
                    <a:gd name="T8" fmla="*/ 7 w 58"/>
                    <a:gd name="T9" fmla="*/ 1 h 42"/>
                    <a:gd name="T10" fmla="*/ 53 w 58"/>
                    <a:gd name="T11" fmla="*/ 28 h 42"/>
                    <a:gd name="T12" fmla="*/ 57 w 58"/>
                    <a:gd name="T13" fmla="*/ 37 h 42"/>
                    <a:gd name="T14" fmla="*/ 57 w 58"/>
                    <a:gd name="T15" fmla="*/ 37 h 42"/>
                    <a:gd name="T16" fmla="*/ 51 w 58"/>
                    <a:gd name="T17" fmla="*/ 40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8" h="42">
                      <a:moveTo>
                        <a:pt x="51" y="40"/>
                      </a:move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2" y="12"/>
                        <a:pt x="0" y="8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1" y="1"/>
                        <a:pt x="4" y="0"/>
                        <a:pt x="7" y="1"/>
                      </a:cubicBezTo>
                      <a:cubicBezTo>
                        <a:pt x="53" y="28"/>
                        <a:pt x="53" y="28"/>
                        <a:pt x="53" y="28"/>
                      </a:cubicBezTo>
                      <a:cubicBezTo>
                        <a:pt x="56" y="30"/>
                        <a:pt x="58" y="34"/>
                        <a:pt x="57" y="37"/>
                      </a:cubicBezTo>
                      <a:cubicBezTo>
                        <a:pt x="57" y="37"/>
                        <a:pt x="57" y="37"/>
                        <a:pt x="57" y="37"/>
                      </a:cubicBezTo>
                      <a:cubicBezTo>
                        <a:pt x="56" y="41"/>
                        <a:pt x="53" y="42"/>
                        <a:pt x="51" y="40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46" name="išlíḑê"/>
                <p:cNvSpPr/>
                <p:nvPr userDrawn="1"/>
              </p:nvSpPr>
              <p:spPr bwMode="auto">
                <a:xfrm>
                  <a:off x="5283361" y="3215877"/>
                  <a:ext cx="116092" cy="97032"/>
                </a:xfrm>
                <a:custGeom>
                  <a:avLst/>
                  <a:gdLst>
                    <a:gd name="T0" fmla="*/ 25 w 32"/>
                    <a:gd name="T1" fmla="*/ 26 h 27"/>
                    <a:gd name="T2" fmla="*/ 5 w 32"/>
                    <a:gd name="T3" fmla="*/ 14 h 27"/>
                    <a:gd name="T4" fmla="*/ 1 w 32"/>
                    <a:gd name="T5" fmla="*/ 5 h 27"/>
                    <a:gd name="T6" fmla="*/ 1 w 32"/>
                    <a:gd name="T7" fmla="*/ 5 h 27"/>
                    <a:gd name="T8" fmla="*/ 8 w 32"/>
                    <a:gd name="T9" fmla="*/ 2 h 27"/>
                    <a:gd name="T10" fmla="*/ 27 w 32"/>
                    <a:gd name="T11" fmla="*/ 13 h 27"/>
                    <a:gd name="T12" fmla="*/ 31 w 32"/>
                    <a:gd name="T13" fmla="*/ 22 h 27"/>
                    <a:gd name="T14" fmla="*/ 31 w 32"/>
                    <a:gd name="T15" fmla="*/ 22 h 27"/>
                    <a:gd name="T16" fmla="*/ 25 w 32"/>
                    <a:gd name="T17" fmla="*/ 26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2" h="27">
                      <a:moveTo>
                        <a:pt x="25" y="26"/>
                      </a:move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2" y="13"/>
                        <a:pt x="0" y="9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2" y="2"/>
                        <a:pt x="5" y="0"/>
                        <a:pt x="8" y="2"/>
                      </a:cubicBezTo>
                      <a:cubicBezTo>
                        <a:pt x="27" y="13"/>
                        <a:pt x="27" y="13"/>
                        <a:pt x="27" y="13"/>
                      </a:cubicBezTo>
                      <a:cubicBezTo>
                        <a:pt x="30" y="15"/>
                        <a:pt x="32" y="19"/>
                        <a:pt x="31" y="22"/>
                      </a:cubicBezTo>
                      <a:cubicBezTo>
                        <a:pt x="31" y="22"/>
                        <a:pt x="31" y="22"/>
                        <a:pt x="31" y="22"/>
                      </a:cubicBezTo>
                      <a:cubicBezTo>
                        <a:pt x="30" y="26"/>
                        <a:pt x="27" y="27"/>
                        <a:pt x="25" y="26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47" name="iṧļïḑê"/>
                <p:cNvSpPr/>
                <p:nvPr userDrawn="1"/>
              </p:nvSpPr>
              <p:spPr bwMode="auto">
                <a:xfrm>
                  <a:off x="5356135" y="3364890"/>
                  <a:ext cx="259906" cy="181935"/>
                </a:xfrm>
                <a:custGeom>
                  <a:avLst/>
                  <a:gdLst>
                    <a:gd name="T0" fmla="*/ 65 w 72"/>
                    <a:gd name="T1" fmla="*/ 49 h 51"/>
                    <a:gd name="T2" fmla="*/ 5 w 72"/>
                    <a:gd name="T3" fmla="*/ 15 h 51"/>
                    <a:gd name="T4" fmla="*/ 1 w 72"/>
                    <a:gd name="T5" fmla="*/ 5 h 51"/>
                    <a:gd name="T6" fmla="*/ 1 w 72"/>
                    <a:gd name="T7" fmla="*/ 5 h 51"/>
                    <a:gd name="T8" fmla="*/ 8 w 72"/>
                    <a:gd name="T9" fmla="*/ 2 h 51"/>
                    <a:gd name="T10" fmla="*/ 68 w 72"/>
                    <a:gd name="T11" fmla="*/ 36 h 51"/>
                    <a:gd name="T12" fmla="*/ 71 w 72"/>
                    <a:gd name="T13" fmla="*/ 46 h 51"/>
                    <a:gd name="T14" fmla="*/ 71 w 72"/>
                    <a:gd name="T15" fmla="*/ 46 h 51"/>
                    <a:gd name="T16" fmla="*/ 65 w 72"/>
                    <a:gd name="T17" fmla="*/ 49 h 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2" h="51">
                      <a:moveTo>
                        <a:pt x="65" y="49"/>
                      </a:moveTo>
                      <a:cubicBezTo>
                        <a:pt x="5" y="15"/>
                        <a:pt x="5" y="15"/>
                        <a:pt x="5" y="15"/>
                      </a:cubicBezTo>
                      <a:cubicBezTo>
                        <a:pt x="2" y="13"/>
                        <a:pt x="0" y="9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2" y="2"/>
                        <a:pt x="5" y="0"/>
                        <a:pt x="8" y="2"/>
                      </a:cubicBezTo>
                      <a:cubicBezTo>
                        <a:pt x="68" y="36"/>
                        <a:pt x="68" y="36"/>
                        <a:pt x="68" y="36"/>
                      </a:cubicBezTo>
                      <a:cubicBezTo>
                        <a:pt x="70" y="38"/>
                        <a:pt x="72" y="42"/>
                        <a:pt x="71" y="46"/>
                      </a:cubicBezTo>
                      <a:cubicBezTo>
                        <a:pt x="71" y="46"/>
                        <a:pt x="71" y="46"/>
                        <a:pt x="71" y="46"/>
                      </a:cubicBezTo>
                      <a:cubicBezTo>
                        <a:pt x="71" y="49"/>
                        <a:pt x="68" y="51"/>
                        <a:pt x="65" y="49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48" name="íśḻîḑé"/>
                <p:cNvSpPr/>
                <p:nvPr userDrawn="1"/>
              </p:nvSpPr>
              <p:spPr bwMode="auto">
                <a:xfrm>
                  <a:off x="5312817" y="3555487"/>
                  <a:ext cx="114359" cy="97032"/>
                </a:xfrm>
                <a:custGeom>
                  <a:avLst/>
                  <a:gdLst>
                    <a:gd name="T0" fmla="*/ 25 w 32"/>
                    <a:gd name="T1" fmla="*/ 25 h 27"/>
                    <a:gd name="T2" fmla="*/ 5 w 32"/>
                    <a:gd name="T3" fmla="*/ 14 h 27"/>
                    <a:gd name="T4" fmla="*/ 1 w 32"/>
                    <a:gd name="T5" fmla="*/ 4 h 27"/>
                    <a:gd name="T6" fmla="*/ 1 w 32"/>
                    <a:gd name="T7" fmla="*/ 4 h 27"/>
                    <a:gd name="T8" fmla="*/ 8 w 32"/>
                    <a:gd name="T9" fmla="*/ 1 h 27"/>
                    <a:gd name="T10" fmla="*/ 27 w 32"/>
                    <a:gd name="T11" fmla="*/ 12 h 27"/>
                    <a:gd name="T12" fmla="*/ 31 w 32"/>
                    <a:gd name="T13" fmla="*/ 22 h 27"/>
                    <a:gd name="T14" fmla="*/ 31 w 32"/>
                    <a:gd name="T15" fmla="*/ 22 h 27"/>
                    <a:gd name="T16" fmla="*/ 25 w 32"/>
                    <a:gd name="T17" fmla="*/ 25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2" h="27">
                      <a:moveTo>
                        <a:pt x="25" y="25"/>
                      </a:move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2" y="12"/>
                        <a:pt x="0" y="8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2" y="1"/>
                        <a:pt x="5" y="0"/>
                        <a:pt x="8" y="1"/>
                      </a:cubicBezTo>
                      <a:cubicBezTo>
                        <a:pt x="27" y="12"/>
                        <a:pt x="27" y="12"/>
                        <a:pt x="27" y="12"/>
                      </a:cubicBezTo>
                      <a:cubicBezTo>
                        <a:pt x="30" y="14"/>
                        <a:pt x="32" y="18"/>
                        <a:pt x="31" y="22"/>
                      </a:cubicBezTo>
                      <a:cubicBezTo>
                        <a:pt x="31" y="22"/>
                        <a:pt x="31" y="22"/>
                        <a:pt x="31" y="22"/>
                      </a:cubicBezTo>
                      <a:cubicBezTo>
                        <a:pt x="30" y="25"/>
                        <a:pt x="27" y="27"/>
                        <a:pt x="25" y="25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49" name="iŝļïḑé"/>
                <p:cNvSpPr/>
                <p:nvPr userDrawn="1"/>
              </p:nvSpPr>
              <p:spPr bwMode="auto">
                <a:xfrm>
                  <a:off x="5579653" y="4130746"/>
                  <a:ext cx="230450" cy="164608"/>
                </a:xfrm>
                <a:custGeom>
                  <a:avLst/>
                  <a:gdLst>
                    <a:gd name="T0" fmla="*/ 57 w 64"/>
                    <a:gd name="T1" fmla="*/ 44 h 46"/>
                    <a:gd name="T2" fmla="*/ 4 w 64"/>
                    <a:gd name="T3" fmla="*/ 14 h 46"/>
                    <a:gd name="T4" fmla="*/ 1 w 64"/>
                    <a:gd name="T5" fmla="*/ 5 h 46"/>
                    <a:gd name="T6" fmla="*/ 1 w 64"/>
                    <a:gd name="T7" fmla="*/ 5 h 46"/>
                    <a:gd name="T8" fmla="*/ 7 w 64"/>
                    <a:gd name="T9" fmla="*/ 2 h 46"/>
                    <a:gd name="T10" fmla="*/ 59 w 64"/>
                    <a:gd name="T11" fmla="*/ 32 h 46"/>
                    <a:gd name="T12" fmla="*/ 63 w 64"/>
                    <a:gd name="T13" fmla="*/ 41 h 46"/>
                    <a:gd name="T14" fmla="*/ 63 w 64"/>
                    <a:gd name="T15" fmla="*/ 41 h 46"/>
                    <a:gd name="T16" fmla="*/ 57 w 64"/>
                    <a:gd name="T17" fmla="*/ 44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4" h="46">
                      <a:moveTo>
                        <a:pt x="57" y="44"/>
                      </a:moveTo>
                      <a:cubicBezTo>
                        <a:pt x="4" y="14"/>
                        <a:pt x="4" y="14"/>
                        <a:pt x="4" y="14"/>
                      </a:cubicBezTo>
                      <a:cubicBezTo>
                        <a:pt x="2" y="13"/>
                        <a:pt x="0" y="8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1" y="2"/>
                        <a:pt x="4" y="0"/>
                        <a:pt x="7" y="2"/>
                      </a:cubicBezTo>
                      <a:cubicBezTo>
                        <a:pt x="59" y="32"/>
                        <a:pt x="59" y="32"/>
                        <a:pt x="59" y="32"/>
                      </a:cubicBezTo>
                      <a:cubicBezTo>
                        <a:pt x="62" y="34"/>
                        <a:pt x="64" y="38"/>
                        <a:pt x="63" y="41"/>
                      </a:cubicBezTo>
                      <a:cubicBezTo>
                        <a:pt x="63" y="41"/>
                        <a:pt x="63" y="41"/>
                        <a:pt x="63" y="41"/>
                      </a:cubicBezTo>
                      <a:cubicBezTo>
                        <a:pt x="62" y="45"/>
                        <a:pt x="59" y="46"/>
                        <a:pt x="57" y="44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50" name="îṧḻïdê"/>
                <p:cNvSpPr/>
                <p:nvPr userDrawn="1"/>
              </p:nvSpPr>
              <p:spPr bwMode="auto">
                <a:xfrm>
                  <a:off x="5269499" y="3742620"/>
                  <a:ext cx="90101" cy="81438"/>
                </a:xfrm>
                <a:custGeom>
                  <a:avLst/>
                  <a:gdLst>
                    <a:gd name="T0" fmla="*/ 18 w 25"/>
                    <a:gd name="T1" fmla="*/ 21 h 23"/>
                    <a:gd name="T2" fmla="*/ 5 w 25"/>
                    <a:gd name="T3" fmla="*/ 14 h 23"/>
                    <a:gd name="T4" fmla="*/ 1 w 25"/>
                    <a:gd name="T5" fmla="*/ 5 h 23"/>
                    <a:gd name="T6" fmla="*/ 1 w 25"/>
                    <a:gd name="T7" fmla="*/ 5 h 23"/>
                    <a:gd name="T8" fmla="*/ 8 w 25"/>
                    <a:gd name="T9" fmla="*/ 1 h 23"/>
                    <a:gd name="T10" fmla="*/ 20 w 25"/>
                    <a:gd name="T11" fmla="*/ 9 h 23"/>
                    <a:gd name="T12" fmla="*/ 24 w 25"/>
                    <a:gd name="T13" fmla="*/ 18 h 23"/>
                    <a:gd name="T14" fmla="*/ 24 w 25"/>
                    <a:gd name="T15" fmla="*/ 18 h 23"/>
                    <a:gd name="T16" fmla="*/ 18 w 25"/>
                    <a:gd name="T17" fmla="*/ 21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5" h="23">
                      <a:moveTo>
                        <a:pt x="18" y="21"/>
                      </a:move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2" y="12"/>
                        <a:pt x="0" y="8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2" y="1"/>
                        <a:pt x="5" y="0"/>
                        <a:pt x="8" y="1"/>
                      </a:cubicBezTo>
                      <a:cubicBezTo>
                        <a:pt x="20" y="9"/>
                        <a:pt x="20" y="9"/>
                        <a:pt x="20" y="9"/>
                      </a:cubicBezTo>
                      <a:cubicBezTo>
                        <a:pt x="23" y="10"/>
                        <a:pt x="25" y="14"/>
                        <a:pt x="24" y="18"/>
                      </a:cubicBezTo>
                      <a:cubicBezTo>
                        <a:pt x="24" y="18"/>
                        <a:pt x="24" y="18"/>
                        <a:pt x="24" y="18"/>
                      </a:cubicBezTo>
                      <a:cubicBezTo>
                        <a:pt x="23" y="21"/>
                        <a:pt x="20" y="23"/>
                        <a:pt x="18" y="21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51" name="íṧḻíḋê"/>
                <p:cNvSpPr/>
                <p:nvPr userDrawn="1"/>
              </p:nvSpPr>
              <p:spPr bwMode="auto">
                <a:xfrm>
                  <a:off x="5226181" y="3929752"/>
                  <a:ext cx="100497" cy="90101"/>
                </a:xfrm>
                <a:custGeom>
                  <a:avLst/>
                  <a:gdLst>
                    <a:gd name="T0" fmla="*/ 21 w 28"/>
                    <a:gd name="T1" fmla="*/ 23 h 25"/>
                    <a:gd name="T2" fmla="*/ 5 w 28"/>
                    <a:gd name="T3" fmla="*/ 14 h 25"/>
                    <a:gd name="T4" fmla="*/ 1 w 28"/>
                    <a:gd name="T5" fmla="*/ 5 h 25"/>
                    <a:gd name="T6" fmla="*/ 1 w 28"/>
                    <a:gd name="T7" fmla="*/ 5 h 25"/>
                    <a:gd name="T8" fmla="*/ 8 w 28"/>
                    <a:gd name="T9" fmla="*/ 1 h 25"/>
                    <a:gd name="T10" fmla="*/ 23 w 28"/>
                    <a:gd name="T11" fmla="*/ 10 h 25"/>
                    <a:gd name="T12" fmla="*/ 27 w 28"/>
                    <a:gd name="T13" fmla="*/ 20 h 25"/>
                    <a:gd name="T14" fmla="*/ 27 w 28"/>
                    <a:gd name="T15" fmla="*/ 20 h 25"/>
                    <a:gd name="T16" fmla="*/ 21 w 28"/>
                    <a:gd name="T17" fmla="*/ 2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8" h="25">
                      <a:moveTo>
                        <a:pt x="21" y="23"/>
                      </a:move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2" y="12"/>
                        <a:pt x="0" y="8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2" y="1"/>
                        <a:pt x="5" y="0"/>
                        <a:pt x="8" y="1"/>
                      </a:cubicBezTo>
                      <a:cubicBezTo>
                        <a:pt x="23" y="10"/>
                        <a:pt x="23" y="10"/>
                        <a:pt x="23" y="10"/>
                      </a:cubicBezTo>
                      <a:cubicBezTo>
                        <a:pt x="26" y="12"/>
                        <a:pt x="28" y="16"/>
                        <a:pt x="27" y="20"/>
                      </a:cubicBezTo>
                      <a:cubicBezTo>
                        <a:pt x="27" y="20"/>
                        <a:pt x="27" y="20"/>
                        <a:pt x="27" y="20"/>
                      </a:cubicBezTo>
                      <a:cubicBezTo>
                        <a:pt x="26" y="23"/>
                        <a:pt x="23" y="25"/>
                        <a:pt x="21" y="23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52" name="iṥļíḑe"/>
                <p:cNvSpPr/>
                <p:nvPr userDrawn="1"/>
              </p:nvSpPr>
              <p:spPr bwMode="auto">
                <a:xfrm>
                  <a:off x="5352669" y="4000793"/>
                  <a:ext cx="194063" cy="140350"/>
                </a:xfrm>
                <a:custGeom>
                  <a:avLst/>
                  <a:gdLst>
                    <a:gd name="T0" fmla="*/ 46 w 54"/>
                    <a:gd name="T1" fmla="*/ 38 h 39"/>
                    <a:gd name="T2" fmla="*/ 5 w 54"/>
                    <a:gd name="T3" fmla="*/ 14 h 39"/>
                    <a:gd name="T4" fmla="*/ 1 w 54"/>
                    <a:gd name="T5" fmla="*/ 5 h 39"/>
                    <a:gd name="T6" fmla="*/ 1 w 54"/>
                    <a:gd name="T7" fmla="*/ 5 h 39"/>
                    <a:gd name="T8" fmla="*/ 8 w 54"/>
                    <a:gd name="T9" fmla="*/ 2 h 39"/>
                    <a:gd name="T10" fmla="*/ 49 w 54"/>
                    <a:gd name="T11" fmla="*/ 25 h 39"/>
                    <a:gd name="T12" fmla="*/ 53 w 54"/>
                    <a:gd name="T13" fmla="*/ 35 h 39"/>
                    <a:gd name="T14" fmla="*/ 53 w 54"/>
                    <a:gd name="T15" fmla="*/ 35 h 39"/>
                    <a:gd name="T16" fmla="*/ 46 w 54"/>
                    <a:gd name="T17" fmla="*/ 38 h 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4" h="39">
                      <a:moveTo>
                        <a:pt x="46" y="38"/>
                      </a:move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2" y="12"/>
                        <a:pt x="0" y="8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2" y="1"/>
                        <a:pt x="5" y="0"/>
                        <a:pt x="8" y="2"/>
                      </a:cubicBezTo>
                      <a:cubicBezTo>
                        <a:pt x="49" y="25"/>
                        <a:pt x="49" y="25"/>
                        <a:pt x="49" y="25"/>
                      </a:cubicBezTo>
                      <a:cubicBezTo>
                        <a:pt x="52" y="27"/>
                        <a:pt x="54" y="31"/>
                        <a:pt x="53" y="35"/>
                      </a:cubicBezTo>
                      <a:cubicBezTo>
                        <a:pt x="53" y="35"/>
                        <a:pt x="53" y="35"/>
                        <a:pt x="53" y="35"/>
                      </a:cubicBezTo>
                      <a:cubicBezTo>
                        <a:pt x="52" y="38"/>
                        <a:pt x="49" y="39"/>
                        <a:pt x="46" y="38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53" name="îş1ïḓe"/>
                <p:cNvSpPr/>
                <p:nvPr userDrawn="1"/>
              </p:nvSpPr>
              <p:spPr bwMode="auto">
                <a:xfrm>
                  <a:off x="5203657" y="4023318"/>
                  <a:ext cx="152478" cy="117824"/>
                </a:xfrm>
                <a:custGeom>
                  <a:avLst/>
                  <a:gdLst>
                    <a:gd name="T0" fmla="*/ 34 w 42"/>
                    <a:gd name="T1" fmla="*/ 31 h 33"/>
                    <a:gd name="T2" fmla="*/ 5 w 42"/>
                    <a:gd name="T3" fmla="*/ 14 h 33"/>
                    <a:gd name="T4" fmla="*/ 1 w 42"/>
                    <a:gd name="T5" fmla="*/ 5 h 33"/>
                    <a:gd name="T6" fmla="*/ 1 w 42"/>
                    <a:gd name="T7" fmla="*/ 5 h 33"/>
                    <a:gd name="T8" fmla="*/ 8 w 42"/>
                    <a:gd name="T9" fmla="*/ 2 h 33"/>
                    <a:gd name="T10" fmla="*/ 37 w 42"/>
                    <a:gd name="T11" fmla="*/ 19 h 33"/>
                    <a:gd name="T12" fmla="*/ 41 w 42"/>
                    <a:gd name="T13" fmla="*/ 28 h 33"/>
                    <a:gd name="T14" fmla="*/ 41 w 42"/>
                    <a:gd name="T15" fmla="*/ 28 h 33"/>
                    <a:gd name="T16" fmla="*/ 34 w 42"/>
                    <a:gd name="T17" fmla="*/ 31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2" h="33">
                      <a:moveTo>
                        <a:pt x="34" y="31"/>
                      </a:move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2" y="12"/>
                        <a:pt x="0" y="8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2" y="1"/>
                        <a:pt x="5" y="0"/>
                        <a:pt x="8" y="2"/>
                      </a:cubicBezTo>
                      <a:cubicBezTo>
                        <a:pt x="37" y="19"/>
                        <a:pt x="37" y="19"/>
                        <a:pt x="37" y="19"/>
                      </a:cubicBezTo>
                      <a:cubicBezTo>
                        <a:pt x="40" y="20"/>
                        <a:pt x="42" y="24"/>
                        <a:pt x="41" y="28"/>
                      </a:cubicBezTo>
                      <a:cubicBezTo>
                        <a:pt x="41" y="28"/>
                        <a:pt x="41" y="28"/>
                        <a:pt x="41" y="28"/>
                      </a:cubicBezTo>
                      <a:cubicBezTo>
                        <a:pt x="40" y="31"/>
                        <a:pt x="37" y="33"/>
                        <a:pt x="34" y="31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54" name="ïśḷîḓê"/>
                <p:cNvSpPr/>
                <p:nvPr userDrawn="1"/>
              </p:nvSpPr>
              <p:spPr bwMode="auto">
                <a:xfrm>
                  <a:off x="5860352" y="4291888"/>
                  <a:ext cx="110893" cy="97032"/>
                </a:xfrm>
                <a:custGeom>
                  <a:avLst/>
                  <a:gdLst>
                    <a:gd name="T0" fmla="*/ 23 w 31"/>
                    <a:gd name="T1" fmla="*/ 25 h 27"/>
                    <a:gd name="T2" fmla="*/ 4 w 31"/>
                    <a:gd name="T3" fmla="*/ 14 h 27"/>
                    <a:gd name="T4" fmla="*/ 1 w 31"/>
                    <a:gd name="T5" fmla="*/ 5 h 27"/>
                    <a:gd name="T6" fmla="*/ 1 w 31"/>
                    <a:gd name="T7" fmla="*/ 5 h 27"/>
                    <a:gd name="T8" fmla="*/ 7 w 31"/>
                    <a:gd name="T9" fmla="*/ 2 h 27"/>
                    <a:gd name="T10" fmla="*/ 26 w 31"/>
                    <a:gd name="T11" fmla="*/ 13 h 27"/>
                    <a:gd name="T12" fmla="*/ 30 w 31"/>
                    <a:gd name="T13" fmla="*/ 22 h 27"/>
                    <a:gd name="T14" fmla="*/ 30 w 31"/>
                    <a:gd name="T15" fmla="*/ 22 h 27"/>
                    <a:gd name="T16" fmla="*/ 23 w 31"/>
                    <a:gd name="T17" fmla="*/ 25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1" h="27">
                      <a:moveTo>
                        <a:pt x="23" y="25"/>
                      </a:moveTo>
                      <a:cubicBezTo>
                        <a:pt x="4" y="14"/>
                        <a:pt x="4" y="14"/>
                        <a:pt x="4" y="14"/>
                      </a:cubicBezTo>
                      <a:cubicBezTo>
                        <a:pt x="1" y="13"/>
                        <a:pt x="0" y="8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1" y="2"/>
                        <a:pt x="4" y="0"/>
                        <a:pt x="7" y="2"/>
                      </a:cubicBezTo>
                      <a:cubicBezTo>
                        <a:pt x="26" y="13"/>
                        <a:pt x="26" y="13"/>
                        <a:pt x="26" y="13"/>
                      </a:cubicBezTo>
                      <a:cubicBezTo>
                        <a:pt x="29" y="14"/>
                        <a:pt x="31" y="19"/>
                        <a:pt x="30" y="22"/>
                      </a:cubicBezTo>
                      <a:cubicBezTo>
                        <a:pt x="30" y="22"/>
                        <a:pt x="30" y="22"/>
                        <a:pt x="30" y="22"/>
                      </a:cubicBezTo>
                      <a:cubicBezTo>
                        <a:pt x="29" y="25"/>
                        <a:pt x="26" y="27"/>
                        <a:pt x="23" y="25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55" name="iSlîḓê"/>
                <p:cNvSpPr/>
                <p:nvPr userDrawn="1"/>
              </p:nvSpPr>
              <p:spPr bwMode="auto">
                <a:xfrm>
                  <a:off x="5456632" y="3636925"/>
                  <a:ext cx="233916" cy="162874"/>
                </a:xfrm>
                <a:custGeom>
                  <a:avLst/>
                  <a:gdLst>
                    <a:gd name="T0" fmla="*/ 57 w 65"/>
                    <a:gd name="T1" fmla="*/ 44 h 45"/>
                    <a:gd name="T2" fmla="*/ 5 w 65"/>
                    <a:gd name="T3" fmla="*/ 14 h 45"/>
                    <a:gd name="T4" fmla="*/ 1 w 65"/>
                    <a:gd name="T5" fmla="*/ 4 h 45"/>
                    <a:gd name="T6" fmla="*/ 1 w 65"/>
                    <a:gd name="T7" fmla="*/ 4 h 45"/>
                    <a:gd name="T8" fmla="*/ 8 w 65"/>
                    <a:gd name="T9" fmla="*/ 1 h 45"/>
                    <a:gd name="T10" fmla="*/ 60 w 65"/>
                    <a:gd name="T11" fmla="*/ 31 h 45"/>
                    <a:gd name="T12" fmla="*/ 64 w 65"/>
                    <a:gd name="T13" fmla="*/ 41 h 45"/>
                    <a:gd name="T14" fmla="*/ 64 w 65"/>
                    <a:gd name="T15" fmla="*/ 41 h 45"/>
                    <a:gd name="T16" fmla="*/ 57 w 65"/>
                    <a:gd name="T17" fmla="*/ 44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5" h="45">
                      <a:moveTo>
                        <a:pt x="57" y="44"/>
                      </a:move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2" y="12"/>
                        <a:pt x="0" y="8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2" y="1"/>
                        <a:pt x="5" y="0"/>
                        <a:pt x="8" y="1"/>
                      </a:cubicBezTo>
                      <a:cubicBezTo>
                        <a:pt x="60" y="31"/>
                        <a:pt x="60" y="31"/>
                        <a:pt x="60" y="31"/>
                      </a:cubicBezTo>
                      <a:cubicBezTo>
                        <a:pt x="63" y="33"/>
                        <a:pt x="65" y="37"/>
                        <a:pt x="64" y="41"/>
                      </a:cubicBezTo>
                      <a:cubicBezTo>
                        <a:pt x="64" y="41"/>
                        <a:pt x="64" y="41"/>
                        <a:pt x="64" y="41"/>
                      </a:cubicBezTo>
                      <a:cubicBezTo>
                        <a:pt x="63" y="44"/>
                        <a:pt x="60" y="45"/>
                        <a:pt x="57" y="44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56" name="isļîḑê"/>
                <p:cNvSpPr/>
                <p:nvPr userDrawn="1"/>
              </p:nvSpPr>
              <p:spPr bwMode="auto">
                <a:xfrm>
                  <a:off x="5333609" y="3458456"/>
                  <a:ext cx="372532" cy="247777"/>
                </a:xfrm>
                <a:custGeom>
                  <a:avLst/>
                  <a:gdLst>
                    <a:gd name="T0" fmla="*/ 96 w 103"/>
                    <a:gd name="T1" fmla="*/ 67 h 69"/>
                    <a:gd name="T2" fmla="*/ 5 w 103"/>
                    <a:gd name="T3" fmla="*/ 15 h 69"/>
                    <a:gd name="T4" fmla="*/ 1 w 103"/>
                    <a:gd name="T5" fmla="*/ 5 h 69"/>
                    <a:gd name="T6" fmla="*/ 1 w 103"/>
                    <a:gd name="T7" fmla="*/ 5 h 69"/>
                    <a:gd name="T8" fmla="*/ 8 w 103"/>
                    <a:gd name="T9" fmla="*/ 2 h 69"/>
                    <a:gd name="T10" fmla="*/ 99 w 103"/>
                    <a:gd name="T11" fmla="*/ 55 h 69"/>
                    <a:gd name="T12" fmla="*/ 103 w 103"/>
                    <a:gd name="T13" fmla="*/ 64 h 69"/>
                    <a:gd name="T14" fmla="*/ 103 w 103"/>
                    <a:gd name="T15" fmla="*/ 64 h 69"/>
                    <a:gd name="T16" fmla="*/ 96 w 103"/>
                    <a:gd name="T17" fmla="*/ 67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03" h="69">
                      <a:moveTo>
                        <a:pt x="96" y="67"/>
                      </a:moveTo>
                      <a:cubicBezTo>
                        <a:pt x="5" y="15"/>
                        <a:pt x="5" y="15"/>
                        <a:pt x="5" y="15"/>
                      </a:cubicBezTo>
                      <a:cubicBezTo>
                        <a:pt x="2" y="13"/>
                        <a:pt x="0" y="9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2" y="2"/>
                        <a:pt x="5" y="0"/>
                        <a:pt x="8" y="2"/>
                      </a:cubicBezTo>
                      <a:cubicBezTo>
                        <a:pt x="99" y="55"/>
                        <a:pt x="99" y="55"/>
                        <a:pt x="99" y="55"/>
                      </a:cubicBezTo>
                      <a:cubicBezTo>
                        <a:pt x="102" y="56"/>
                        <a:pt x="103" y="60"/>
                        <a:pt x="103" y="64"/>
                      </a:cubicBezTo>
                      <a:cubicBezTo>
                        <a:pt x="103" y="64"/>
                        <a:pt x="103" y="64"/>
                        <a:pt x="103" y="64"/>
                      </a:cubicBezTo>
                      <a:cubicBezTo>
                        <a:pt x="102" y="67"/>
                        <a:pt x="99" y="69"/>
                        <a:pt x="96" y="67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57" name="ïs1iḑê"/>
                <p:cNvSpPr/>
                <p:nvPr userDrawn="1"/>
              </p:nvSpPr>
              <p:spPr bwMode="auto">
                <a:xfrm>
                  <a:off x="5290292" y="3649054"/>
                  <a:ext cx="235648" cy="161142"/>
                </a:xfrm>
                <a:custGeom>
                  <a:avLst/>
                  <a:gdLst>
                    <a:gd name="T0" fmla="*/ 57 w 65"/>
                    <a:gd name="T1" fmla="*/ 44 h 45"/>
                    <a:gd name="T2" fmla="*/ 5 w 65"/>
                    <a:gd name="T3" fmla="*/ 14 h 45"/>
                    <a:gd name="T4" fmla="*/ 1 w 65"/>
                    <a:gd name="T5" fmla="*/ 4 h 45"/>
                    <a:gd name="T6" fmla="*/ 1 w 65"/>
                    <a:gd name="T7" fmla="*/ 4 h 45"/>
                    <a:gd name="T8" fmla="*/ 8 w 65"/>
                    <a:gd name="T9" fmla="*/ 1 h 45"/>
                    <a:gd name="T10" fmla="*/ 60 w 65"/>
                    <a:gd name="T11" fmla="*/ 31 h 45"/>
                    <a:gd name="T12" fmla="*/ 64 w 65"/>
                    <a:gd name="T13" fmla="*/ 41 h 45"/>
                    <a:gd name="T14" fmla="*/ 64 w 65"/>
                    <a:gd name="T15" fmla="*/ 41 h 45"/>
                    <a:gd name="T16" fmla="*/ 57 w 65"/>
                    <a:gd name="T17" fmla="*/ 44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5" h="45">
                      <a:moveTo>
                        <a:pt x="57" y="44"/>
                      </a:move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2" y="12"/>
                        <a:pt x="0" y="8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2" y="1"/>
                        <a:pt x="5" y="0"/>
                        <a:pt x="8" y="1"/>
                      </a:cubicBezTo>
                      <a:cubicBezTo>
                        <a:pt x="60" y="31"/>
                        <a:pt x="60" y="31"/>
                        <a:pt x="60" y="31"/>
                      </a:cubicBezTo>
                      <a:cubicBezTo>
                        <a:pt x="63" y="33"/>
                        <a:pt x="65" y="37"/>
                        <a:pt x="64" y="41"/>
                      </a:cubicBezTo>
                      <a:cubicBezTo>
                        <a:pt x="64" y="41"/>
                        <a:pt x="64" y="41"/>
                        <a:pt x="64" y="41"/>
                      </a:cubicBezTo>
                      <a:cubicBezTo>
                        <a:pt x="63" y="44"/>
                        <a:pt x="60" y="45"/>
                        <a:pt x="57" y="44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58" name="iṧ1íḋé"/>
                <p:cNvSpPr/>
                <p:nvPr userDrawn="1"/>
              </p:nvSpPr>
              <p:spPr bwMode="auto">
                <a:xfrm>
                  <a:off x="5720003" y="3789403"/>
                  <a:ext cx="110893" cy="93566"/>
                </a:xfrm>
                <a:custGeom>
                  <a:avLst/>
                  <a:gdLst>
                    <a:gd name="T0" fmla="*/ 24 w 31"/>
                    <a:gd name="T1" fmla="*/ 25 h 26"/>
                    <a:gd name="T2" fmla="*/ 5 w 31"/>
                    <a:gd name="T3" fmla="*/ 14 h 26"/>
                    <a:gd name="T4" fmla="*/ 1 w 31"/>
                    <a:gd name="T5" fmla="*/ 4 h 26"/>
                    <a:gd name="T6" fmla="*/ 1 w 31"/>
                    <a:gd name="T7" fmla="*/ 4 h 26"/>
                    <a:gd name="T8" fmla="*/ 8 w 31"/>
                    <a:gd name="T9" fmla="*/ 1 h 26"/>
                    <a:gd name="T10" fmla="*/ 27 w 31"/>
                    <a:gd name="T11" fmla="*/ 12 h 26"/>
                    <a:gd name="T12" fmla="*/ 30 w 31"/>
                    <a:gd name="T13" fmla="*/ 21 h 26"/>
                    <a:gd name="T14" fmla="*/ 30 w 31"/>
                    <a:gd name="T15" fmla="*/ 21 h 26"/>
                    <a:gd name="T16" fmla="*/ 24 w 31"/>
                    <a:gd name="T17" fmla="*/ 25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1" h="26">
                      <a:moveTo>
                        <a:pt x="24" y="25"/>
                      </a:move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2" y="12"/>
                        <a:pt x="0" y="8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2" y="1"/>
                        <a:pt x="5" y="0"/>
                        <a:pt x="8" y="1"/>
                      </a:cubicBezTo>
                      <a:cubicBezTo>
                        <a:pt x="27" y="12"/>
                        <a:pt x="27" y="12"/>
                        <a:pt x="27" y="12"/>
                      </a:cubicBezTo>
                      <a:cubicBezTo>
                        <a:pt x="29" y="14"/>
                        <a:pt x="31" y="18"/>
                        <a:pt x="30" y="21"/>
                      </a:cubicBezTo>
                      <a:cubicBezTo>
                        <a:pt x="30" y="21"/>
                        <a:pt x="30" y="21"/>
                        <a:pt x="30" y="21"/>
                      </a:cubicBezTo>
                      <a:cubicBezTo>
                        <a:pt x="30" y="25"/>
                        <a:pt x="27" y="26"/>
                        <a:pt x="24" y="25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59" name="îṣ1ïdê"/>
                <p:cNvSpPr/>
                <p:nvPr userDrawn="1"/>
              </p:nvSpPr>
              <p:spPr bwMode="auto">
                <a:xfrm>
                  <a:off x="5246974" y="3836186"/>
                  <a:ext cx="270302" cy="187132"/>
                </a:xfrm>
                <a:custGeom>
                  <a:avLst/>
                  <a:gdLst>
                    <a:gd name="T0" fmla="*/ 68 w 75"/>
                    <a:gd name="T1" fmla="*/ 50 h 52"/>
                    <a:gd name="T2" fmla="*/ 5 w 75"/>
                    <a:gd name="T3" fmla="*/ 14 h 52"/>
                    <a:gd name="T4" fmla="*/ 1 w 75"/>
                    <a:gd name="T5" fmla="*/ 5 h 52"/>
                    <a:gd name="T6" fmla="*/ 1 w 75"/>
                    <a:gd name="T7" fmla="*/ 5 h 52"/>
                    <a:gd name="T8" fmla="*/ 8 w 75"/>
                    <a:gd name="T9" fmla="*/ 1 h 52"/>
                    <a:gd name="T10" fmla="*/ 70 w 75"/>
                    <a:gd name="T11" fmla="*/ 38 h 52"/>
                    <a:gd name="T12" fmla="*/ 74 w 75"/>
                    <a:gd name="T13" fmla="*/ 47 h 52"/>
                    <a:gd name="T14" fmla="*/ 74 w 75"/>
                    <a:gd name="T15" fmla="*/ 47 h 52"/>
                    <a:gd name="T16" fmla="*/ 68 w 75"/>
                    <a:gd name="T17" fmla="*/ 50 h 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52">
                      <a:moveTo>
                        <a:pt x="68" y="50"/>
                      </a:move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2" y="12"/>
                        <a:pt x="0" y="8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2" y="1"/>
                        <a:pt x="5" y="0"/>
                        <a:pt x="8" y="1"/>
                      </a:cubicBezTo>
                      <a:cubicBezTo>
                        <a:pt x="70" y="38"/>
                        <a:pt x="70" y="38"/>
                        <a:pt x="70" y="38"/>
                      </a:cubicBezTo>
                      <a:cubicBezTo>
                        <a:pt x="73" y="39"/>
                        <a:pt x="75" y="43"/>
                        <a:pt x="74" y="47"/>
                      </a:cubicBezTo>
                      <a:cubicBezTo>
                        <a:pt x="74" y="47"/>
                        <a:pt x="74" y="47"/>
                        <a:pt x="74" y="47"/>
                      </a:cubicBezTo>
                      <a:cubicBezTo>
                        <a:pt x="74" y="50"/>
                        <a:pt x="71" y="52"/>
                        <a:pt x="68" y="50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60" name="iṣ1ïde"/>
                <p:cNvSpPr/>
                <p:nvPr userDrawn="1"/>
              </p:nvSpPr>
              <p:spPr bwMode="auto">
                <a:xfrm>
                  <a:off x="5305886" y="3122311"/>
                  <a:ext cx="211390" cy="155943"/>
                </a:xfrm>
                <a:custGeom>
                  <a:avLst/>
                  <a:gdLst>
                    <a:gd name="T0" fmla="*/ 51 w 59"/>
                    <a:gd name="T1" fmla="*/ 41 h 43"/>
                    <a:gd name="T2" fmla="*/ 5 w 59"/>
                    <a:gd name="T3" fmla="*/ 14 h 43"/>
                    <a:gd name="T4" fmla="*/ 1 w 59"/>
                    <a:gd name="T5" fmla="*/ 5 h 43"/>
                    <a:gd name="T6" fmla="*/ 1 w 59"/>
                    <a:gd name="T7" fmla="*/ 5 h 43"/>
                    <a:gd name="T8" fmla="*/ 8 w 59"/>
                    <a:gd name="T9" fmla="*/ 2 h 43"/>
                    <a:gd name="T10" fmla="*/ 54 w 59"/>
                    <a:gd name="T11" fmla="*/ 29 h 43"/>
                    <a:gd name="T12" fmla="*/ 58 w 59"/>
                    <a:gd name="T13" fmla="*/ 38 h 43"/>
                    <a:gd name="T14" fmla="*/ 58 w 59"/>
                    <a:gd name="T15" fmla="*/ 38 h 43"/>
                    <a:gd name="T16" fmla="*/ 51 w 59"/>
                    <a:gd name="T17" fmla="*/ 41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9" h="43">
                      <a:moveTo>
                        <a:pt x="51" y="41"/>
                      </a:move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2" y="13"/>
                        <a:pt x="0" y="9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2" y="2"/>
                        <a:pt x="5" y="0"/>
                        <a:pt x="8" y="2"/>
                      </a:cubicBezTo>
                      <a:cubicBezTo>
                        <a:pt x="54" y="29"/>
                        <a:pt x="54" y="29"/>
                        <a:pt x="54" y="29"/>
                      </a:cubicBezTo>
                      <a:cubicBezTo>
                        <a:pt x="57" y="30"/>
                        <a:pt x="59" y="34"/>
                        <a:pt x="58" y="38"/>
                      </a:cubicBezTo>
                      <a:cubicBezTo>
                        <a:pt x="58" y="38"/>
                        <a:pt x="58" y="38"/>
                        <a:pt x="58" y="38"/>
                      </a:cubicBezTo>
                      <a:cubicBezTo>
                        <a:pt x="57" y="41"/>
                        <a:pt x="54" y="43"/>
                        <a:pt x="51" y="41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61" name="îṩḷîḋè"/>
                <p:cNvSpPr/>
                <p:nvPr userDrawn="1"/>
              </p:nvSpPr>
              <p:spPr bwMode="auto">
                <a:xfrm>
                  <a:off x="5089298" y="4061437"/>
                  <a:ext cx="237381" cy="166340"/>
                </a:xfrm>
                <a:custGeom>
                  <a:avLst/>
                  <a:gdLst>
                    <a:gd name="T0" fmla="*/ 58 w 66"/>
                    <a:gd name="T1" fmla="*/ 45 h 46"/>
                    <a:gd name="T2" fmla="*/ 5 w 66"/>
                    <a:gd name="T3" fmla="*/ 14 h 46"/>
                    <a:gd name="T4" fmla="*/ 1 w 66"/>
                    <a:gd name="T5" fmla="*/ 5 h 46"/>
                    <a:gd name="T6" fmla="*/ 1 w 66"/>
                    <a:gd name="T7" fmla="*/ 5 h 46"/>
                    <a:gd name="T8" fmla="*/ 8 w 66"/>
                    <a:gd name="T9" fmla="*/ 2 h 46"/>
                    <a:gd name="T10" fmla="*/ 61 w 66"/>
                    <a:gd name="T11" fmla="*/ 32 h 46"/>
                    <a:gd name="T12" fmla="*/ 65 w 66"/>
                    <a:gd name="T13" fmla="*/ 42 h 46"/>
                    <a:gd name="T14" fmla="*/ 65 w 66"/>
                    <a:gd name="T15" fmla="*/ 42 h 46"/>
                    <a:gd name="T16" fmla="*/ 58 w 66"/>
                    <a:gd name="T17" fmla="*/ 45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6" h="46">
                      <a:moveTo>
                        <a:pt x="58" y="45"/>
                      </a:move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2" y="12"/>
                        <a:pt x="0" y="8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2" y="1"/>
                        <a:pt x="5" y="0"/>
                        <a:pt x="8" y="2"/>
                      </a:cubicBezTo>
                      <a:cubicBezTo>
                        <a:pt x="61" y="32"/>
                        <a:pt x="61" y="32"/>
                        <a:pt x="61" y="32"/>
                      </a:cubicBezTo>
                      <a:cubicBezTo>
                        <a:pt x="64" y="34"/>
                        <a:pt x="66" y="38"/>
                        <a:pt x="65" y="42"/>
                      </a:cubicBezTo>
                      <a:cubicBezTo>
                        <a:pt x="65" y="42"/>
                        <a:pt x="65" y="42"/>
                        <a:pt x="65" y="42"/>
                      </a:cubicBezTo>
                      <a:cubicBezTo>
                        <a:pt x="64" y="45"/>
                        <a:pt x="61" y="46"/>
                        <a:pt x="58" y="45"/>
                      </a:cubicBezTo>
                      <a:close/>
                    </a:path>
                  </a:pathLst>
                </a:custGeom>
                <a:solidFill>
                  <a:srgbClr val="D4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62" name="íşľidé"/>
                <p:cNvSpPr/>
                <p:nvPr userDrawn="1"/>
              </p:nvSpPr>
              <p:spPr bwMode="auto">
                <a:xfrm>
                  <a:off x="5240043" y="2352990"/>
                  <a:ext cx="1221558" cy="1637407"/>
                </a:xfrm>
                <a:custGeom>
                  <a:avLst/>
                  <a:gdLst>
                    <a:gd name="T0" fmla="*/ 298 w 339"/>
                    <a:gd name="T1" fmla="*/ 325 h 455"/>
                    <a:gd name="T2" fmla="*/ 339 w 339"/>
                    <a:gd name="T3" fmla="*/ 152 h 455"/>
                    <a:gd name="T4" fmla="*/ 266 w 339"/>
                    <a:gd name="T5" fmla="*/ 100 h 455"/>
                    <a:gd name="T6" fmla="*/ 153 w 339"/>
                    <a:gd name="T7" fmla="*/ 34 h 455"/>
                    <a:gd name="T8" fmla="*/ 76 w 339"/>
                    <a:gd name="T9" fmla="*/ 0 h 455"/>
                    <a:gd name="T10" fmla="*/ 35 w 339"/>
                    <a:gd name="T11" fmla="*/ 173 h 455"/>
                    <a:gd name="T12" fmla="*/ 120 w 339"/>
                    <a:gd name="T13" fmla="*/ 444 h 455"/>
                    <a:gd name="T14" fmla="*/ 298 w 339"/>
                    <a:gd name="T15" fmla="*/ 325 h 4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39" h="455">
                      <a:moveTo>
                        <a:pt x="298" y="325"/>
                      </a:moveTo>
                      <a:cubicBezTo>
                        <a:pt x="339" y="152"/>
                        <a:pt x="339" y="152"/>
                        <a:pt x="339" y="152"/>
                      </a:cubicBezTo>
                      <a:cubicBezTo>
                        <a:pt x="266" y="100"/>
                        <a:pt x="266" y="100"/>
                        <a:pt x="266" y="100"/>
                      </a:cubicBezTo>
                      <a:cubicBezTo>
                        <a:pt x="230" y="74"/>
                        <a:pt x="192" y="52"/>
                        <a:pt x="153" y="34"/>
                      </a:cubicBezTo>
                      <a:cubicBezTo>
                        <a:pt x="76" y="0"/>
                        <a:pt x="76" y="0"/>
                        <a:pt x="76" y="0"/>
                      </a:cubicBezTo>
                      <a:cubicBezTo>
                        <a:pt x="35" y="173"/>
                        <a:pt x="35" y="173"/>
                        <a:pt x="35" y="173"/>
                      </a:cubicBezTo>
                      <a:cubicBezTo>
                        <a:pt x="35" y="173"/>
                        <a:pt x="0" y="298"/>
                        <a:pt x="120" y="444"/>
                      </a:cubicBezTo>
                      <a:cubicBezTo>
                        <a:pt x="272" y="455"/>
                        <a:pt x="298" y="325"/>
                        <a:pt x="298" y="325"/>
                      </a:cubicBezTo>
                      <a:close/>
                    </a:path>
                  </a:pathLst>
                </a:custGeom>
                <a:solidFill>
                  <a:srgbClr val="B2D3E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63" name="ïṧḷïḑê"/>
                <p:cNvSpPr/>
                <p:nvPr userDrawn="1"/>
              </p:nvSpPr>
              <p:spPr bwMode="auto">
                <a:xfrm>
                  <a:off x="4839788" y="1734415"/>
                  <a:ext cx="1438146" cy="1885184"/>
                </a:xfrm>
                <a:custGeom>
                  <a:avLst/>
                  <a:gdLst>
                    <a:gd name="T0" fmla="*/ 313 w 399"/>
                    <a:gd name="T1" fmla="*/ 118 h 524"/>
                    <a:gd name="T2" fmla="*/ 180 w 399"/>
                    <a:gd name="T3" fmla="*/ 40 h 524"/>
                    <a:gd name="T4" fmla="*/ 89 w 399"/>
                    <a:gd name="T5" fmla="*/ 0 h 524"/>
                    <a:gd name="T6" fmla="*/ 60 w 399"/>
                    <a:gd name="T7" fmla="*/ 11 h 524"/>
                    <a:gd name="T8" fmla="*/ 84 w 399"/>
                    <a:gd name="T9" fmla="*/ 24 h 524"/>
                    <a:gd name="T10" fmla="*/ 41 w 399"/>
                    <a:gd name="T11" fmla="*/ 204 h 524"/>
                    <a:gd name="T12" fmla="*/ 141 w 399"/>
                    <a:gd name="T13" fmla="*/ 522 h 524"/>
                    <a:gd name="T14" fmla="*/ 212 w 399"/>
                    <a:gd name="T15" fmla="*/ 518 h 524"/>
                    <a:gd name="T16" fmla="*/ 211 w 399"/>
                    <a:gd name="T17" fmla="*/ 520 h 524"/>
                    <a:gd name="T18" fmla="*/ 237 w 399"/>
                    <a:gd name="T19" fmla="*/ 510 h 524"/>
                    <a:gd name="T20" fmla="*/ 244 w 399"/>
                    <a:gd name="T21" fmla="*/ 507 h 524"/>
                    <a:gd name="T22" fmla="*/ 245 w 399"/>
                    <a:gd name="T23" fmla="*/ 507 h 524"/>
                    <a:gd name="T24" fmla="*/ 245 w 399"/>
                    <a:gd name="T25" fmla="*/ 507 h 524"/>
                    <a:gd name="T26" fmla="*/ 350 w 399"/>
                    <a:gd name="T27" fmla="*/ 382 h 524"/>
                    <a:gd name="T28" fmla="*/ 399 w 399"/>
                    <a:gd name="T29" fmla="*/ 179 h 524"/>
                    <a:gd name="T30" fmla="*/ 313 w 399"/>
                    <a:gd name="T31" fmla="*/ 118 h 5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399" h="524">
                      <a:moveTo>
                        <a:pt x="313" y="118"/>
                      </a:moveTo>
                      <a:cubicBezTo>
                        <a:pt x="270" y="87"/>
                        <a:pt x="226" y="61"/>
                        <a:pt x="180" y="40"/>
                      </a:cubicBezTo>
                      <a:cubicBezTo>
                        <a:pt x="89" y="0"/>
                        <a:pt x="89" y="0"/>
                        <a:pt x="89" y="0"/>
                      </a:cubicBezTo>
                      <a:cubicBezTo>
                        <a:pt x="60" y="11"/>
                        <a:pt x="60" y="11"/>
                        <a:pt x="60" y="11"/>
                      </a:cubicBezTo>
                      <a:cubicBezTo>
                        <a:pt x="60" y="11"/>
                        <a:pt x="73" y="18"/>
                        <a:pt x="84" y="24"/>
                      </a:cubicBezTo>
                      <a:cubicBezTo>
                        <a:pt x="41" y="204"/>
                        <a:pt x="41" y="204"/>
                        <a:pt x="41" y="204"/>
                      </a:cubicBezTo>
                      <a:cubicBezTo>
                        <a:pt x="41" y="204"/>
                        <a:pt x="0" y="350"/>
                        <a:pt x="141" y="522"/>
                      </a:cubicBezTo>
                      <a:cubicBezTo>
                        <a:pt x="168" y="524"/>
                        <a:pt x="191" y="522"/>
                        <a:pt x="212" y="518"/>
                      </a:cubicBezTo>
                      <a:cubicBezTo>
                        <a:pt x="211" y="519"/>
                        <a:pt x="211" y="520"/>
                        <a:pt x="211" y="520"/>
                      </a:cubicBezTo>
                      <a:cubicBezTo>
                        <a:pt x="237" y="510"/>
                        <a:pt x="237" y="510"/>
                        <a:pt x="237" y="510"/>
                      </a:cubicBezTo>
                      <a:cubicBezTo>
                        <a:pt x="240" y="509"/>
                        <a:pt x="242" y="508"/>
                        <a:pt x="244" y="507"/>
                      </a:cubicBezTo>
                      <a:cubicBezTo>
                        <a:pt x="245" y="507"/>
                        <a:pt x="245" y="507"/>
                        <a:pt x="245" y="507"/>
                      </a:cubicBezTo>
                      <a:cubicBezTo>
                        <a:pt x="245" y="507"/>
                        <a:pt x="245" y="507"/>
                        <a:pt x="245" y="507"/>
                      </a:cubicBezTo>
                      <a:cubicBezTo>
                        <a:pt x="332" y="471"/>
                        <a:pt x="350" y="382"/>
                        <a:pt x="350" y="382"/>
                      </a:cubicBezTo>
                      <a:cubicBezTo>
                        <a:pt x="399" y="179"/>
                        <a:pt x="399" y="179"/>
                        <a:pt x="399" y="179"/>
                      </a:cubicBezTo>
                      <a:lnTo>
                        <a:pt x="313" y="118"/>
                      </a:lnTo>
                      <a:close/>
                    </a:path>
                  </a:pathLst>
                </a:custGeom>
                <a:solidFill>
                  <a:srgbClr val="721BD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64" name="ïṧḷîḋe"/>
                <p:cNvSpPr/>
                <p:nvPr userDrawn="1"/>
              </p:nvSpPr>
              <p:spPr bwMode="auto">
                <a:xfrm>
                  <a:off x="5056376" y="1734415"/>
                  <a:ext cx="1221558" cy="698281"/>
                </a:xfrm>
                <a:custGeom>
                  <a:avLst/>
                  <a:gdLst>
                    <a:gd name="T0" fmla="*/ 120 w 339"/>
                    <a:gd name="T1" fmla="*/ 40 h 194"/>
                    <a:gd name="T2" fmla="*/ 29 w 339"/>
                    <a:gd name="T3" fmla="*/ 0 h 194"/>
                    <a:gd name="T4" fmla="*/ 0 w 339"/>
                    <a:gd name="T5" fmla="*/ 11 h 194"/>
                    <a:gd name="T6" fmla="*/ 24 w 339"/>
                    <a:gd name="T7" fmla="*/ 24 h 194"/>
                    <a:gd name="T8" fmla="*/ 8 w 339"/>
                    <a:gd name="T9" fmla="*/ 89 h 194"/>
                    <a:gd name="T10" fmla="*/ 169 w 339"/>
                    <a:gd name="T11" fmla="*/ 194 h 194"/>
                    <a:gd name="T12" fmla="*/ 310 w 339"/>
                    <a:gd name="T13" fmla="*/ 190 h 194"/>
                    <a:gd name="T14" fmla="*/ 339 w 339"/>
                    <a:gd name="T15" fmla="*/ 179 h 194"/>
                    <a:gd name="T16" fmla="*/ 253 w 339"/>
                    <a:gd name="T17" fmla="*/ 118 h 194"/>
                    <a:gd name="T18" fmla="*/ 120 w 339"/>
                    <a:gd name="T19" fmla="*/ 40 h 1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39" h="194">
                      <a:moveTo>
                        <a:pt x="120" y="40"/>
                      </a:moveTo>
                      <a:cubicBezTo>
                        <a:pt x="29" y="0"/>
                        <a:pt x="29" y="0"/>
                        <a:pt x="29" y="0"/>
                      </a:cubicBezTo>
                      <a:cubicBezTo>
                        <a:pt x="0" y="11"/>
                        <a:pt x="0" y="11"/>
                        <a:pt x="0" y="11"/>
                      </a:cubicBezTo>
                      <a:cubicBezTo>
                        <a:pt x="0" y="11"/>
                        <a:pt x="13" y="18"/>
                        <a:pt x="24" y="24"/>
                      </a:cubicBezTo>
                      <a:cubicBezTo>
                        <a:pt x="8" y="89"/>
                        <a:pt x="8" y="89"/>
                        <a:pt x="8" y="89"/>
                      </a:cubicBezTo>
                      <a:cubicBezTo>
                        <a:pt x="169" y="194"/>
                        <a:pt x="169" y="194"/>
                        <a:pt x="169" y="194"/>
                      </a:cubicBezTo>
                      <a:cubicBezTo>
                        <a:pt x="310" y="190"/>
                        <a:pt x="310" y="190"/>
                        <a:pt x="310" y="190"/>
                      </a:cubicBezTo>
                      <a:cubicBezTo>
                        <a:pt x="339" y="179"/>
                        <a:pt x="339" y="179"/>
                        <a:pt x="339" y="179"/>
                      </a:cubicBezTo>
                      <a:cubicBezTo>
                        <a:pt x="253" y="118"/>
                        <a:pt x="253" y="118"/>
                        <a:pt x="253" y="118"/>
                      </a:cubicBezTo>
                      <a:cubicBezTo>
                        <a:pt x="210" y="87"/>
                        <a:pt x="166" y="61"/>
                        <a:pt x="120" y="40"/>
                      </a:cubicBezTo>
                      <a:close/>
                    </a:path>
                  </a:pathLst>
                </a:custGeom>
                <a:solidFill>
                  <a:srgbClr val="721BD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65" name="ï$1îḑê"/>
                <p:cNvSpPr/>
                <p:nvPr userDrawn="1"/>
              </p:nvSpPr>
              <p:spPr bwMode="auto">
                <a:xfrm>
                  <a:off x="5056376" y="1734415"/>
                  <a:ext cx="691350" cy="318818"/>
                </a:xfrm>
                <a:custGeom>
                  <a:avLst/>
                  <a:gdLst>
                    <a:gd name="T0" fmla="*/ 163 w 192"/>
                    <a:gd name="T1" fmla="*/ 89 h 89"/>
                    <a:gd name="T2" fmla="*/ 192 w 192"/>
                    <a:gd name="T3" fmla="*/ 77 h 89"/>
                    <a:gd name="T4" fmla="*/ 120 w 192"/>
                    <a:gd name="T5" fmla="*/ 40 h 89"/>
                    <a:gd name="T6" fmla="*/ 29 w 192"/>
                    <a:gd name="T7" fmla="*/ 0 h 89"/>
                    <a:gd name="T8" fmla="*/ 0 w 192"/>
                    <a:gd name="T9" fmla="*/ 11 h 89"/>
                    <a:gd name="T10" fmla="*/ 24 w 192"/>
                    <a:gd name="T11" fmla="*/ 24 h 89"/>
                    <a:gd name="T12" fmla="*/ 23 w 192"/>
                    <a:gd name="T13" fmla="*/ 28 h 89"/>
                    <a:gd name="T14" fmla="*/ 163 w 192"/>
                    <a:gd name="T15" fmla="*/ 89 h 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92" h="89">
                      <a:moveTo>
                        <a:pt x="163" y="89"/>
                      </a:moveTo>
                      <a:cubicBezTo>
                        <a:pt x="192" y="77"/>
                        <a:pt x="192" y="77"/>
                        <a:pt x="192" y="77"/>
                      </a:cubicBezTo>
                      <a:cubicBezTo>
                        <a:pt x="168" y="64"/>
                        <a:pt x="144" y="51"/>
                        <a:pt x="120" y="40"/>
                      </a:cubicBezTo>
                      <a:cubicBezTo>
                        <a:pt x="29" y="0"/>
                        <a:pt x="29" y="0"/>
                        <a:pt x="29" y="0"/>
                      </a:cubicBezTo>
                      <a:cubicBezTo>
                        <a:pt x="0" y="11"/>
                        <a:pt x="0" y="11"/>
                        <a:pt x="0" y="11"/>
                      </a:cubicBezTo>
                      <a:cubicBezTo>
                        <a:pt x="0" y="11"/>
                        <a:pt x="13" y="18"/>
                        <a:pt x="24" y="24"/>
                      </a:cubicBezTo>
                      <a:cubicBezTo>
                        <a:pt x="23" y="28"/>
                        <a:pt x="23" y="28"/>
                        <a:pt x="23" y="28"/>
                      </a:cubicBezTo>
                      <a:cubicBezTo>
                        <a:pt x="79" y="53"/>
                        <a:pt x="163" y="89"/>
                        <a:pt x="163" y="89"/>
                      </a:cubicBezTo>
                      <a:close/>
                    </a:path>
                  </a:pathLst>
                </a:custGeom>
                <a:solidFill>
                  <a:srgbClr val="B45EF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66" name="ïş1ïḍe"/>
                <p:cNvSpPr/>
                <p:nvPr userDrawn="1"/>
              </p:nvSpPr>
              <p:spPr bwMode="auto">
                <a:xfrm>
                  <a:off x="5467028" y="1964864"/>
                  <a:ext cx="360403" cy="168073"/>
                </a:xfrm>
                <a:custGeom>
                  <a:avLst/>
                  <a:gdLst>
                    <a:gd name="T0" fmla="*/ 55 w 100"/>
                    <a:gd name="T1" fmla="*/ 0 h 47"/>
                    <a:gd name="T2" fmla="*/ 0 w 100"/>
                    <a:gd name="T3" fmla="*/ 21 h 47"/>
                    <a:gd name="T4" fmla="*/ 46 w 100"/>
                    <a:gd name="T5" fmla="*/ 47 h 47"/>
                    <a:gd name="T6" fmla="*/ 100 w 100"/>
                    <a:gd name="T7" fmla="*/ 27 h 47"/>
                    <a:gd name="T8" fmla="*/ 55 w 100"/>
                    <a:gd name="T9" fmla="*/ 0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0" h="47">
                      <a:moveTo>
                        <a:pt x="55" y="0"/>
                      </a:moveTo>
                      <a:cubicBezTo>
                        <a:pt x="0" y="21"/>
                        <a:pt x="0" y="21"/>
                        <a:pt x="0" y="21"/>
                      </a:cubicBezTo>
                      <a:cubicBezTo>
                        <a:pt x="46" y="47"/>
                        <a:pt x="46" y="47"/>
                        <a:pt x="46" y="47"/>
                      </a:cubicBezTo>
                      <a:cubicBezTo>
                        <a:pt x="100" y="27"/>
                        <a:pt x="100" y="27"/>
                        <a:pt x="100" y="27"/>
                      </a:cubicBezTo>
                      <a:cubicBezTo>
                        <a:pt x="85" y="17"/>
                        <a:pt x="70" y="9"/>
                        <a:pt x="55" y="0"/>
                      </a:cubicBezTo>
                      <a:close/>
                    </a:path>
                  </a:pathLst>
                </a:custGeom>
                <a:solidFill>
                  <a:srgbClr val="7E23D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67" name="iṩľîďè"/>
                <p:cNvSpPr/>
                <p:nvPr userDrawn="1"/>
              </p:nvSpPr>
              <p:spPr bwMode="auto">
                <a:xfrm>
                  <a:off x="4735826" y="1772534"/>
                  <a:ext cx="1438146" cy="1926768"/>
                </a:xfrm>
                <a:custGeom>
                  <a:avLst/>
                  <a:gdLst>
                    <a:gd name="T0" fmla="*/ 350 w 399"/>
                    <a:gd name="T1" fmla="*/ 383 h 535"/>
                    <a:gd name="T2" fmla="*/ 399 w 399"/>
                    <a:gd name="T3" fmla="*/ 179 h 535"/>
                    <a:gd name="T4" fmla="*/ 313 w 399"/>
                    <a:gd name="T5" fmla="*/ 118 h 535"/>
                    <a:gd name="T6" fmla="*/ 180 w 399"/>
                    <a:gd name="T7" fmla="*/ 41 h 535"/>
                    <a:gd name="T8" fmla="*/ 89 w 399"/>
                    <a:gd name="T9" fmla="*/ 0 h 535"/>
                    <a:gd name="T10" fmla="*/ 41 w 399"/>
                    <a:gd name="T11" fmla="*/ 204 h 535"/>
                    <a:gd name="T12" fmla="*/ 141 w 399"/>
                    <a:gd name="T13" fmla="*/ 522 h 535"/>
                    <a:gd name="T14" fmla="*/ 350 w 399"/>
                    <a:gd name="T15" fmla="*/ 383 h 5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99" h="535">
                      <a:moveTo>
                        <a:pt x="350" y="383"/>
                      </a:moveTo>
                      <a:cubicBezTo>
                        <a:pt x="399" y="179"/>
                        <a:pt x="399" y="179"/>
                        <a:pt x="399" y="179"/>
                      </a:cubicBezTo>
                      <a:cubicBezTo>
                        <a:pt x="313" y="118"/>
                        <a:pt x="313" y="118"/>
                        <a:pt x="313" y="118"/>
                      </a:cubicBezTo>
                      <a:cubicBezTo>
                        <a:pt x="270" y="87"/>
                        <a:pt x="226" y="61"/>
                        <a:pt x="180" y="41"/>
                      </a:cubicBezTo>
                      <a:cubicBezTo>
                        <a:pt x="89" y="0"/>
                        <a:pt x="89" y="0"/>
                        <a:pt x="89" y="0"/>
                      </a:cubicBezTo>
                      <a:cubicBezTo>
                        <a:pt x="41" y="204"/>
                        <a:pt x="41" y="204"/>
                        <a:pt x="41" y="204"/>
                      </a:cubicBezTo>
                      <a:cubicBezTo>
                        <a:pt x="41" y="204"/>
                        <a:pt x="0" y="350"/>
                        <a:pt x="141" y="522"/>
                      </a:cubicBezTo>
                      <a:cubicBezTo>
                        <a:pt x="319" y="535"/>
                        <a:pt x="350" y="383"/>
                        <a:pt x="350" y="383"/>
                      </a:cubicBezTo>
                      <a:close/>
                    </a:path>
                  </a:pathLst>
                </a:custGeom>
                <a:solidFill>
                  <a:srgbClr val="983BE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68" name="iṡļíďè"/>
                <p:cNvSpPr/>
                <p:nvPr userDrawn="1"/>
              </p:nvSpPr>
              <p:spPr bwMode="auto">
                <a:xfrm>
                  <a:off x="4929889" y="1888625"/>
                  <a:ext cx="1150516" cy="1691121"/>
                </a:xfrm>
                <a:custGeom>
                  <a:avLst/>
                  <a:gdLst>
                    <a:gd name="T0" fmla="*/ 98 w 319"/>
                    <a:gd name="T1" fmla="*/ 468 h 470"/>
                    <a:gd name="T2" fmla="*/ 7 w 319"/>
                    <a:gd name="T3" fmla="*/ 266 h 470"/>
                    <a:gd name="T4" fmla="*/ 9 w 319"/>
                    <a:gd name="T5" fmla="*/ 178 h 470"/>
                    <a:gd name="T6" fmla="*/ 51 w 319"/>
                    <a:gd name="T7" fmla="*/ 0 h 470"/>
                    <a:gd name="T8" fmla="*/ 117 w 319"/>
                    <a:gd name="T9" fmla="*/ 29 h 470"/>
                    <a:gd name="T10" fmla="*/ 246 w 319"/>
                    <a:gd name="T11" fmla="*/ 104 h 470"/>
                    <a:gd name="T12" fmla="*/ 319 w 319"/>
                    <a:gd name="T13" fmla="*/ 157 h 470"/>
                    <a:gd name="T14" fmla="*/ 274 w 319"/>
                    <a:gd name="T15" fmla="*/ 345 h 470"/>
                    <a:gd name="T16" fmla="*/ 274 w 319"/>
                    <a:gd name="T17" fmla="*/ 346 h 470"/>
                    <a:gd name="T18" fmla="*/ 241 w 319"/>
                    <a:gd name="T19" fmla="*/ 411 h 470"/>
                    <a:gd name="T20" fmla="*/ 98 w 319"/>
                    <a:gd name="T21" fmla="*/ 468 h 4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319" h="470">
                      <a:moveTo>
                        <a:pt x="98" y="468"/>
                      </a:moveTo>
                      <a:cubicBezTo>
                        <a:pt x="35" y="388"/>
                        <a:pt x="13" y="314"/>
                        <a:pt x="7" y="266"/>
                      </a:cubicBezTo>
                      <a:cubicBezTo>
                        <a:pt x="0" y="213"/>
                        <a:pt x="9" y="178"/>
                        <a:pt x="9" y="178"/>
                      </a:cubicBezTo>
                      <a:cubicBezTo>
                        <a:pt x="51" y="0"/>
                        <a:pt x="51" y="0"/>
                        <a:pt x="51" y="0"/>
                      </a:cubicBezTo>
                      <a:cubicBezTo>
                        <a:pt x="117" y="29"/>
                        <a:pt x="117" y="29"/>
                        <a:pt x="117" y="29"/>
                      </a:cubicBezTo>
                      <a:cubicBezTo>
                        <a:pt x="161" y="49"/>
                        <a:pt x="204" y="74"/>
                        <a:pt x="246" y="104"/>
                      </a:cubicBezTo>
                      <a:cubicBezTo>
                        <a:pt x="319" y="157"/>
                        <a:pt x="319" y="157"/>
                        <a:pt x="319" y="157"/>
                      </a:cubicBezTo>
                      <a:cubicBezTo>
                        <a:pt x="274" y="345"/>
                        <a:pt x="274" y="345"/>
                        <a:pt x="274" y="345"/>
                      </a:cubicBezTo>
                      <a:cubicBezTo>
                        <a:pt x="274" y="346"/>
                        <a:pt x="274" y="346"/>
                        <a:pt x="274" y="346"/>
                      </a:cubicBezTo>
                      <a:cubicBezTo>
                        <a:pt x="274" y="347"/>
                        <a:pt x="267" y="380"/>
                        <a:pt x="241" y="411"/>
                      </a:cubicBezTo>
                      <a:cubicBezTo>
                        <a:pt x="208" y="451"/>
                        <a:pt x="160" y="470"/>
                        <a:pt x="98" y="468"/>
                      </a:cubicBezTo>
                      <a:close/>
                    </a:path>
                  </a:pathLst>
                </a:custGeom>
                <a:solidFill>
                  <a:srgbClr val="721BD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69" name="íṧlîḍe"/>
                <p:cNvSpPr/>
                <p:nvPr userDrawn="1"/>
              </p:nvSpPr>
              <p:spPr bwMode="auto">
                <a:xfrm>
                  <a:off x="4158835" y="4652291"/>
                  <a:ext cx="779717" cy="493822"/>
                </a:xfrm>
                <a:custGeom>
                  <a:avLst/>
                  <a:gdLst>
                    <a:gd name="T0" fmla="*/ 216 w 216"/>
                    <a:gd name="T1" fmla="*/ 68 h 137"/>
                    <a:gd name="T2" fmla="*/ 216 w 216"/>
                    <a:gd name="T3" fmla="*/ 39 h 137"/>
                    <a:gd name="T4" fmla="*/ 207 w 216"/>
                    <a:gd name="T5" fmla="*/ 44 h 137"/>
                    <a:gd name="T6" fmla="*/ 184 w 216"/>
                    <a:gd name="T7" fmla="*/ 24 h 137"/>
                    <a:gd name="T8" fmla="*/ 31 w 216"/>
                    <a:gd name="T9" fmla="*/ 24 h 137"/>
                    <a:gd name="T10" fmla="*/ 6 w 216"/>
                    <a:gd name="T11" fmla="*/ 47 h 137"/>
                    <a:gd name="T12" fmla="*/ 0 w 216"/>
                    <a:gd name="T13" fmla="*/ 39 h 137"/>
                    <a:gd name="T14" fmla="*/ 0 w 216"/>
                    <a:gd name="T15" fmla="*/ 68 h 137"/>
                    <a:gd name="T16" fmla="*/ 31 w 216"/>
                    <a:gd name="T17" fmla="*/ 112 h 137"/>
                    <a:gd name="T18" fmla="*/ 184 w 216"/>
                    <a:gd name="T19" fmla="*/ 112 h 137"/>
                    <a:gd name="T20" fmla="*/ 216 w 216"/>
                    <a:gd name="T21" fmla="*/ 68 h 137"/>
                    <a:gd name="T22" fmla="*/ 105 w 216"/>
                    <a:gd name="T23" fmla="*/ 49 h 137"/>
                    <a:gd name="T24" fmla="*/ 65 w 216"/>
                    <a:gd name="T25" fmla="*/ 49 h 137"/>
                    <a:gd name="T26" fmla="*/ 65 w 216"/>
                    <a:gd name="T27" fmla="*/ 26 h 137"/>
                    <a:gd name="T28" fmla="*/ 105 w 216"/>
                    <a:gd name="T29" fmla="*/ 26 h 137"/>
                    <a:gd name="T30" fmla="*/ 105 w 216"/>
                    <a:gd name="T31" fmla="*/ 49 h 1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216" h="137">
                      <a:moveTo>
                        <a:pt x="216" y="68"/>
                      </a:moveTo>
                      <a:cubicBezTo>
                        <a:pt x="216" y="39"/>
                        <a:pt x="216" y="39"/>
                        <a:pt x="216" y="39"/>
                      </a:cubicBezTo>
                      <a:cubicBezTo>
                        <a:pt x="207" y="44"/>
                        <a:pt x="207" y="44"/>
                        <a:pt x="207" y="44"/>
                      </a:cubicBezTo>
                      <a:cubicBezTo>
                        <a:pt x="202" y="36"/>
                        <a:pt x="194" y="30"/>
                        <a:pt x="184" y="24"/>
                      </a:cubicBezTo>
                      <a:cubicBezTo>
                        <a:pt x="142" y="0"/>
                        <a:pt x="73" y="0"/>
                        <a:pt x="31" y="24"/>
                      </a:cubicBezTo>
                      <a:cubicBezTo>
                        <a:pt x="20" y="31"/>
                        <a:pt x="11" y="39"/>
                        <a:pt x="6" y="47"/>
                      </a:cubicBezTo>
                      <a:cubicBezTo>
                        <a:pt x="0" y="39"/>
                        <a:pt x="0" y="39"/>
                        <a:pt x="0" y="39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84"/>
                        <a:pt x="10" y="100"/>
                        <a:pt x="31" y="112"/>
                      </a:cubicBezTo>
                      <a:cubicBezTo>
                        <a:pt x="73" y="137"/>
                        <a:pt x="142" y="137"/>
                        <a:pt x="184" y="112"/>
                      </a:cubicBezTo>
                      <a:cubicBezTo>
                        <a:pt x="205" y="100"/>
                        <a:pt x="216" y="84"/>
                        <a:pt x="216" y="68"/>
                      </a:cubicBezTo>
                      <a:close/>
                      <a:moveTo>
                        <a:pt x="105" y="49"/>
                      </a:moveTo>
                      <a:cubicBezTo>
                        <a:pt x="94" y="55"/>
                        <a:pt x="76" y="55"/>
                        <a:pt x="65" y="49"/>
                      </a:cubicBezTo>
                      <a:cubicBezTo>
                        <a:pt x="55" y="43"/>
                        <a:pt x="55" y="33"/>
                        <a:pt x="65" y="26"/>
                      </a:cubicBezTo>
                      <a:cubicBezTo>
                        <a:pt x="76" y="20"/>
                        <a:pt x="94" y="20"/>
                        <a:pt x="105" y="26"/>
                      </a:cubicBezTo>
                      <a:cubicBezTo>
                        <a:pt x="116" y="33"/>
                        <a:pt x="116" y="43"/>
                        <a:pt x="105" y="49"/>
                      </a:cubicBezTo>
                      <a:close/>
                    </a:path>
                  </a:pathLst>
                </a:custGeom>
                <a:solidFill>
                  <a:srgbClr val="E8A2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70" name="îSlîḑe"/>
                <p:cNvSpPr/>
                <p:nvPr userDrawn="1"/>
              </p:nvSpPr>
              <p:spPr bwMode="auto">
                <a:xfrm>
                  <a:off x="4158835" y="4792639"/>
                  <a:ext cx="356937" cy="327482"/>
                </a:xfrm>
                <a:custGeom>
                  <a:avLst/>
                  <a:gdLst>
                    <a:gd name="T0" fmla="*/ 99 w 99"/>
                    <a:gd name="T1" fmla="*/ 52 h 91"/>
                    <a:gd name="T2" fmla="*/ 52 w 99"/>
                    <a:gd name="T3" fmla="*/ 29 h 91"/>
                    <a:gd name="T4" fmla="*/ 11 w 99"/>
                    <a:gd name="T5" fmla="*/ 2 h 91"/>
                    <a:gd name="T6" fmla="*/ 6 w 99"/>
                    <a:gd name="T7" fmla="*/ 8 h 91"/>
                    <a:gd name="T8" fmla="*/ 0 w 99"/>
                    <a:gd name="T9" fmla="*/ 0 h 91"/>
                    <a:gd name="T10" fmla="*/ 0 w 99"/>
                    <a:gd name="T11" fmla="*/ 29 h 91"/>
                    <a:gd name="T12" fmla="*/ 31 w 99"/>
                    <a:gd name="T13" fmla="*/ 73 h 91"/>
                    <a:gd name="T14" fmla="*/ 99 w 99"/>
                    <a:gd name="T15" fmla="*/ 91 h 91"/>
                    <a:gd name="T16" fmla="*/ 99 w 99"/>
                    <a:gd name="T17" fmla="*/ 52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9" h="91">
                      <a:moveTo>
                        <a:pt x="99" y="52"/>
                      </a:moveTo>
                      <a:cubicBezTo>
                        <a:pt x="52" y="29"/>
                        <a:pt x="52" y="29"/>
                        <a:pt x="52" y="29"/>
                      </a:cubicBezTo>
                      <a:cubicBezTo>
                        <a:pt x="11" y="2"/>
                        <a:pt x="11" y="2"/>
                        <a:pt x="11" y="2"/>
                      </a:cubicBezTo>
                      <a:cubicBezTo>
                        <a:pt x="9" y="4"/>
                        <a:pt x="7" y="6"/>
                        <a:pt x="6" y="8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29"/>
                        <a:pt x="0" y="29"/>
                        <a:pt x="0" y="29"/>
                      </a:cubicBezTo>
                      <a:cubicBezTo>
                        <a:pt x="0" y="45"/>
                        <a:pt x="10" y="61"/>
                        <a:pt x="31" y="73"/>
                      </a:cubicBezTo>
                      <a:cubicBezTo>
                        <a:pt x="50" y="84"/>
                        <a:pt x="74" y="90"/>
                        <a:pt x="99" y="91"/>
                      </a:cubicBezTo>
                      <a:lnTo>
                        <a:pt x="99" y="52"/>
                      </a:lnTo>
                      <a:close/>
                    </a:path>
                  </a:pathLst>
                </a:custGeom>
                <a:solidFill>
                  <a:srgbClr val="FDD76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71" name="ísḻíḑê"/>
                <p:cNvSpPr/>
                <p:nvPr userDrawn="1"/>
              </p:nvSpPr>
              <p:spPr bwMode="auto">
                <a:xfrm>
                  <a:off x="4120715" y="4544863"/>
                  <a:ext cx="852491" cy="492088"/>
                </a:xfrm>
                <a:custGeom>
                  <a:avLst/>
                  <a:gdLst>
                    <a:gd name="T0" fmla="*/ 195 w 237"/>
                    <a:gd name="T1" fmla="*/ 25 h 137"/>
                    <a:gd name="T2" fmla="*/ 42 w 237"/>
                    <a:gd name="T3" fmla="*/ 25 h 137"/>
                    <a:gd name="T4" fmla="*/ 42 w 237"/>
                    <a:gd name="T5" fmla="*/ 113 h 137"/>
                    <a:gd name="T6" fmla="*/ 195 w 237"/>
                    <a:gd name="T7" fmla="*/ 113 h 137"/>
                    <a:gd name="T8" fmla="*/ 195 w 237"/>
                    <a:gd name="T9" fmla="*/ 25 h 137"/>
                    <a:gd name="T10" fmla="*/ 116 w 237"/>
                    <a:gd name="T11" fmla="*/ 70 h 137"/>
                    <a:gd name="T12" fmla="*/ 77 w 237"/>
                    <a:gd name="T13" fmla="*/ 70 h 137"/>
                    <a:gd name="T14" fmla="*/ 77 w 237"/>
                    <a:gd name="T15" fmla="*/ 47 h 137"/>
                    <a:gd name="T16" fmla="*/ 116 w 237"/>
                    <a:gd name="T17" fmla="*/ 47 h 137"/>
                    <a:gd name="T18" fmla="*/ 116 w 237"/>
                    <a:gd name="T19" fmla="*/ 70 h 1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37" h="137">
                      <a:moveTo>
                        <a:pt x="195" y="25"/>
                      </a:moveTo>
                      <a:cubicBezTo>
                        <a:pt x="153" y="0"/>
                        <a:pt x="84" y="0"/>
                        <a:pt x="42" y="25"/>
                      </a:cubicBezTo>
                      <a:cubicBezTo>
                        <a:pt x="0" y="49"/>
                        <a:pt x="0" y="89"/>
                        <a:pt x="42" y="113"/>
                      </a:cubicBezTo>
                      <a:cubicBezTo>
                        <a:pt x="84" y="137"/>
                        <a:pt x="153" y="137"/>
                        <a:pt x="195" y="113"/>
                      </a:cubicBezTo>
                      <a:cubicBezTo>
                        <a:pt x="237" y="89"/>
                        <a:pt x="237" y="49"/>
                        <a:pt x="195" y="25"/>
                      </a:cubicBezTo>
                      <a:close/>
                      <a:moveTo>
                        <a:pt x="116" y="70"/>
                      </a:moveTo>
                      <a:cubicBezTo>
                        <a:pt x="105" y="76"/>
                        <a:pt x="88" y="76"/>
                        <a:pt x="77" y="70"/>
                      </a:cubicBezTo>
                      <a:cubicBezTo>
                        <a:pt x="66" y="63"/>
                        <a:pt x="66" y="53"/>
                        <a:pt x="77" y="47"/>
                      </a:cubicBezTo>
                      <a:cubicBezTo>
                        <a:pt x="88" y="41"/>
                        <a:pt x="105" y="41"/>
                        <a:pt x="116" y="47"/>
                      </a:cubicBezTo>
                      <a:cubicBezTo>
                        <a:pt x="127" y="53"/>
                        <a:pt x="127" y="63"/>
                        <a:pt x="116" y="70"/>
                      </a:cubicBezTo>
                      <a:close/>
                    </a:path>
                  </a:pathLst>
                </a:custGeom>
                <a:solidFill>
                  <a:srgbClr val="FDD76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72" name="îṩľîḑè"/>
                <p:cNvSpPr/>
                <p:nvPr userDrawn="1"/>
              </p:nvSpPr>
              <p:spPr bwMode="auto">
                <a:xfrm>
                  <a:off x="4347700" y="4688677"/>
                  <a:ext cx="265104" cy="194063"/>
                </a:xfrm>
                <a:custGeom>
                  <a:avLst/>
                  <a:gdLst>
                    <a:gd name="T0" fmla="*/ 74 w 74"/>
                    <a:gd name="T1" fmla="*/ 0 h 54"/>
                    <a:gd name="T2" fmla="*/ 16 w 74"/>
                    <a:gd name="T3" fmla="*/ 0 h 54"/>
                    <a:gd name="T4" fmla="*/ 0 w 74"/>
                    <a:gd name="T5" fmla="*/ 5 h 54"/>
                    <a:gd name="T6" fmla="*/ 0 w 74"/>
                    <a:gd name="T7" fmla="*/ 54 h 54"/>
                    <a:gd name="T8" fmla="*/ 74 w 74"/>
                    <a:gd name="T9" fmla="*/ 54 h 54"/>
                    <a:gd name="T10" fmla="*/ 74 w 74"/>
                    <a:gd name="T11" fmla="*/ 0 h 54"/>
                    <a:gd name="T12" fmla="*/ 53 w 74"/>
                    <a:gd name="T13" fmla="*/ 39 h 54"/>
                    <a:gd name="T14" fmla="*/ 13 w 74"/>
                    <a:gd name="T15" fmla="*/ 39 h 54"/>
                    <a:gd name="T16" fmla="*/ 13 w 74"/>
                    <a:gd name="T17" fmla="*/ 16 h 54"/>
                    <a:gd name="T18" fmla="*/ 53 w 74"/>
                    <a:gd name="T19" fmla="*/ 16 h 54"/>
                    <a:gd name="T20" fmla="*/ 53 w 74"/>
                    <a:gd name="T21" fmla="*/ 39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4" h="54">
                      <a:moveTo>
                        <a:pt x="74" y="0"/>
                      </a:move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10" y="1"/>
                        <a:pt x="5" y="3"/>
                        <a:pt x="0" y="5"/>
                      </a:cubicBezTo>
                      <a:cubicBezTo>
                        <a:pt x="0" y="54"/>
                        <a:pt x="0" y="54"/>
                        <a:pt x="0" y="54"/>
                      </a:cubicBezTo>
                      <a:cubicBezTo>
                        <a:pt x="74" y="54"/>
                        <a:pt x="74" y="54"/>
                        <a:pt x="74" y="54"/>
                      </a:cubicBezTo>
                      <a:lnTo>
                        <a:pt x="74" y="0"/>
                      </a:lnTo>
                      <a:close/>
                      <a:moveTo>
                        <a:pt x="53" y="39"/>
                      </a:moveTo>
                      <a:cubicBezTo>
                        <a:pt x="42" y="45"/>
                        <a:pt x="24" y="45"/>
                        <a:pt x="13" y="39"/>
                      </a:cubicBezTo>
                      <a:cubicBezTo>
                        <a:pt x="3" y="33"/>
                        <a:pt x="3" y="23"/>
                        <a:pt x="13" y="16"/>
                      </a:cubicBezTo>
                      <a:cubicBezTo>
                        <a:pt x="24" y="10"/>
                        <a:pt x="42" y="10"/>
                        <a:pt x="53" y="16"/>
                      </a:cubicBezTo>
                      <a:cubicBezTo>
                        <a:pt x="64" y="23"/>
                        <a:pt x="64" y="33"/>
                        <a:pt x="53" y="39"/>
                      </a:cubicBezTo>
                      <a:close/>
                    </a:path>
                  </a:pathLst>
                </a:custGeom>
                <a:solidFill>
                  <a:srgbClr val="E8A2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73" name="îŝḷïḑé"/>
                <p:cNvSpPr/>
                <p:nvPr userDrawn="1"/>
              </p:nvSpPr>
              <p:spPr bwMode="auto">
                <a:xfrm>
                  <a:off x="4170964" y="4572586"/>
                  <a:ext cx="751994" cy="436642"/>
                </a:xfrm>
                <a:custGeom>
                  <a:avLst/>
                  <a:gdLst>
                    <a:gd name="T0" fmla="*/ 172 w 209"/>
                    <a:gd name="T1" fmla="*/ 22 h 121"/>
                    <a:gd name="T2" fmla="*/ 37 w 209"/>
                    <a:gd name="T3" fmla="*/ 22 h 121"/>
                    <a:gd name="T4" fmla="*/ 37 w 209"/>
                    <a:gd name="T5" fmla="*/ 100 h 121"/>
                    <a:gd name="T6" fmla="*/ 172 w 209"/>
                    <a:gd name="T7" fmla="*/ 100 h 121"/>
                    <a:gd name="T8" fmla="*/ 172 w 209"/>
                    <a:gd name="T9" fmla="*/ 22 h 121"/>
                    <a:gd name="T10" fmla="*/ 102 w 209"/>
                    <a:gd name="T11" fmla="*/ 62 h 121"/>
                    <a:gd name="T12" fmla="*/ 63 w 209"/>
                    <a:gd name="T13" fmla="*/ 62 h 121"/>
                    <a:gd name="T14" fmla="*/ 63 w 209"/>
                    <a:gd name="T15" fmla="*/ 39 h 121"/>
                    <a:gd name="T16" fmla="*/ 102 w 209"/>
                    <a:gd name="T17" fmla="*/ 39 h 121"/>
                    <a:gd name="T18" fmla="*/ 102 w 209"/>
                    <a:gd name="T19" fmla="*/ 62 h 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09" h="121">
                      <a:moveTo>
                        <a:pt x="172" y="22"/>
                      </a:moveTo>
                      <a:cubicBezTo>
                        <a:pt x="135" y="0"/>
                        <a:pt x="75" y="0"/>
                        <a:pt x="37" y="22"/>
                      </a:cubicBezTo>
                      <a:cubicBezTo>
                        <a:pt x="0" y="43"/>
                        <a:pt x="0" y="78"/>
                        <a:pt x="37" y="100"/>
                      </a:cubicBezTo>
                      <a:cubicBezTo>
                        <a:pt x="75" y="121"/>
                        <a:pt x="135" y="121"/>
                        <a:pt x="172" y="100"/>
                      </a:cubicBezTo>
                      <a:cubicBezTo>
                        <a:pt x="209" y="78"/>
                        <a:pt x="209" y="43"/>
                        <a:pt x="172" y="22"/>
                      </a:cubicBezTo>
                      <a:close/>
                      <a:moveTo>
                        <a:pt x="102" y="62"/>
                      </a:moveTo>
                      <a:cubicBezTo>
                        <a:pt x="91" y="68"/>
                        <a:pt x="74" y="68"/>
                        <a:pt x="63" y="62"/>
                      </a:cubicBezTo>
                      <a:cubicBezTo>
                        <a:pt x="52" y="55"/>
                        <a:pt x="52" y="45"/>
                        <a:pt x="63" y="39"/>
                      </a:cubicBezTo>
                      <a:cubicBezTo>
                        <a:pt x="74" y="33"/>
                        <a:pt x="91" y="33"/>
                        <a:pt x="102" y="39"/>
                      </a:cubicBezTo>
                      <a:cubicBezTo>
                        <a:pt x="113" y="45"/>
                        <a:pt x="113" y="55"/>
                        <a:pt x="102" y="62"/>
                      </a:cubicBezTo>
                      <a:close/>
                    </a:path>
                  </a:pathLst>
                </a:custGeom>
                <a:solidFill>
                  <a:srgbClr val="F2B4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74" name="ïṥļíḋe"/>
                <p:cNvSpPr/>
                <p:nvPr userDrawn="1"/>
              </p:nvSpPr>
              <p:spPr bwMode="auto">
                <a:xfrm>
                  <a:off x="4198687" y="4572586"/>
                  <a:ext cx="700013" cy="233916"/>
                </a:xfrm>
                <a:custGeom>
                  <a:avLst/>
                  <a:gdLst>
                    <a:gd name="T0" fmla="*/ 29 w 194"/>
                    <a:gd name="T1" fmla="*/ 30 h 65"/>
                    <a:gd name="T2" fmla="*/ 164 w 194"/>
                    <a:gd name="T3" fmla="*/ 30 h 65"/>
                    <a:gd name="T4" fmla="*/ 192 w 194"/>
                    <a:gd name="T5" fmla="*/ 65 h 65"/>
                    <a:gd name="T6" fmla="*/ 164 w 194"/>
                    <a:gd name="T7" fmla="*/ 22 h 65"/>
                    <a:gd name="T8" fmla="*/ 29 w 194"/>
                    <a:gd name="T9" fmla="*/ 22 h 65"/>
                    <a:gd name="T10" fmla="*/ 2 w 194"/>
                    <a:gd name="T11" fmla="*/ 65 h 65"/>
                    <a:gd name="T12" fmla="*/ 29 w 194"/>
                    <a:gd name="T13" fmla="*/ 30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94" h="65">
                      <a:moveTo>
                        <a:pt x="29" y="30"/>
                      </a:moveTo>
                      <a:cubicBezTo>
                        <a:pt x="67" y="8"/>
                        <a:pt x="127" y="8"/>
                        <a:pt x="164" y="30"/>
                      </a:cubicBezTo>
                      <a:cubicBezTo>
                        <a:pt x="181" y="40"/>
                        <a:pt x="190" y="52"/>
                        <a:pt x="192" y="65"/>
                      </a:cubicBezTo>
                      <a:cubicBezTo>
                        <a:pt x="194" y="49"/>
                        <a:pt x="185" y="34"/>
                        <a:pt x="164" y="22"/>
                      </a:cubicBezTo>
                      <a:cubicBezTo>
                        <a:pt x="127" y="0"/>
                        <a:pt x="67" y="0"/>
                        <a:pt x="29" y="22"/>
                      </a:cubicBezTo>
                      <a:cubicBezTo>
                        <a:pt x="9" y="34"/>
                        <a:pt x="0" y="49"/>
                        <a:pt x="2" y="65"/>
                      </a:cubicBezTo>
                      <a:cubicBezTo>
                        <a:pt x="3" y="52"/>
                        <a:pt x="12" y="40"/>
                        <a:pt x="29" y="30"/>
                      </a:cubicBezTo>
                      <a:close/>
                    </a:path>
                  </a:pathLst>
                </a:custGeom>
                <a:solidFill>
                  <a:srgbClr val="E8A2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75" name="iṥḻîḓê"/>
                <p:cNvSpPr/>
                <p:nvPr userDrawn="1"/>
              </p:nvSpPr>
              <p:spPr bwMode="auto">
                <a:xfrm>
                  <a:off x="4732361" y="4983237"/>
                  <a:ext cx="1081208" cy="525010"/>
                </a:xfrm>
                <a:custGeom>
                  <a:avLst/>
                  <a:gdLst>
                    <a:gd name="T0" fmla="*/ 48 w 300"/>
                    <a:gd name="T1" fmla="*/ 0 h 146"/>
                    <a:gd name="T2" fmla="*/ 27 w 300"/>
                    <a:gd name="T3" fmla="*/ 16 h 146"/>
                    <a:gd name="T4" fmla="*/ 0 w 300"/>
                    <a:gd name="T5" fmla="*/ 28 h 146"/>
                    <a:gd name="T6" fmla="*/ 21 w 300"/>
                    <a:gd name="T7" fmla="*/ 40 h 146"/>
                    <a:gd name="T8" fmla="*/ 52 w 300"/>
                    <a:gd name="T9" fmla="*/ 42 h 146"/>
                    <a:gd name="T10" fmla="*/ 67 w 300"/>
                    <a:gd name="T11" fmla="*/ 51 h 146"/>
                    <a:gd name="T12" fmla="*/ 61 w 300"/>
                    <a:gd name="T13" fmla="*/ 54 h 146"/>
                    <a:gd name="T14" fmla="*/ 72 w 300"/>
                    <a:gd name="T15" fmla="*/ 61 h 146"/>
                    <a:gd name="T16" fmla="*/ 85 w 300"/>
                    <a:gd name="T17" fmla="*/ 54 h 146"/>
                    <a:gd name="T18" fmla="*/ 105 w 300"/>
                    <a:gd name="T19" fmla="*/ 66 h 146"/>
                    <a:gd name="T20" fmla="*/ 85 w 300"/>
                    <a:gd name="T21" fmla="*/ 77 h 146"/>
                    <a:gd name="T22" fmla="*/ 100 w 300"/>
                    <a:gd name="T23" fmla="*/ 86 h 146"/>
                    <a:gd name="T24" fmla="*/ 115 w 300"/>
                    <a:gd name="T25" fmla="*/ 94 h 146"/>
                    <a:gd name="T26" fmla="*/ 133 w 300"/>
                    <a:gd name="T27" fmla="*/ 84 h 146"/>
                    <a:gd name="T28" fmla="*/ 160 w 300"/>
                    <a:gd name="T29" fmla="*/ 100 h 146"/>
                    <a:gd name="T30" fmla="*/ 149 w 300"/>
                    <a:gd name="T31" fmla="*/ 105 h 146"/>
                    <a:gd name="T32" fmla="*/ 167 w 300"/>
                    <a:gd name="T33" fmla="*/ 115 h 146"/>
                    <a:gd name="T34" fmla="*/ 177 w 300"/>
                    <a:gd name="T35" fmla="*/ 110 h 146"/>
                    <a:gd name="T36" fmla="*/ 185 w 300"/>
                    <a:gd name="T37" fmla="*/ 114 h 146"/>
                    <a:gd name="T38" fmla="*/ 177 w 300"/>
                    <a:gd name="T39" fmla="*/ 131 h 146"/>
                    <a:gd name="T40" fmla="*/ 203 w 300"/>
                    <a:gd name="T41" fmla="*/ 146 h 146"/>
                    <a:gd name="T42" fmla="*/ 300 w 300"/>
                    <a:gd name="T43" fmla="*/ 146 h 146"/>
                    <a:gd name="T44" fmla="*/ 48 w 300"/>
                    <a:gd name="T45" fmla="*/ 0 h 1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300" h="146">
                      <a:moveTo>
                        <a:pt x="48" y="0"/>
                      </a:moveTo>
                      <a:cubicBezTo>
                        <a:pt x="42" y="6"/>
                        <a:pt x="35" y="11"/>
                        <a:pt x="27" y="16"/>
                      </a:cubicBezTo>
                      <a:cubicBezTo>
                        <a:pt x="19" y="21"/>
                        <a:pt x="10" y="25"/>
                        <a:pt x="0" y="28"/>
                      </a:cubicBezTo>
                      <a:cubicBezTo>
                        <a:pt x="21" y="40"/>
                        <a:pt x="21" y="40"/>
                        <a:pt x="21" y="40"/>
                      </a:cubicBezTo>
                      <a:cubicBezTo>
                        <a:pt x="52" y="42"/>
                        <a:pt x="52" y="42"/>
                        <a:pt x="52" y="42"/>
                      </a:cubicBezTo>
                      <a:cubicBezTo>
                        <a:pt x="67" y="51"/>
                        <a:pt x="67" y="51"/>
                        <a:pt x="67" y="51"/>
                      </a:cubicBezTo>
                      <a:cubicBezTo>
                        <a:pt x="61" y="54"/>
                        <a:pt x="61" y="54"/>
                        <a:pt x="61" y="54"/>
                      </a:cubicBezTo>
                      <a:cubicBezTo>
                        <a:pt x="72" y="61"/>
                        <a:pt x="72" y="61"/>
                        <a:pt x="72" y="61"/>
                      </a:cubicBezTo>
                      <a:cubicBezTo>
                        <a:pt x="85" y="54"/>
                        <a:pt x="85" y="54"/>
                        <a:pt x="85" y="54"/>
                      </a:cubicBezTo>
                      <a:cubicBezTo>
                        <a:pt x="105" y="66"/>
                        <a:pt x="105" y="66"/>
                        <a:pt x="105" y="66"/>
                      </a:cubicBezTo>
                      <a:cubicBezTo>
                        <a:pt x="85" y="77"/>
                        <a:pt x="85" y="77"/>
                        <a:pt x="85" y="77"/>
                      </a:cubicBezTo>
                      <a:cubicBezTo>
                        <a:pt x="100" y="86"/>
                        <a:pt x="100" y="86"/>
                        <a:pt x="100" y="86"/>
                      </a:cubicBezTo>
                      <a:cubicBezTo>
                        <a:pt x="115" y="94"/>
                        <a:pt x="115" y="94"/>
                        <a:pt x="115" y="94"/>
                      </a:cubicBezTo>
                      <a:cubicBezTo>
                        <a:pt x="133" y="84"/>
                        <a:pt x="133" y="84"/>
                        <a:pt x="133" y="84"/>
                      </a:cubicBezTo>
                      <a:cubicBezTo>
                        <a:pt x="160" y="100"/>
                        <a:pt x="160" y="100"/>
                        <a:pt x="160" y="100"/>
                      </a:cubicBezTo>
                      <a:cubicBezTo>
                        <a:pt x="149" y="105"/>
                        <a:pt x="149" y="105"/>
                        <a:pt x="149" y="105"/>
                      </a:cubicBezTo>
                      <a:cubicBezTo>
                        <a:pt x="167" y="115"/>
                        <a:pt x="167" y="115"/>
                        <a:pt x="167" y="115"/>
                      </a:cubicBezTo>
                      <a:cubicBezTo>
                        <a:pt x="177" y="110"/>
                        <a:pt x="177" y="110"/>
                        <a:pt x="177" y="110"/>
                      </a:cubicBezTo>
                      <a:cubicBezTo>
                        <a:pt x="185" y="114"/>
                        <a:pt x="185" y="114"/>
                        <a:pt x="185" y="114"/>
                      </a:cubicBezTo>
                      <a:cubicBezTo>
                        <a:pt x="177" y="131"/>
                        <a:pt x="177" y="131"/>
                        <a:pt x="177" y="131"/>
                      </a:cubicBezTo>
                      <a:cubicBezTo>
                        <a:pt x="203" y="146"/>
                        <a:pt x="203" y="146"/>
                        <a:pt x="203" y="146"/>
                      </a:cubicBezTo>
                      <a:cubicBezTo>
                        <a:pt x="300" y="146"/>
                        <a:pt x="300" y="146"/>
                        <a:pt x="300" y="146"/>
                      </a:cubicBezTo>
                      <a:lnTo>
                        <a:pt x="48" y="0"/>
                      </a:lnTo>
                      <a:close/>
                    </a:path>
                  </a:pathLst>
                </a:custGeom>
                <a:solidFill>
                  <a:srgbClr val="F2B4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76" name="ïṥḷiḑe"/>
                <p:cNvSpPr/>
                <p:nvPr userDrawn="1"/>
              </p:nvSpPr>
              <p:spPr bwMode="auto">
                <a:xfrm>
                  <a:off x="4732361" y="4908731"/>
                  <a:ext cx="1081208" cy="525010"/>
                </a:xfrm>
                <a:custGeom>
                  <a:avLst/>
                  <a:gdLst>
                    <a:gd name="T0" fmla="*/ 48 w 300"/>
                    <a:gd name="T1" fmla="*/ 0 h 146"/>
                    <a:gd name="T2" fmla="*/ 27 w 300"/>
                    <a:gd name="T3" fmla="*/ 16 h 146"/>
                    <a:gd name="T4" fmla="*/ 0 w 300"/>
                    <a:gd name="T5" fmla="*/ 28 h 146"/>
                    <a:gd name="T6" fmla="*/ 21 w 300"/>
                    <a:gd name="T7" fmla="*/ 40 h 146"/>
                    <a:gd name="T8" fmla="*/ 52 w 300"/>
                    <a:gd name="T9" fmla="*/ 42 h 146"/>
                    <a:gd name="T10" fmla="*/ 67 w 300"/>
                    <a:gd name="T11" fmla="*/ 51 h 146"/>
                    <a:gd name="T12" fmla="*/ 61 w 300"/>
                    <a:gd name="T13" fmla="*/ 54 h 146"/>
                    <a:gd name="T14" fmla="*/ 72 w 300"/>
                    <a:gd name="T15" fmla="*/ 61 h 146"/>
                    <a:gd name="T16" fmla="*/ 85 w 300"/>
                    <a:gd name="T17" fmla="*/ 54 h 146"/>
                    <a:gd name="T18" fmla="*/ 105 w 300"/>
                    <a:gd name="T19" fmla="*/ 65 h 146"/>
                    <a:gd name="T20" fmla="*/ 85 w 300"/>
                    <a:gd name="T21" fmla="*/ 77 h 146"/>
                    <a:gd name="T22" fmla="*/ 100 w 300"/>
                    <a:gd name="T23" fmla="*/ 86 h 146"/>
                    <a:gd name="T24" fmla="*/ 115 w 300"/>
                    <a:gd name="T25" fmla="*/ 94 h 146"/>
                    <a:gd name="T26" fmla="*/ 133 w 300"/>
                    <a:gd name="T27" fmla="*/ 84 h 146"/>
                    <a:gd name="T28" fmla="*/ 160 w 300"/>
                    <a:gd name="T29" fmla="*/ 99 h 146"/>
                    <a:gd name="T30" fmla="*/ 149 w 300"/>
                    <a:gd name="T31" fmla="*/ 105 h 146"/>
                    <a:gd name="T32" fmla="*/ 167 w 300"/>
                    <a:gd name="T33" fmla="*/ 115 h 146"/>
                    <a:gd name="T34" fmla="*/ 177 w 300"/>
                    <a:gd name="T35" fmla="*/ 109 h 146"/>
                    <a:gd name="T36" fmla="*/ 185 w 300"/>
                    <a:gd name="T37" fmla="*/ 114 h 146"/>
                    <a:gd name="T38" fmla="*/ 177 w 300"/>
                    <a:gd name="T39" fmla="*/ 130 h 146"/>
                    <a:gd name="T40" fmla="*/ 203 w 300"/>
                    <a:gd name="T41" fmla="*/ 146 h 146"/>
                    <a:gd name="T42" fmla="*/ 300 w 300"/>
                    <a:gd name="T43" fmla="*/ 146 h 146"/>
                    <a:gd name="T44" fmla="*/ 48 w 300"/>
                    <a:gd name="T45" fmla="*/ 0 h 1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300" h="146">
                      <a:moveTo>
                        <a:pt x="48" y="0"/>
                      </a:moveTo>
                      <a:cubicBezTo>
                        <a:pt x="42" y="6"/>
                        <a:pt x="35" y="11"/>
                        <a:pt x="27" y="16"/>
                      </a:cubicBezTo>
                      <a:cubicBezTo>
                        <a:pt x="19" y="21"/>
                        <a:pt x="10" y="25"/>
                        <a:pt x="0" y="28"/>
                      </a:cubicBezTo>
                      <a:cubicBezTo>
                        <a:pt x="21" y="40"/>
                        <a:pt x="21" y="40"/>
                        <a:pt x="21" y="40"/>
                      </a:cubicBezTo>
                      <a:cubicBezTo>
                        <a:pt x="52" y="42"/>
                        <a:pt x="52" y="42"/>
                        <a:pt x="52" y="42"/>
                      </a:cubicBezTo>
                      <a:cubicBezTo>
                        <a:pt x="67" y="51"/>
                        <a:pt x="67" y="51"/>
                        <a:pt x="67" y="51"/>
                      </a:cubicBezTo>
                      <a:cubicBezTo>
                        <a:pt x="61" y="54"/>
                        <a:pt x="61" y="54"/>
                        <a:pt x="61" y="54"/>
                      </a:cubicBezTo>
                      <a:cubicBezTo>
                        <a:pt x="72" y="61"/>
                        <a:pt x="72" y="61"/>
                        <a:pt x="72" y="61"/>
                      </a:cubicBezTo>
                      <a:cubicBezTo>
                        <a:pt x="85" y="54"/>
                        <a:pt x="85" y="54"/>
                        <a:pt x="85" y="54"/>
                      </a:cubicBezTo>
                      <a:cubicBezTo>
                        <a:pt x="105" y="65"/>
                        <a:pt x="105" y="65"/>
                        <a:pt x="105" y="65"/>
                      </a:cubicBezTo>
                      <a:cubicBezTo>
                        <a:pt x="85" y="77"/>
                        <a:pt x="85" y="77"/>
                        <a:pt x="85" y="77"/>
                      </a:cubicBezTo>
                      <a:cubicBezTo>
                        <a:pt x="100" y="86"/>
                        <a:pt x="100" y="86"/>
                        <a:pt x="100" y="86"/>
                      </a:cubicBezTo>
                      <a:cubicBezTo>
                        <a:pt x="115" y="94"/>
                        <a:pt x="115" y="94"/>
                        <a:pt x="115" y="94"/>
                      </a:cubicBezTo>
                      <a:cubicBezTo>
                        <a:pt x="133" y="84"/>
                        <a:pt x="133" y="84"/>
                        <a:pt x="133" y="84"/>
                      </a:cubicBezTo>
                      <a:cubicBezTo>
                        <a:pt x="160" y="99"/>
                        <a:pt x="160" y="99"/>
                        <a:pt x="160" y="99"/>
                      </a:cubicBezTo>
                      <a:cubicBezTo>
                        <a:pt x="149" y="105"/>
                        <a:pt x="149" y="105"/>
                        <a:pt x="149" y="105"/>
                      </a:cubicBezTo>
                      <a:cubicBezTo>
                        <a:pt x="167" y="115"/>
                        <a:pt x="167" y="115"/>
                        <a:pt x="167" y="115"/>
                      </a:cubicBezTo>
                      <a:cubicBezTo>
                        <a:pt x="177" y="109"/>
                        <a:pt x="177" y="109"/>
                        <a:pt x="177" y="109"/>
                      </a:cubicBezTo>
                      <a:cubicBezTo>
                        <a:pt x="185" y="114"/>
                        <a:pt x="185" y="114"/>
                        <a:pt x="185" y="114"/>
                      </a:cubicBezTo>
                      <a:cubicBezTo>
                        <a:pt x="177" y="130"/>
                        <a:pt x="177" y="130"/>
                        <a:pt x="177" y="130"/>
                      </a:cubicBezTo>
                      <a:cubicBezTo>
                        <a:pt x="203" y="146"/>
                        <a:pt x="203" y="146"/>
                        <a:pt x="203" y="146"/>
                      </a:cubicBezTo>
                      <a:cubicBezTo>
                        <a:pt x="300" y="146"/>
                        <a:pt x="300" y="146"/>
                        <a:pt x="300" y="146"/>
                      </a:cubicBezTo>
                      <a:lnTo>
                        <a:pt x="48" y="0"/>
                      </a:lnTo>
                      <a:close/>
                    </a:path>
                  </a:pathLst>
                </a:custGeom>
                <a:solidFill>
                  <a:srgbClr val="FDD76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77" name="íşlídè"/>
                <p:cNvSpPr/>
                <p:nvPr userDrawn="1"/>
              </p:nvSpPr>
              <p:spPr bwMode="auto">
                <a:xfrm>
                  <a:off x="5463562" y="5433740"/>
                  <a:ext cx="350007" cy="74507"/>
                </a:xfrm>
                <a:prstGeom prst="rect">
                  <a:avLst/>
                </a:prstGeom>
                <a:solidFill>
                  <a:srgbClr val="E8A2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78" name="îṣlïďé"/>
                <p:cNvSpPr/>
                <p:nvPr userDrawn="1"/>
              </p:nvSpPr>
              <p:spPr bwMode="auto">
                <a:xfrm>
                  <a:off x="5333609" y="5300322"/>
                  <a:ext cx="36387" cy="97032"/>
                </a:xfrm>
                <a:custGeom>
                  <a:avLst/>
                  <a:gdLst>
                    <a:gd name="T0" fmla="*/ 0 w 21"/>
                    <a:gd name="T1" fmla="*/ 56 h 56"/>
                    <a:gd name="T2" fmla="*/ 0 w 21"/>
                    <a:gd name="T3" fmla="*/ 12 h 56"/>
                    <a:gd name="T4" fmla="*/ 21 w 21"/>
                    <a:gd name="T5" fmla="*/ 0 h 56"/>
                    <a:gd name="T6" fmla="*/ 21 w 21"/>
                    <a:gd name="T7" fmla="*/ 46 h 56"/>
                    <a:gd name="T8" fmla="*/ 0 w 21"/>
                    <a:gd name="T9" fmla="*/ 56 h 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1" h="56">
                      <a:moveTo>
                        <a:pt x="0" y="56"/>
                      </a:moveTo>
                      <a:lnTo>
                        <a:pt x="0" y="12"/>
                      </a:lnTo>
                      <a:lnTo>
                        <a:pt x="21" y="0"/>
                      </a:lnTo>
                      <a:lnTo>
                        <a:pt x="21" y="46"/>
                      </a:lnTo>
                      <a:lnTo>
                        <a:pt x="0" y="56"/>
                      </a:lnTo>
                      <a:close/>
                    </a:path>
                  </a:pathLst>
                </a:custGeom>
                <a:solidFill>
                  <a:srgbClr val="E8A2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79" name="íṧļîḓe"/>
                <p:cNvSpPr/>
                <p:nvPr userDrawn="1"/>
              </p:nvSpPr>
              <p:spPr bwMode="auto">
                <a:xfrm>
                  <a:off x="5269499" y="5286461"/>
                  <a:ext cx="64111" cy="110893"/>
                </a:xfrm>
                <a:custGeom>
                  <a:avLst/>
                  <a:gdLst>
                    <a:gd name="T0" fmla="*/ 0 w 37"/>
                    <a:gd name="T1" fmla="*/ 0 h 64"/>
                    <a:gd name="T2" fmla="*/ 0 w 37"/>
                    <a:gd name="T3" fmla="*/ 43 h 64"/>
                    <a:gd name="T4" fmla="*/ 37 w 37"/>
                    <a:gd name="T5" fmla="*/ 64 h 64"/>
                    <a:gd name="T6" fmla="*/ 37 w 37"/>
                    <a:gd name="T7" fmla="*/ 20 h 64"/>
                    <a:gd name="T8" fmla="*/ 0 w 37"/>
                    <a:gd name="T9" fmla="*/ 0 h 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7" h="64">
                      <a:moveTo>
                        <a:pt x="0" y="0"/>
                      </a:moveTo>
                      <a:lnTo>
                        <a:pt x="0" y="43"/>
                      </a:lnTo>
                      <a:lnTo>
                        <a:pt x="37" y="64"/>
                      </a:lnTo>
                      <a:lnTo>
                        <a:pt x="37" y="2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EAD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80" name="íSḻîḍe"/>
                <p:cNvSpPr/>
                <p:nvPr userDrawn="1"/>
              </p:nvSpPr>
              <p:spPr bwMode="auto">
                <a:xfrm>
                  <a:off x="5146477" y="5210222"/>
                  <a:ext cx="65843" cy="110893"/>
                </a:xfrm>
                <a:custGeom>
                  <a:avLst/>
                  <a:gdLst>
                    <a:gd name="T0" fmla="*/ 38 w 38"/>
                    <a:gd name="T1" fmla="*/ 0 h 64"/>
                    <a:gd name="T2" fmla="*/ 38 w 38"/>
                    <a:gd name="T3" fmla="*/ 44 h 64"/>
                    <a:gd name="T4" fmla="*/ 0 w 38"/>
                    <a:gd name="T5" fmla="*/ 64 h 64"/>
                    <a:gd name="T6" fmla="*/ 0 w 38"/>
                    <a:gd name="T7" fmla="*/ 21 h 64"/>
                    <a:gd name="T8" fmla="*/ 38 w 38"/>
                    <a:gd name="T9" fmla="*/ 0 h 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8" h="64">
                      <a:moveTo>
                        <a:pt x="38" y="0"/>
                      </a:moveTo>
                      <a:lnTo>
                        <a:pt x="38" y="44"/>
                      </a:lnTo>
                      <a:lnTo>
                        <a:pt x="0" y="64"/>
                      </a:lnTo>
                      <a:lnTo>
                        <a:pt x="0" y="21"/>
                      </a:lnTo>
                      <a:lnTo>
                        <a:pt x="38" y="0"/>
                      </a:lnTo>
                      <a:close/>
                    </a:path>
                  </a:pathLst>
                </a:custGeom>
                <a:solidFill>
                  <a:srgbClr val="E8A2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81" name="ïşļîḓe"/>
                <p:cNvSpPr/>
                <p:nvPr userDrawn="1"/>
              </p:nvSpPr>
              <p:spPr bwMode="auto">
                <a:xfrm>
                  <a:off x="5039049" y="5184231"/>
                  <a:ext cx="107428" cy="136884"/>
                </a:xfrm>
                <a:custGeom>
                  <a:avLst/>
                  <a:gdLst>
                    <a:gd name="T0" fmla="*/ 0 w 62"/>
                    <a:gd name="T1" fmla="*/ 0 h 79"/>
                    <a:gd name="T2" fmla="*/ 0 w 62"/>
                    <a:gd name="T3" fmla="*/ 44 h 79"/>
                    <a:gd name="T4" fmla="*/ 62 w 62"/>
                    <a:gd name="T5" fmla="*/ 79 h 79"/>
                    <a:gd name="T6" fmla="*/ 62 w 62"/>
                    <a:gd name="T7" fmla="*/ 36 h 79"/>
                    <a:gd name="T8" fmla="*/ 0 w 62"/>
                    <a:gd name="T9" fmla="*/ 0 h 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2" h="79">
                      <a:moveTo>
                        <a:pt x="0" y="0"/>
                      </a:moveTo>
                      <a:lnTo>
                        <a:pt x="0" y="44"/>
                      </a:lnTo>
                      <a:lnTo>
                        <a:pt x="62" y="79"/>
                      </a:lnTo>
                      <a:lnTo>
                        <a:pt x="62" y="3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EAD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82" name="îṣ1ïḍé"/>
                <p:cNvSpPr/>
                <p:nvPr userDrawn="1"/>
              </p:nvSpPr>
              <p:spPr bwMode="auto">
                <a:xfrm>
                  <a:off x="5369996" y="5380027"/>
                  <a:ext cx="93566" cy="128220"/>
                </a:xfrm>
                <a:custGeom>
                  <a:avLst/>
                  <a:gdLst>
                    <a:gd name="T0" fmla="*/ 0 w 54"/>
                    <a:gd name="T1" fmla="*/ 0 h 74"/>
                    <a:gd name="T2" fmla="*/ 0 w 54"/>
                    <a:gd name="T3" fmla="*/ 43 h 74"/>
                    <a:gd name="T4" fmla="*/ 54 w 54"/>
                    <a:gd name="T5" fmla="*/ 74 h 74"/>
                    <a:gd name="T6" fmla="*/ 54 w 54"/>
                    <a:gd name="T7" fmla="*/ 31 h 74"/>
                    <a:gd name="T8" fmla="*/ 0 w 54"/>
                    <a:gd name="T9" fmla="*/ 0 h 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4" h="74">
                      <a:moveTo>
                        <a:pt x="0" y="0"/>
                      </a:moveTo>
                      <a:lnTo>
                        <a:pt x="0" y="43"/>
                      </a:lnTo>
                      <a:lnTo>
                        <a:pt x="54" y="74"/>
                      </a:lnTo>
                      <a:lnTo>
                        <a:pt x="54" y="3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EAD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83" name="íṡľiḓé"/>
                <p:cNvSpPr/>
                <p:nvPr userDrawn="1"/>
              </p:nvSpPr>
              <p:spPr bwMode="auto">
                <a:xfrm>
                  <a:off x="4952414" y="5102794"/>
                  <a:ext cx="39853" cy="100497"/>
                </a:xfrm>
                <a:custGeom>
                  <a:avLst/>
                  <a:gdLst>
                    <a:gd name="T0" fmla="*/ 23 w 23"/>
                    <a:gd name="T1" fmla="*/ 14 h 58"/>
                    <a:gd name="T2" fmla="*/ 23 w 23"/>
                    <a:gd name="T3" fmla="*/ 58 h 58"/>
                    <a:gd name="T4" fmla="*/ 0 w 23"/>
                    <a:gd name="T5" fmla="*/ 43 h 58"/>
                    <a:gd name="T6" fmla="*/ 0 w 23"/>
                    <a:gd name="T7" fmla="*/ 0 h 58"/>
                    <a:gd name="T8" fmla="*/ 23 w 23"/>
                    <a:gd name="T9" fmla="*/ 14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3" h="58">
                      <a:moveTo>
                        <a:pt x="23" y="14"/>
                      </a:moveTo>
                      <a:lnTo>
                        <a:pt x="23" y="58"/>
                      </a:lnTo>
                      <a:lnTo>
                        <a:pt x="0" y="43"/>
                      </a:lnTo>
                      <a:lnTo>
                        <a:pt x="0" y="0"/>
                      </a:lnTo>
                      <a:lnTo>
                        <a:pt x="23" y="14"/>
                      </a:lnTo>
                      <a:close/>
                    </a:path>
                  </a:pathLst>
                </a:custGeom>
                <a:solidFill>
                  <a:srgbClr val="EEAD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84" name="ï$ḷíḋe"/>
                <p:cNvSpPr/>
                <p:nvPr userDrawn="1"/>
              </p:nvSpPr>
              <p:spPr bwMode="auto">
                <a:xfrm>
                  <a:off x="4808600" y="5052545"/>
                  <a:ext cx="110893" cy="81438"/>
                </a:xfrm>
                <a:custGeom>
                  <a:avLst/>
                  <a:gdLst>
                    <a:gd name="T0" fmla="*/ 0 w 64"/>
                    <a:gd name="T1" fmla="*/ 0 h 47"/>
                    <a:gd name="T2" fmla="*/ 0 w 64"/>
                    <a:gd name="T3" fmla="*/ 43 h 47"/>
                    <a:gd name="T4" fmla="*/ 64 w 64"/>
                    <a:gd name="T5" fmla="*/ 47 h 47"/>
                    <a:gd name="T6" fmla="*/ 64 w 64"/>
                    <a:gd name="T7" fmla="*/ 4 h 47"/>
                    <a:gd name="T8" fmla="*/ 0 w 64"/>
                    <a:gd name="T9" fmla="*/ 0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47">
                      <a:moveTo>
                        <a:pt x="0" y="0"/>
                      </a:moveTo>
                      <a:lnTo>
                        <a:pt x="0" y="43"/>
                      </a:lnTo>
                      <a:lnTo>
                        <a:pt x="64" y="47"/>
                      </a:lnTo>
                      <a:lnTo>
                        <a:pt x="64" y="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8A2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85" name="iśḷîḓé"/>
                <p:cNvSpPr/>
                <p:nvPr userDrawn="1"/>
              </p:nvSpPr>
              <p:spPr bwMode="auto">
                <a:xfrm>
                  <a:off x="4912562" y="4972841"/>
                  <a:ext cx="734667" cy="407186"/>
                </a:xfrm>
                <a:custGeom>
                  <a:avLst/>
                  <a:gdLst>
                    <a:gd name="T0" fmla="*/ 383 w 424"/>
                    <a:gd name="T1" fmla="*/ 235 h 235"/>
                    <a:gd name="T2" fmla="*/ 0 w 424"/>
                    <a:gd name="T3" fmla="*/ 12 h 235"/>
                    <a:gd name="T4" fmla="*/ 21 w 424"/>
                    <a:gd name="T5" fmla="*/ 0 h 235"/>
                    <a:gd name="T6" fmla="*/ 424 w 424"/>
                    <a:gd name="T7" fmla="*/ 233 h 235"/>
                    <a:gd name="T8" fmla="*/ 383 w 424"/>
                    <a:gd name="T9" fmla="*/ 235 h 2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4" h="235">
                      <a:moveTo>
                        <a:pt x="383" y="235"/>
                      </a:moveTo>
                      <a:lnTo>
                        <a:pt x="0" y="12"/>
                      </a:lnTo>
                      <a:lnTo>
                        <a:pt x="21" y="0"/>
                      </a:lnTo>
                      <a:lnTo>
                        <a:pt x="424" y="233"/>
                      </a:lnTo>
                      <a:lnTo>
                        <a:pt x="383" y="235"/>
                      </a:lnTo>
                      <a:close/>
                    </a:path>
                  </a:pathLst>
                </a:custGeom>
                <a:solidFill>
                  <a:srgbClr val="E8A2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86" name="iŝļíḑe"/>
                <p:cNvSpPr/>
                <p:nvPr userDrawn="1"/>
              </p:nvSpPr>
              <p:spPr bwMode="auto">
                <a:xfrm>
                  <a:off x="4912562" y="4972841"/>
                  <a:ext cx="734667" cy="407186"/>
                </a:xfrm>
                <a:custGeom>
                  <a:avLst/>
                  <a:gdLst>
                    <a:gd name="T0" fmla="*/ 21 w 424"/>
                    <a:gd name="T1" fmla="*/ 10 h 235"/>
                    <a:gd name="T2" fmla="*/ 406 w 424"/>
                    <a:gd name="T3" fmla="*/ 235 h 235"/>
                    <a:gd name="T4" fmla="*/ 424 w 424"/>
                    <a:gd name="T5" fmla="*/ 233 h 235"/>
                    <a:gd name="T6" fmla="*/ 21 w 424"/>
                    <a:gd name="T7" fmla="*/ 0 h 235"/>
                    <a:gd name="T8" fmla="*/ 0 w 424"/>
                    <a:gd name="T9" fmla="*/ 12 h 235"/>
                    <a:gd name="T10" fmla="*/ 8 w 424"/>
                    <a:gd name="T11" fmla="*/ 19 h 235"/>
                    <a:gd name="T12" fmla="*/ 21 w 424"/>
                    <a:gd name="T13" fmla="*/ 10 h 2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24" h="235">
                      <a:moveTo>
                        <a:pt x="21" y="10"/>
                      </a:moveTo>
                      <a:lnTo>
                        <a:pt x="406" y="235"/>
                      </a:lnTo>
                      <a:lnTo>
                        <a:pt x="424" y="233"/>
                      </a:lnTo>
                      <a:lnTo>
                        <a:pt x="21" y="0"/>
                      </a:lnTo>
                      <a:lnTo>
                        <a:pt x="0" y="12"/>
                      </a:lnTo>
                      <a:lnTo>
                        <a:pt x="8" y="19"/>
                      </a:lnTo>
                      <a:lnTo>
                        <a:pt x="21" y="10"/>
                      </a:lnTo>
                      <a:close/>
                    </a:path>
                  </a:pathLst>
                </a:custGeom>
                <a:solidFill>
                  <a:srgbClr val="F2B4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87" name="ïSḻiḋè"/>
                <p:cNvSpPr/>
                <p:nvPr userDrawn="1"/>
              </p:nvSpPr>
              <p:spPr bwMode="auto">
                <a:xfrm>
                  <a:off x="4732361" y="5009228"/>
                  <a:ext cx="76239" cy="117824"/>
                </a:xfrm>
                <a:custGeom>
                  <a:avLst/>
                  <a:gdLst>
                    <a:gd name="T0" fmla="*/ 44 w 44"/>
                    <a:gd name="T1" fmla="*/ 68 h 68"/>
                    <a:gd name="T2" fmla="*/ 44 w 44"/>
                    <a:gd name="T3" fmla="*/ 25 h 68"/>
                    <a:gd name="T4" fmla="*/ 0 w 44"/>
                    <a:gd name="T5" fmla="*/ 0 h 68"/>
                    <a:gd name="T6" fmla="*/ 0 w 44"/>
                    <a:gd name="T7" fmla="*/ 43 h 68"/>
                    <a:gd name="T8" fmla="*/ 44 w 4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4" h="68">
                      <a:moveTo>
                        <a:pt x="44" y="68"/>
                      </a:moveTo>
                      <a:lnTo>
                        <a:pt x="44" y="25"/>
                      </a:lnTo>
                      <a:lnTo>
                        <a:pt x="0" y="0"/>
                      </a:lnTo>
                      <a:lnTo>
                        <a:pt x="0" y="43"/>
                      </a:lnTo>
                      <a:lnTo>
                        <a:pt x="44" y="68"/>
                      </a:lnTo>
                      <a:close/>
                    </a:path>
                  </a:pathLst>
                </a:custGeom>
                <a:solidFill>
                  <a:srgbClr val="E8A2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88" name="îṩľiḍè"/>
                <p:cNvSpPr/>
                <p:nvPr userDrawn="1"/>
              </p:nvSpPr>
              <p:spPr bwMode="auto">
                <a:xfrm>
                  <a:off x="4992267" y="5102794"/>
                  <a:ext cx="46784" cy="100497"/>
                </a:xfrm>
                <a:custGeom>
                  <a:avLst/>
                  <a:gdLst>
                    <a:gd name="T0" fmla="*/ 27 w 27"/>
                    <a:gd name="T1" fmla="*/ 0 h 58"/>
                    <a:gd name="T2" fmla="*/ 27 w 27"/>
                    <a:gd name="T3" fmla="*/ 43 h 58"/>
                    <a:gd name="T4" fmla="*/ 0 w 27"/>
                    <a:gd name="T5" fmla="*/ 58 h 58"/>
                    <a:gd name="T6" fmla="*/ 0 w 27"/>
                    <a:gd name="T7" fmla="*/ 14 h 58"/>
                    <a:gd name="T8" fmla="*/ 27 w 27"/>
                    <a:gd name="T9" fmla="*/ 0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8">
                      <a:moveTo>
                        <a:pt x="27" y="0"/>
                      </a:moveTo>
                      <a:lnTo>
                        <a:pt x="27" y="43"/>
                      </a:lnTo>
                      <a:lnTo>
                        <a:pt x="0" y="58"/>
                      </a:lnTo>
                      <a:lnTo>
                        <a:pt x="0" y="14"/>
                      </a:lnTo>
                      <a:lnTo>
                        <a:pt x="27" y="0"/>
                      </a:lnTo>
                      <a:close/>
                    </a:path>
                  </a:pathLst>
                </a:custGeom>
                <a:solidFill>
                  <a:srgbClr val="E8A2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89" name="î$líḓe"/>
                <p:cNvSpPr/>
                <p:nvPr userDrawn="1"/>
              </p:nvSpPr>
              <p:spPr bwMode="auto">
                <a:xfrm>
                  <a:off x="4515772" y="4588180"/>
                  <a:ext cx="382928" cy="218321"/>
                </a:xfrm>
                <a:custGeom>
                  <a:avLst/>
                  <a:gdLst>
                    <a:gd name="T0" fmla="*/ 76 w 106"/>
                    <a:gd name="T1" fmla="*/ 18 h 61"/>
                    <a:gd name="T2" fmla="*/ 0 w 106"/>
                    <a:gd name="T3" fmla="*/ 2 h 61"/>
                    <a:gd name="T4" fmla="*/ 0 w 106"/>
                    <a:gd name="T5" fmla="*/ 10 h 61"/>
                    <a:gd name="T6" fmla="*/ 76 w 106"/>
                    <a:gd name="T7" fmla="*/ 26 h 61"/>
                    <a:gd name="T8" fmla="*/ 104 w 106"/>
                    <a:gd name="T9" fmla="*/ 61 h 61"/>
                    <a:gd name="T10" fmla="*/ 76 w 106"/>
                    <a:gd name="T11" fmla="*/ 18 h 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06" h="61">
                      <a:moveTo>
                        <a:pt x="76" y="18"/>
                      </a:moveTo>
                      <a:cubicBezTo>
                        <a:pt x="55" y="6"/>
                        <a:pt x="27" y="0"/>
                        <a:pt x="0" y="2"/>
                      </a:cubicBezTo>
                      <a:cubicBezTo>
                        <a:pt x="0" y="10"/>
                        <a:pt x="0" y="10"/>
                        <a:pt x="0" y="10"/>
                      </a:cubicBezTo>
                      <a:cubicBezTo>
                        <a:pt x="27" y="9"/>
                        <a:pt x="55" y="14"/>
                        <a:pt x="76" y="26"/>
                      </a:cubicBezTo>
                      <a:cubicBezTo>
                        <a:pt x="93" y="36"/>
                        <a:pt x="102" y="48"/>
                        <a:pt x="104" y="61"/>
                      </a:cubicBezTo>
                      <a:cubicBezTo>
                        <a:pt x="106" y="45"/>
                        <a:pt x="97" y="30"/>
                        <a:pt x="76" y="18"/>
                      </a:cubicBezTo>
                      <a:close/>
                    </a:path>
                  </a:pathLst>
                </a:custGeom>
                <a:solidFill>
                  <a:srgbClr val="FDD76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</p:grpSp>
        <p:grpSp>
          <p:nvGrpSpPr>
            <p:cNvPr id="189" name="组合 188"/>
            <p:cNvGrpSpPr/>
            <p:nvPr userDrawn="1"/>
          </p:nvGrpSpPr>
          <p:grpSpPr>
            <a:xfrm>
              <a:off x="9552252" y="4835274"/>
              <a:ext cx="2712488" cy="2225877"/>
              <a:chOff x="9552252" y="4835274"/>
              <a:chExt cx="2712488" cy="2225877"/>
            </a:xfrm>
          </p:grpSpPr>
          <p:sp>
            <p:nvSpPr>
              <p:cNvPr id="190" name="任意多边形: 形状 189"/>
              <p:cNvSpPr/>
              <p:nvPr userDrawn="1"/>
            </p:nvSpPr>
            <p:spPr bwMode="auto">
              <a:xfrm rot="20362958" flipH="1">
                <a:off x="10563587" y="4835274"/>
                <a:ext cx="1650997" cy="1751675"/>
              </a:xfrm>
              <a:custGeom>
                <a:avLst/>
                <a:gdLst>
                  <a:gd name="connsiteX0" fmla="*/ 149572 w 1650997"/>
                  <a:gd name="connsiteY0" fmla="*/ 402712 h 1751675"/>
                  <a:gd name="connsiteX1" fmla="*/ 0 w 1650997"/>
                  <a:gd name="connsiteY1" fmla="*/ 965732 h 1751675"/>
                  <a:gd name="connsiteX2" fmla="*/ 295688 w 1650997"/>
                  <a:gd name="connsiteY2" fmla="*/ 1751675 h 1751675"/>
                  <a:gd name="connsiteX3" fmla="*/ 1253926 w 1650997"/>
                  <a:gd name="connsiteY3" fmla="*/ 1494657 h 1751675"/>
                  <a:gd name="connsiteX4" fmla="*/ 1650997 w 1650997"/>
                  <a:gd name="connsiteY4" fmla="*/ 0 h 1751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0997" h="1751675">
                    <a:moveTo>
                      <a:pt x="149572" y="402712"/>
                    </a:moveTo>
                    <a:lnTo>
                      <a:pt x="0" y="965732"/>
                    </a:lnTo>
                    <a:lnTo>
                      <a:pt x="295688" y="1751675"/>
                    </a:lnTo>
                    <a:lnTo>
                      <a:pt x="1253926" y="1494657"/>
                    </a:lnTo>
                    <a:lnTo>
                      <a:pt x="1650997" y="0"/>
                    </a:lnTo>
                    <a:close/>
                  </a:path>
                </a:pathLst>
              </a:custGeom>
              <a:gradFill>
                <a:gsLst>
                  <a:gs pos="700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91" name="任意多边形: 形状 190"/>
              <p:cNvSpPr/>
              <p:nvPr userDrawn="1"/>
            </p:nvSpPr>
            <p:spPr bwMode="auto">
              <a:xfrm rot="20362958" flipH="1">
                <a:off x="9552252" y="5247298"/>
                <a:ext cx="1494657" cy="1813853"/>
              </a:xfrm>
              <a:custGeom>
                <a:avLst/>
                <a:gdLst>
                  <a:gd name="connsiteX0" fmla="*/ 397071 w 1494657"/>
                  <a:gd name="connsiteY0" fmla="*/ 0 h 1813853"/>
                  <a:gd name="connsiteX1" fmla="*/ 0 w 1494657"/>
                  <a:gd name="connsiteY1" fmla="*/ 1494657 h 1813853"/>
                  <a:gd name="connsiteX2" fmla="*/ 321839 w 1494657"/>
                  <a:gd name="connsiteY2" fmla="*/ 1813853 h 1813853"/>
                  <a:gd name="connsiteX3" fmla="*/ 1411937 w 1494657"/>
                  <a:gd name="connsiteY3" fmla="*/ 1403735 h 1813853"/>
                  <a:gd name="connsiteX4" fmla="*/ 1494657 w 1494657"/>
                  <a:gd name="connsiteY4" fmla="*/ 1091945 h 1813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94657" h="1813853">
                    <a:moveTo>
                      <a:pt x="397071" y="0"/>
                    </a:moveTo>
                    <a:lnTo>
                      <a:pt x="0" y="1494657"/>
                    </a:lnTo>
                    <a:lnTo>
                      <a:pt x="321839" y="1813853"/>
                    </a:lnTo>
                    <a:lnTo>
                      <a:pt x="1411937" y="1403735"/>
                    </a:lnTo>
                    <a:lnTo>
                      <a:pt x="1494657" y="109194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4"/>
                  </a:gs>
                  <a:gs pos="95000">
                    <a:schemeClr val="accent3"/>
                  </a:gs>
                </a:gsLst>
                <a:lin ang="132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92" name="任意多边形: 形状 191"/>
              <p:cNvSpPr/>
              <p:nvPr userDrawn="1"/>
            </p:nvSpPr>
            <p:spPr bwMode="auto">
              <a:xfrm rot="20362958" flipH="1">
                <a:off x="10989803" y="6307803"/>
                <a:ext cx="1274937" cy="734606"/>
              </a:xfrm>
              <a:custGeom>
                <a:avLst/>
                <a:gdLst>
                  <a:gd name="connsiteX0" fmla="*/ 0 w 1274937"/>
                  <a:gd name="connsiteY0" fmla="*/ 254643 h 734606"/>
                  <a:gd name="connsiteX1" fmla="*/ 180572 w 1274937"/>
                  <a:gd name="connsiteY1" fmla="*/ 734606 h 734606"/>
                  <a:gd name="connsiteX2" fmla="*/ 1274937 w 1274937"/>
                  <a:gd name="connsiteY2" fmla="*/ 322883 h 734606"/>
                  <a:gd name="connsiteX3" fmla="*/ 949380 w 1274937"/>
                  <a:gd name="connsiteY3" fmla="*/ 0 h 734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4937" h="734606">
                    <a:moveTo>
                      <a:pt x="0" y="254643"/>
                    </a:moveTo>
                    <a:lnTo>
                      <a:pt x="180572" y="734606"/>
                    </a:lnTo>
                    <a:lnTo>
                      <a:pt x="1274937" y="322883"/>
                    </a:lnTo>
                    <a:lnTo>
                      <a:pt x="94938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5"/>
                  </a:gs>
                  <a:gs pos="100000">
                    <a:schemeClr val="accent6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4854512" y="1551399"/>
            <a:ext cx="6664624" cy="2032689"/>
          </a:xfrm>
        </p:spPr>
        <p:txBody>
          <a:bodyPr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文本占位符 6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854512" y="4420109"/>
            <a:ext cx="6664624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en-US" altLang="zh-CN" dirty="0"/>
              <a:t>Data</a:t>
            </a:r>
          </a:p>
        </p:txBody>
      </p:sp>
      <p:sp>
        <p:nvSpPr>
          <p:cNvPr id="6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854514" y="4123838"/>
            <a:ext cx="6664624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89D9C7-5DC6-4263-87FF-7C99F6FB63C3}" type="datetime1">
              <a:rPr lang="zh-CN" altLang="en-US" smtClean="0"/>
              <a:t>2019/7/2</a:t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 dirty="0"/>
              <a:t>www.islide.cc</a:t>
            </a:r>
            <a:endParaRPr lang="zh-CN" altLang="en-US" dirty="0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dt="0"/>
  <p:txStyles>
    <p:titleStyle>
      <a:lvl1pPr algn="l" defTabSz="913765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376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.xml"/><Relationship Id="rId7" Type="http://schemas.openxmlformats.org/officeDocument/2006/relationships/image" Target="../media/image1.emf"/><Relationship Id="rId2" Type="http://schemas.openxmlformats.org/officeDocument/2006/relationships/vmlDrawing" Target="../drawings/vmlDrawing1.vml"/><Relationship Id="rId1" Type="http://schemas.openxmlformats.org/officeDocument/2006/relationships/themeOverride" Target="../theme/themeOverride1.xml"/><Relationship Id="rId6" Type="http://schemas.openxmlformats.org/officeDocument/2006/relationships/oleObject" Target="../embeddings/oleObject1.bin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3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4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7" Type="http://schemas.openxmlformats.org/officeDocument/2006/relationships/image" Target="../media/image1.emf"/><Relationship Id="rId2" Type="http://schemas.openxmlformats.org/officeDocument/2006/relationships/vmlDrawing" Target="../drawings/vmlDrawing2.vml"/><Relationship Id="rId1" Type="http://schemas.openxmlformats.org/officeDocument/2006/relationships/themeOverride" Target="../theme/themeOverride9.xml"/><Relationship Id="rId6" Type="http://schemas.openxmlformats.org/officeDocument/2006/relationships/oleObject" Target="../embeddings/oleObject2.bin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/>
          <p:nvPr>
            <p:custDataLst>
              <p:tags r:id="rId3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0" name="think-cell Slide" r:id="rId6" imgW="9525" imgH="9525" progId="TCLayout.ActiveDocument.1">
                  <p:embed/>
                </p:oleObj>
              </mc:Choice>
              <mc:Fallback>
                <p:oleObj name="think-cell Slide" r:id="rId6" imgW="9525" imgH="9525" progId="TCLayout.ActiveDocument.1">
                  <p:embed/>
                  <p:pic>
                    <p:nvPicPr>
                      <p:cNvPr id="0" name="对象 2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/>
          <p:cNvSpPr/>
          <p:nvPr>
            <p:custDataLst>
              <p:tags r:id="rId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latin typeface="Arial" panose="020B0604020202020204" pitchFamily="34" charset="0"/>
              <a:ea typeface="Microsoft YaHei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669924" y="4069112"/>
            <a:ext cx="5730874" cy="558799"/>
          </a:xfrm>
        </p:spPr>
        <p:txBody>
          <a:bodyPr/>
          <a:lstStyle/>
          <a:p>
            <a:pPr lvl="0">
              <a:defRPr/>
            </a:pPr>
            <a:r>
              <a:rPr lang="en-US" altLang="zh-CN" b="1" spc="600" dirty="0"/>
              <a:t>Aplikasi Pemesanan Makananan</a:t>
            </a: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669925" y="1683657"/>
            <a:ext cx="5730875" cy="2385455"/>
          </a:xfrm>
        </p:spPr>
        <p:txBody>
          <a:bodyPr>
            <a:noAutofit/>
          </a:bodyPr>
          <a:lstStyle/>
          <a:p>
            <a:pPr lvl="0">
              <a:defRPr/>
            </a:pPr>
            <a:r>
              <a:rPr lang="en-US" altLang="zh-CN" sz="5400" dirty="0"/>
              <a:t>ASU</a:t>
            </a:r>
            <a:r>
              <a:rPr lang="en-US" altLang="zh-CN" sz="5400" dirty="0">
                <a:solidFill>
                  <a:schemeClr val="accent3"/>
                </a:solidFill>
              </a:rPr>
              <a:t>PAN</a:t>
            </a:r>
            <a:r>
              <a:rPr lang="en-US" altLang="zh-CN" sz="5400" baseline="30000" dirty="0">
                <a:solidFill>
                  <a:schemeClr val="accent3"/>
                </a:solidFill>
              </a:rPr>
              <a:t>®</a:t>
            </a:r>
            <a:r>
              <a:rPr lang="en-US" altLang="zh-CN" sz="5400" dirty="0">
                <a:solidFill>
                  <a:schemeClr val="accent3"/>
                </a:solidFill>
              </a:rPr>
              <a:t> </a:t>
            </a:r>
            <a:br>
              <a:rPr lang="en-US" altLang="zh-CN" sz="3200" dirty="0">
                <a:solidFill>
                  <a:srgbClr val="FFFFFF"/>
                </a:solidFill>
              </a:rPr>
            </a:br>
            <a:r>
              <a:rPr lang="en-US" altLang="zh-CN" sz="6000" spc="-300" dirty="0"/>
              <a:t>KELOMPOK</a:t>
            </a:r>
            <a:r>
              <a:rPr lang="en-US" altLang="zh-CN" sz="6000" spc="-300" dirty="0">
                <a:solidFill>
                  <a:srgbClr val="6132BB"/>
                </a:solidFill>
              </a:rPr>
              <a:t> </a:t>
            </a:r>
            <a:r>
              <a:rPr lang="en-US" altLang="zh-CN" sz="6000" spc="-300" dirty="0">
                <a:solidFill>
                  <a:schemeClr val="accent3"/>
                </a:solidFill>
              </a:rPr>
              <a:t>1</a:t>
            </a:r>
            <a:br>
              <a:rPr lang="en-US" altLang="zh-CN" sz="3200" dirty="0">
                <a:solidFill>
                  <a:srgbClr val="FFFFFF"/>
                </a:solidFill>
              </a:rPr>
            </a:br>
            <a:r>
              <a:rPr lang="en-US" altLang="zh-CN" sz="3200" dirty="0">
                <a:solidFill>
                  <a:srgbClr val="FFFFFF"/>
                </a:solidFill>
              </a:rPr>
              <a:t>ARRAY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189246" y="6260631"/>
            <a:ext cx="4638490" cy="296271"/>
          </a:xfrm>
        </p:spPr>
        <p:txBody>
          <a:bodyPr/>
          <a:lstStyle/>
          <a:p>
            <a:r>
              <a:rPr lang="en-US" altLang="zh-CN" dirty="0"/>
              <a:t>Struktur Data dan Algoritma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746487" y="1711603"/>
            <a:ext cx="10763205" cy="4083608"/>
            <a:chOff x="757282" y="1700808"/>
            <a:chExt cx="10763205" cy="4083608"/>
          </a:xfrm>
        </p:grpSpPr>
        <p:grpSp>
          <p:nvGrpSpPr>
            <p:cNvPr id="6" name="2b751056-6b97-492c-b763-340acee7e99d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  <p:cNvGrpSpPr>
              <a:grpSpLocks noChangeAspect="1"/>
            </p:cNvGrpSpPr>
            <p:nvPr>
              <p:custDataLst>
                <p:tags r:id="rId2"/>
              </p:custDataLst>
            </p:nvPr>
          </p:nvGrpSpPr>
          <p:grpSpPr>
            <a:xfrm>
              <a:off x="757282" y="1700808"/>
              <a:ext cx="10763205" cy="4083608"/>
              <a:chOff x="1175743" y="1700808"/>
              <a:chExt cx="10344744" cy="4083608"/>
            </a:xfrm>
          </p:grpSpPr>
          <p:sp>
            <p:nvSpPr>
              <p:cNvPr id="7" name="iṡľïḑè"/>
              <p:cNvSpPr txBox="1"/>
              <p:nvPr/>
            </p:nvSpPr>
            <p:spPr bwMode="auto">
              <a:xfrm>
                <a:off x="3822192" y="1780800"/>
                <a:ext cx="7698295" cy="4003616"/>
              </a:xfrm>
              <a:prstGeom prst="rect">
                <a:avLst/>
              </a:prstGeom>
              <a:noFill/>
            </p:spPr>
            <p:txBody>
              <a:bodyPr wrap="square" tIns="0" anchor="t">
                <a:noAutofit/>
              </a:bodyPr>
              <a:lstStyle>
                <a:defPPr>
                  <a:defRPr lang="zh-CN"/>
                </a:defPPr>
                <a:lvl1pPr>
                  <a:defRPr sz="1600" b="1">
                    <a:latin typeface="Arial" panose="020B0604020202020204" pitchFamily="34" charset="0"/>
                    <a:ea typeface="Microsoft YaHei" panose="020B0503020204020204" pitchFamily="34" charset="-122"/>
                    <a:cs typeface="+mn-ea"/>
                  </a:defRPr>
                </a:lvl1pPr>
                <a:lvl2pPr marL="742950" indent="-28575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9pPr>
              </a:lstStyle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altLang="zh-CN" b="0" dirty="0">
                    <a:latin typeface="+mn-lt"/>
                    <a:ea typeface="+mn-ea"/>
                    <a:sym typeface="+mn-lt"/>
                  </a:rPr>
                  <a:t>Anggota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altLang="zh-CN" b="0" dirty="0">
                    <a:latin typeface="+mn-lt"/>
                    <a:ea typeface="+mn-ea"/>
                    <a:sym typeface="+mn-lt"/>
                  </a:rPr>
                  <a:t>Pengenalan  Array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altLang="zh-CN" b="0" dirty="0">
                    <a:latin typeface="+mn-lt"/>
                    <a:ea typeface="+mn-ea"/>
                    <a:sym typeface="+mn-lt"/>
                  </a:rPr>
                  <a:t>Tujuan dan Metode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altLang="zh-CN" b="0" dirty="0">
                    <a:latin typeface="+mn-lt"/>
                    <a:ea typeface="+mn-ea"/>
                    <a:sym typeface="+mn-lt"/>
                  </a:rPr>
                  <a:t>Struktur  &amp; Prototype</a:t>
                </a:r>
              </a:p>
            </p:txBody>
          </p:sp>
          <p:cxnSp>
            <p:nvCxnSpPr>
              <p:cNvPr id="8" name="直接连接符 7"/>
              <p:cNvCxnSpPr/>
              <p:nvPr/>
            </p:nvCxnSpPr>
            <p:spPr>
              <a:xfrm>
                <a:off x="3696888" y="1780800"/>
                <a:ext cx="0" cy="4003616"/>
              </a:xfrm>
              <a:prstGeom prst="line">
                <a:avLst/>
              </a:prstGeom>
              <a:solidFill>
                <a:srgbClr val="FFCC00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9" name="išľïḋé"/>
              <p:cNvSpPr txBox="1"/>
              <p:nvPr/>
            </p:nvSpPr>
            <p:spPr>
              <a:xfrm>
                <a:off x="1175743" y="1700808"/>
                <a:ext cx="2521108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tr-TR" sz="2800" b="1" dirty="0">
                    <a:solidFill>
                      <a:schemeClr val="accent1"/>
                    </a:solidFill>
                    <a:cs typeface="+mn-ea"/>
                    <a:sym typeface="+mn-lt"/>
                  </a:rPr>
                  <a:t>CONTENTS</a:t>
                </a:r>
              </a:p>
            </p:txBody>
          </p:sp>
        </p:grpSp>
        <p:sp>
          <p:nvSpPr>
            <p:cNvPr id="10" name="poetry_91022"/>
            <p:cNvSpPr>
              <a:spLocks noChangeAspect="1"/>
            </p:cNvSpPr>
            <p:nvPr/>
          </p:nvSpPr>
          <p:spPr bwMode="auto">
            <a:xfrm>
              <a:off x="2379533" y="4867348"/>
              <a:ext cx="870506" cy="915667"/>
            </a:xfrm>
            <a:custGeom>
              <a:avLst/>
              <a:gdLst>
                <a:gd name="T0" fmla="*/ 3353 w 5127"/>
                <a:gd name="T1" fmla="*/ 1728 h 5401"/>
                <a:gd name="T2" fmla="*/ 2183 w 5127"/>
                <a:gd name="T3" fmla="*/ 1608 h 5401"/>
                <a:gd name="T4" fmla="*/ 3353 w 5127"/>
                <a:gd name="T5" fmla="*/ 1488 h 5401"/>
                <a:gd name="T6" fmla="*/ 3103 w 5127"/>
                <a:gd name="T7" fmla="*/ 2231 h 5401"/>
                <a:gd name="T8" fmla="*/ 3103 w 5127"/>
                <a:gd name="T9" fmla="*/ 1991 h 5401"/>
                <a:gd name="T10" fmla="*/ 2432 w 5127"/>
                <a:gd name="T11" fmla="*/ 2111 h 5401"/>
                <a:gd name="T12" fmla="*/ 3103 w 5127"/>
                <a:gd name="T13" fmla="*/ 2231 h 5401"/>
                <a:gd name="T14" fmla="*/ 3353 w 5127"/>
                <a:gd name="T15" fmla="*/ 2648 h 5401"/>
                <a:gd name="T16" fmla="*/ 2183 w 5127"/>
                <a:gd name="T17" fmla="*/ 2768 h 5401"/>
                <a:gd name="T18" fmla="*/ 3353 w 5127"/>
                <a:gd name="T19" fmla="*/ 2888 h 5401"/>
                <a:gd name="T20" fmla="*/ 2552 w 5127"/>
                <a:gd name="T21" fmla="*/ 3151 h 5401"/>
                <a:gd name="T22" fmla="*/ 2552 w 5127"/>
                <a:gd name="T23" fmla="*/ 3391 h 5401"/>
                <a:gd name="T24" fmla="*/ 3223 w 5127"/>
                <a:gd name="T25" fmla="*/ 3271 h 5401"/>
                <a:gd name="T26" fmla="*/ 2552 w 5127"/>
                <a:gd name="T27" fmla="*/ 3151 h 5401"/>
                <a:gd name="T28" fmla="*/ 4448 w 5127"/>
                <a:gd name="T29" fmla="*/ 1442 h 5401"/>
                <a:gd name="T30" fmla="*/ 4688 w 5127"/>
                <a:gd name="T31" fmla="*/ 1442 h 5401"/>
                <a:gd name="T32" fmla="*/ 3988 w 5127"/>
                <a:gd name="T33" fmla="*/ 0 h 5401"/>
                <a:gd name="T34" fmla="*/ 0 w 5127"/>
                <a:gd name="T35" fmla="*/ 604 h 5401"/>
                <a:gd name="T36" fmla="*/ 120 w 5127"/>
                <a:gd name="T37" fmla="*/ 1792 h 5401"/>
                <a:gd name="T38" fmla="*/ 686 w 5127"/>
                <a:gd name="T39" fmla="*/ 1672 h 5401"/>
                <a:gd name="T40" fmla="*/ 240 w 5127"/>
                <a:gd name="T41" fmla="*/ 1552 h 5401"/>
                <a:gd name="T42" fmla="*/ 604 w 5127"/>
                <a:gd name="T43" fmla="*/ 240 h 5401"/>
                <a:gd name="T44" fmla="*/ 968 w 5127"/>
                <a:gd name="T45" fmla="*/ 4179 h 5401"/>
                <a:gd name="T46" fmla="*/ 3904 w 5127"/>
                <a:gd name="T47" fmla="*/ 4879 h 5401"/>
                <a:gd name="T48" fmla="*/ 3904 w 5127"/>
                <a:gd name="T49" fmla="*/ 4639 h 5401"/>
                <a:gd name="T50" fmla="*/ 1208 w 5127"/>
                <a:gd name="T51" fmla="*/ 4179 h 5401"/>
                <a:gd name="T52" fmla="*/ 1086 w 5127"/>
                <a:gd name="T53" fmla="*/ 240 h 5401"/>
                <a:gd name="T54" fmla="*/ 4448 w 5127"/>
                <a:gd name="T55" fmla="*/ 700 h 5401"/>
                <a:gd name="T56" fmla="*/ 4568 w 5127"/>
                <a:gd name="T57" fmla="*/ 2000 h 5401"/>
                <a:gd name="T58" fmla="*/ 4568 w 5127"/>
                <a:gd name="T59" fmla="*/ 2240 h 5401"/>
                <a:gd name="T60" fmla="*/ 4887 w 5127"/>
                <a:gd name="T61" fmla="*/ 2340 h 5401"/>
                <a:gd name="T62" fmla="*/ 5007 w 5127"/>
                <a:gd name="T63" fmla="*/ 3838 h 5401"/>
                <a:gd name="T64" fmla="*/ 5127 w 5127"/>
                <a:gd name="T65" fmla="*/ 2340 h 5401"/>
                <a:gd name="T66" fmla="*/ 4568 w 5127"/>
                <a:gd name="T67" fmla="*/ 5139 h 5401"/>
                <a:gd name="T68" fmla="*/ 4448 w 5127"/>
                <a:gd name="T69" fmla="*/ 5281 h 5401"/>
                <a:gd name="T70" fmla="*/ 4688 w 5127"/>
                <a:gd name="T71" fmla="*/ 5281 h 5401"/>
                <a:gd name="T72" fmla="*/ 4568 w 5127"/>
                <a:gd name="T73" fmla="*/ 5139 h 5401"/>
                <a:gd name="T74" fmla="*/ 4448 w 5127"/>
                <a:gd name="T75" fmla="*/ 2559 h 5401"/>
                <a:gd name="T76" fmla="*/ 4568 w 5127"/>
                <a:gd name="T77" fmla="*/ 4974 h 5401"/>
                <a:gd name="T78" fmla="*/ 4688 w 5127"/>
                <a:gd name="T79" fmla="*/ 2559 h 5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127" h="5401">
                  <a:moveTo>
                    <a:pt x="3473" y="1608"/>
                  </a:moveTo>
                  <a:cubicBezTo>
                    <a:pt x="3473" y="1674"/>
                    <a:pt x="3419" y="1728"/>
                    <a:pt x="3353" y="1728"/>
                  </a:cubicBezTo>
                  <a:lnTo>
                    <a:pt x="2303" y="1728"/>
                  </a:lnTo>
                  <a:cubicBezTo>
                    <a:pt x="2236" y="1728"/>
                    <a:pt x="2183" y="1674"/>
                    <a:pt x="2183" y="1608"/>
                  </a:cubicBezTo>
                  <a:cubicBezTo>
                    <a:pt x="2183" y="1542"/>
                    <a:pt x="2236" y="1488"/>
                    <a:pt x="2303" y="1488"/>
                  </a:cubicBezTo>
                  <a:lnTo>
                    <a:pt x="3353" y="1488"/>
                  </a:lnTo>
                  <a:cubicBezTo>
                    <a:pt x="3419" y="1488"/>
                    <a:pt x="3473" y="1542"/>
                    <a:pt x="3473" y="1608"/>
                  </a:cubicBezTo>
                  <a:close/>
                  <a:moveTo>
                    <a:pt x="3103" y="2231"/>
                  </a:moveTo>
                  <a:cubicBezTo>
                    <a:pt x="3170" y="2231"/>
                    <a:pt x="3223" y="2178"/>
                    <a:pt x="3223" y="2111"/>
                  </a:cubicBezTo>
                  <a:cubicBezTo>
                    <a:pt x="3223" y="2045"/>
                    <a:pt x="3170" y="1991"/>
                    <a:pt x="3103" y="1991"/>
                  </a:cubicBezTo>
                  <a:lnTo>
                    <a:pt x="2552" y="1991"/>
                  </a:lnTo>
                  <a:cubicBezTo>
                    <a:pt x="2486" y="1991"/>
                    <a:pt x="2432" y="2045"/>
                    <a:pt x="2432" y="2111"/>
                  </a:cubicBezTo>
                  <a:cubicBezTo>
                    <a:pt x="2432" y="2178"/>
                    <a:pt x="2486" y="2231"/>
                    <a:pt x="2552" y="2231"/>
                  </a:cubicBezTo>
                  <a:lnTo>
                    <a:pt x="3103" y="2231"/>
                  </a:lnTo>
                  <a:close/>
                  <a:moveTo>
                    <a:pt x="3473" y="2768"/>
                  </a:moveTo>
                  <a:cubicBezTo>
                    <a:pt x="3473" y="2701"/>
                    <a:pt x="3419" y="2648"/>
                    <a:pt x="3353" y="2648"/>
                  </a:cubicBezTo>
                  <a:lnTo>
                    <a:pt x="2303" y="2648"/>
                  </a:lnTo>
                  <a:cubicBezTo>
                    <a:pt x="2236" y="2648"/>
                    <a:pt x="2183" y="2701"/>
                    <a:pt x="2183" y="2768"/>
                  </a:cubicBezTo>
                  <a:cubicBezTo>
                    <a:pt x="2183" y="2834"/>
                    <a:pt x="2236" y="2888"/>
                    <a:pt x="2303" y="2888"/>
                  </a:cubicBezTo>
                  <a:lnTo>
                    <a:pt x="3353" y="2888"/>
                  </a:lnTo>
                  <a:cubicBezTo>
                    <a:pt x="3419" y="2888"/>
                    <a:pt x="3473" y="2834"/>
                    <a:pt x="3473" y="2768"/>
                  </a:cubicBezTo>
                  <a:close/>
                  <a:moveTo>
                    <a:pt x="2552" y="3151"/>
                  </a:moveTo>
                  <a:cubicBezTo>
                    <a:pt x="2486" y="3151"/>
                    <a:pt x="2432" y="3205"/>
                    <a:pt x="2432" y="3271"/>
                  </a:cubicBezTo>
                  <a:cubicBezTo>
                    <a:pt x="2432" y="3338"/>
                    <a:pt x="2486" y="3391"/>
                    <a:pt x="2552" y="3391"/>
                  </a:cubicBezTo>
                  <a:lnTo>
                    <a:pt x="3103" y="3391"/>
                  </a:lnTo>
                  <a:cubicBezTo>
                    <a:pt x="3170" y="3391"/>
                    <a:pt x="3223" y="3338"/>
                    <a:pt x="3223" y="3271"/>
                  </a:cubicBezTo>
                  <a:cubicBezTo>
                    <a:pt x="3223" y="3205"/>
                    <a:pt x="3170" y="3151"/>
                    <a:pt x="3103" y="3151"/>
                  </a:cubicBezTo>
                  <a:lnTo>
                    <a:pt x="2552" y="3151"/>
                  </a:lnTo>
                  <a:close/>
                  <a:moveTo>
                    <a:pt x="4448" y="700"/>
                  </a:moveTo>
                  <a:lnTo>
                    <a:pt x="4448" y="1442"/>
                  </a:lnTo>
                  <a:cubicBezTo>
                    <a:pt x="4448" y="1509"/>
                    <a:pt x="4501" y="1562"/>
                    <a:pt x="4568" y="1562"/>
                  </a:cubicBezTo>
                  <a:cubicBezTo>
                    <a:pt x="4634" y="1562"/>
                    <a:pt x="4688" y="1509"/>
                    <a:pt x="4688" y="1442"/>
                  </a:cubicBezTo>
                  <a:lnTo>
                    <a:pt x="4688" y="700"/>
                  </a:lnTo>
                  <a:cubicBezTo>
                    <a:pt x="4688" y="314"/>
                    <a:pt x="4374" y="0"/>
                    <a:pt x="3988" y="0"/>
                  </a:cubicBezTo>
                  <a:lnTo>
                    <a:pt x="604" y="0"/>
                  </a:lnTo>
                  <a:cubicBezTo>
                    <a:pt x="271" y="0"/>
                    <a:pt x="0" y="271"/>
                    <a:pt x="0" y="604"/>
                  </a:cubicBezTo>
                  <a:lnTo>
                    <a:pt x="0" y="1672"/>
                  </a:lnTo>
                  <a:cubicBezTo>
                    <a:pt x="0" y="1738"/>
                    <a:pt x="53" y="1792"/>
                    <a:pt x="120" y="1792"/>
                  </a:cubicBezTo>
                  <a:lnTo>
                    <a:pt x="566" y="1792"/>
                  </a:lnTo>
                  <a:cubicBezTo>
                    <a:pt x="632" y="1792"/>
                    <a:pt x="686" y="1738"/>
                    <a:pt x="686" y="1672"/>
                  </a:cubicBezTo>
                  <a:cubicBezTo>
                    <a:pt x="686" y="1606"/>
                    <a:pt x="632" y="1552"/>
                    <a:pt x="566" y="1552"/>
                  </a:cubicBezTo>
                  <a:lnTo>
                    <a:pt x="240" y="1552"/>
                  </a:lnTo>
                  <a:lnTo>
                    <a:pt x="240" y="604"/>
                  </a:lnTo>
                  <a:cubicBezTo>
                    <a:pt x="240" y="403"/>
                    <a:pt x="403" y="240"/>
                    <a:pt x="604" y="240"/>
                  </a:cubicBezTo>
                  <a:cubicBezTo>
                    <a:pt x="805" y="240"/>
                    <a:pt x="968" y="403"/>
                    <a:pt x="968" y="604"/>
                  </a:cubicBezTo>
                  <a:lnTo>
                    <a:pt x="968" y="4179"/>
                  </a:lnTo>
                  <a:cubicBezTo>
                    <a:pt x="968" y="4565"/>
                    <a:pt x="1282" y="4879"/>
                    <a:pt x="1668" y="4879"/>
                  </a:cubicBezTo>
                  <a:lnTo>
                    <a:pt x="3904" y="4879"/>
                  </a:lnTo>
                  <a:cubicBezTo>
                    <a:pt x="3970" y="4879"/>
                    <a:pt x="4024" y="4825"/>
                    <a:pt x="4024" y="4759"/>
                  </a:cubicBezTo>
                  <a:cubicBezTo>
                    <a:pt x="4024" y="4693"/>
                    <a:pt x="3970" y="4639"/>
                    <a:pt x="3904" y="4639"/>
                  </a:cubicBezTo>
                  <a:lnTo>
                    <a:pt x="1668" y="4639"/>
                  </a:lnTo>
                  <a:cubicBezTo>
                    <a:pt x="1415" y="4639"/>
                    <a:pt x="1208" y="4433"/>
                    <a:pt x="1208" y="4179"/>
                  </a:cubicBezTo>
                  <a:lnTo>
                    <a:pt x="1208" y="604"/>
                  </a:lnTo>
                  <a:cubicBezTo>
                    <a:pt x="1208" y="468"/>
                    <a:pt x="1163" y="341"/>
                    <a:pt x="1086" y="240"/>
                  </a:cubicBezTo>
                  <a:lnTo>
                    <a:pt x="3988" y="240"/>
                  </a:lnTo>
                  <a:cubicBezTo>
                    <a:pt x="4241" y="240"/>
                    <a:pt x="4448" y="446"/>
                    <a:pt x="4448" y="700"/>
                  </a:cubicBezTo>
                  <a:close/>
                  <a:moveTo>
                    <a:pt x="4787" y="2000"/>
                  </a:moveTo>
                  <a:lnTo>
                    <a:pt x="4568" y="2000"/>
                  </a:lnTo>
                  <a:cubicBezTo>
                    <a:pt x="4501" y="2000"/>
                    <a:pt x="4448" y="2054"/>
                    <a:pt x="4448" y="2120"/>
                  </a:cubicBezTo>
                  <a:cubicBezTo>
                    <a:pt x="4448" y="2187"/>
                    <a:pt x="4501" y="2240"/>
                    <a:pt x="4568" y="2240"/>
                  </a:cubicBezTo>
                  <a:lnTo>
                    <a:pt x="4787" y="2240"/>
                  </a:lnTo>
                  <a:cubicBezTo>
                    <a:pt x="4842" y="2240"/>
                    <a:pt x="4887" y="2285"/>
                    <a:pt x="4887" y="2340"/>
                  </a:cubicBezTo>
                  <a:lnTo>
                    <a:pt x="4887" y="3718"/>
                  </a:lnTo>
                  <a:cubicBezTo>
                    <a:pt x="4887" y="3785"/>
                    <a:pt x="4941" y="3838"/>
                    <a:pt x="5007" y="3838"/>
                  </a:cubicBezTo>
                  <a:cubicBezTo>
                    <a:pt x="5073" y="3838"/>
                    <a:pt x="5127" y="3785"/>
                    <a:pt x="5127" y="3718"/>
                  </a:cubicBezTo>
                  <a:lnTo>
                    <a:pt x="5127" y="2340"/>
                  </a:lnTo>
                  <a:cubicBezTo>
                    <a:pt x="5127" y="2153"/>
                    <a:pt x="4975" y="2000"/>
                    <a:pt x="4787" y="2000"/>
                  </a:cubicBezTo>
                  <a:close/>
                  <a:moveTo>
                    <a:pt x="4568" y="5139"/>
                  </a:moveTo>
                  <a:cubicBezTo>
                    <a:pt x="4501" y="5139"/>
                    <a:pt x="4448" y="5193"/>
                    <a:pt x="4448" y="5259"/>
                  </a:cubicBezTo>
                  <a:lnTo>
                    <a:pt x="4448" y="5281"/>
                  </a:lnTo>
                  <a:cubicBezTo>
                    <a:pt x="4448" y="5347"/>
                    <a:pt x="4501" y="5401"/>
                    <a:pt x="4568" y="5401"/>
                  </a:cubicBezTo>
                  <a:cubicBezTo>
                    <a:pt x="4634" y="5401"/>
                    <a:pt x="4688" y="5347"/>
                    <a:pt x="4688" y="5281"/>
                  </a:cubicBezTo>
                  <a:lnTo>
                    <a:pt x="4688" y="5259"/>
                  </a:lnTo>
                  <a:cubicBezTo>
                    <a:pt x="4688" y="5193"/>
                    <a:pt x="4634" y="5139"/>
                    <a:pt x="4568" y="5139"/>
                  </a:cubicBezTo>
                  <a:close/>
                  <a:moveTo>
                    <a:pt x="4568" y="2439"/>
                  </a:moveTo>
                  <a:cubicBezTo>
                    <a:pt x="4501" y="2439"/>
                    <a:pt x="4448" y="2492"/>
                    <a:pt x="4448" y="2559"/>
                  </a:cubicBezTo>
                  <a:lnTo>
                    <a:pt x="4448" y="4854"/>
                  </a:lnTo>
                  <a:cubicBezTo>
                    <a:pt x="4448" y="4920"/>
                    <a:pt x="4501" y="4974"/>
                    <a:pt x="4568" y="4974"/>
                  </a:cubicBezTo>
                  <a:cubicBezTo>
                    <a:pt x="4634" y="4974"/>
                    <a:pt x="4688" y="4920"/>
                    <a:pt x="4688" y="4854"/>
                  </a:cubicBezTo>
                  <a:lnTo>
                    <a:pt x="4688" y="2559"/>
                  </a:lnTo>
                  <a:cubicBezTo>
                    <a:pt x="4688" y="2492"/>
                    <a:pt x="4634" y="2439"/>
                    <a:pt x="4568" y="243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5262245" y="2901315"/>
            <a:ext cx="5995035" cy="1097915"/>
          </a:xfrm>
        </p:spPr>
        <p:txBody>
          <a:bodyPr/>
          <a:lstStyle/>
          <a:p>
            <a:pPr marL="0" indent="0"/>
            <a:r>
              <a:rPr lang="en-US" sz="6000" dirty="0">
                <a:latin typeface="Helvetica" charset="0"/>
                <a:cs typeface="Helvetica" charset="0"/>
              </a:rPr>
              <a:t>Anggota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788230" y="2976807"/>
            <a:ext cx="1175656" cy="102218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3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/01</a:t>
            </a:r>
            <a:endParaRPr lang="zh-CN" altLang="en-US" spc="100" dirty="0">
              <a:solidFill>
                <a:schemeClr val="accent3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746487" y="1711603"/>
            <a:ext cx="10763205" cy="4083608"/>
            <a:chOff x="757282" y="1700808"/>
            <a:chExt cx="10763205" cy="4083608"/>
          </a:xfrm>
        </p:grpSpPr>
        <p:grpSp>
          <p:nvGrpSpPr>
            <p:cNvPr id="6" name="2b751056-6b97-492c-b763-340acee7e99d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  <p:cNvGrpSpPr>
              <a:grpSpLocks noChangeAspect="1"/>
            </p:cNvGrpSpPr>
            <p:nvPr>
              <p:custDataLst>
                <p:tags r:id="rId2"/>
              </p:custDataLst>
            </p:nvPr>
          </p:nvGrpSpPr>
          <p:grpSpPr>
            <a:xfrm>
              <a:off x="757282" y="1700808"/>
              <a:ext cx="10763205" cy="4083608"/>
              <a:chOff x="1175743" y="1700808"/>
              <a:chExt cx="10344744" cy="4083608"/>
            </a:xfrm>
          </p:grpSpPr>
          <p:sp>
            <p:nvSpPr>
              <p:cNvPr id="7" name="iṡľïḑè"/>
              <p:cNvSpPr txBox="1"/>
              <p:nvPr/>
            </p:nvSpPr>
            <p:spPr bwMode="auto">
              <a:xfrm>
                <a:off x="3822192" y="1780800"/>
                <a:ext cx="7698295" cy="4003616"/>
              </a:xfrm>
              <a:prstGeom prst="rect">
                <a:avLst/>
              </a:prstGeom>
              <a:noFill/>
            </p:spPr>
            <p:txBody>
              <a:bodyPr wrap="square" tIns="0" anchor="t">
                <a:noAutofit/>
              </a:bodyPr>
              <a:lstStyle>
                <a:defPPr>
                  <a:defRPr lang="zh-CN"/>
                </a:defPPr>
                <a:lvl1pPr>
                  <a:defRPr sz="1600" b="1">
                    <a:latin typeface="Arial" panose="020B0604020202020204" pitchFamily="34" charset="0"/>
                    <a:ea typeface="Microsoft YaHei" panose="020B0503020204020204" pitchFamily="34" charset="-122"/>
                    <a:cs typeface="+mn-ea"/>
                  </a:defRPr>
                </a:lvl1pPr>
                <a:lvl2pPr marL="742950" indent="-28575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9pPr>
              </a:lstStyle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altLang="zh-CN" b="0" dirty="0">
                    <a:latin typeface="+mn-lt"/>
                    <a:ea typeface="+mn-ea"/>
                    <a:sym typeface="+mn-lt"/>
                  </a:rPr>
                  <a:t>Muhammad Aulia Alfani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altLang="zh-CN" b="0" dirty="0">
                    <a:latin typeface="+mn-lt"/>
                    <a:ea typeface="+mn-ea"/>
                    <a:sym typeface="+mn-lt"/>
                  </a:rPr>
                  <a:t>Muhammad 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altLang="zh-CN" b="0" dirty="0">
                    <a:latin typeface="+mn-lt"/>
                    <a:ea typeface="+mn-ea"/>
                    <a:sym typeface="+mn-lt"/>
                  </a:rPr>
                  <a:t>torikk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altLang="zh-CN" b="0" dirty="0">
                    <a:latin typeface="+mn-lt"/>
                    <a:ea typeface="+mn-ea"/>
                    <a:sym typeface="+mn-lt"/>
                  </a:rPr>
                  <a:t> Prototype</a:t>
                </a:r>
              </a:p>
            </p:txBody>
          </p:sp>
          <p:cxnSp>
            <p:nvCxnSpPr>
              <p:cNvPr id="8" name="直接连接符 7"/>
              <p:cNvCxnSpPr/>
              <p:nvPr/>
            </p:nvCxnSpPr>
            <p:spPr>
              <a:xfrm>
                <a:off x="3696888" y="1780800"/>
                <a:ext cx="0" cy="4003616"/>
              </a:xfrm>
              <a:prstGeom prst="line">
                <a:avLst/>
              </a:prstGeom>
              <a:solidFill>
                <a:srgbClr val="FFCC00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9" name="išľïḋé"/>
              <p:cNvSpPr txBox="1"/>
              <p:nvPr/>
            </p:nvSpPr>
            <p:spPr>
              <a:xfrm>
                <a:off x="1175743" y="1700808"/>
                <a:ext cx="2521108" cy="52197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tr-TR" sz="2800" b="1" dirty="0">
                    <a:solidFill>
                      <a:schemeClr val="accent1"/>
                    </a:solidFill>
                    <a:cs typeface="+mn-ea"/>
                    <a:sym typeface="+mn-lt"/>
                  </a:rPr>
                  <a:t>KELOMPOK 1</a:t>
                </a:r>
              </a:p>
            </p:txBody>
          </p:sp>
        </p:grpSp>
        <p:sp>
          <p:nvSpPr>
            <p:cNvPr id="10" name="poetry_91022"/>
            <p:cNvSpPr>
              <a:spLocks noChangeAspect="1"/>
            </p:cNvSpPr>
            <p:nvPr/>
          </p:nvSpPr>
          <p:spPr bwMode="auto">
            <a:xfrm>
              <a:off x="2379533" y="4867348"/>
              <a:ext cx="870506" cy="915667"/>
            </a:xfrm>
            <a:custGeom>
              <a:avLst/>
              <a:gdLst>
                <a:gd name="T0" fmla="*/ 3353 w 5127"/>
                <a:gd name="T1" fmla="*/ 1728 h 5401"/>
                <a:gd name="T2" fmla="*/ 2183 w 5127"/>
                <a:gd name="T3" fmla="*/ 1608 h 5401"/>
                <a:gd name="T4" fmla="*/ 3353 w 5127"/>
                <a:gd name="T5" fmla="*/ 1488 h 5401"/>
                <a:gd name="T6" fmla="*/ 3103 w 5127"/>
                <a:gd name="T7" fmla="*/ 2231 h 5401"/>
                <a:gd name="T8" fmla="*/ 3103 w 5127"/>
                <a:gd name="T9" fmla="*/ 1991 h 5401"/>
                <a:gd name="T10" fmla="*/ 2432 w 5127"/>
                <a:gd name="T11" fmla="*/ 2111 h 5401"/>
                <a:gd name="T12" fmla="*/ 3103 w 5127"/>
                <a:gd name="T13" fmla="*/ 2231 h 5401"/>
                <a:gd name="T14" fmla="*/ 3353 w 5127"/>
                <a:gd name="T15" fmla="*/ 2648 h 5401"/>
                <a:gd name="T16" fmla="*/ 2183 w 5127"/>
                <a:gd name="T17" fmla="*/ 2768 h 5401"/>
                <a:gd name="T18" fmla="*/ 3353 w 5127"/>
                <a:gd name="T19" fmla="*/ 2888 h 5401"/>
                <a:gd name="T20" fmla="*/ 2552 w 5127"/>
                <a:gd name="T21" fmla="*/ 3151 h 5401"/>
                <a:gd name="T22" fmla="*/ 2552 w 5127"/>
                <a:gd name="T23" fmla="*/ 3391 h 5401"/>
                <a:gd name="T24" fmla="*/ 3223 w 5127"/>
                <a:gd name="T25" fmla="*/ 3271 h 5401"/>
                <a:gd name="T26" fmla="*/ 2552 w 5127"/>
                <a:gd name="T27" fmla="*/ 3151 h 5401"/>
                <a:gd name="T28" fmla="*/ 4448 w 5127"/>
                <a:gd name="T29" fmla="*/ 1442 h 5401"/>
                <a:gd name="T30" fmla="*/ 4688 w 5127"/>
                <a:gd name="T31" fmla="*/ 1442 h 5401"/>
                <a:gd name="T32" fmla="*/ 3988 w 5127"/>
                <a:gd name="T33" fmla="*/ 0 h 5401"/>
                <a:gd name="T34" fmla="*/ 0 w 5127"/>
                <a:gd name="T35" fmla="*/ 604 h 5401"/>
                <a:gd name="T36" fmla="*/ 120 w 5127"/>
                <a:gd name="T37" fmla="*/ 1792 h 5401"/>
                <a:gd name="T38" fmla="*/ 686 w 5127"/>
                <a:gd name="T39" fmla="*/ 1672 h 5401"/>
                <a:gd name="T40" fmla="*/ 240 w 5127"/>
                <a:gd name="T41" fmla="*/ 1552 h 5401"/>
                <a:gd name="T42" fmla="*/ 604 w 5127"/>
                <a:gd name="T43" fmla="*/ 240 h 5401"/>
                <a:gd name="T44" fmla="*/ 968 w 5127"/>
                <a:gd name="T45" fmla="*/ 4179 h 5401"/>
                <a:gd name="T46" fmla="*/ 3904 w 5127"/>
                <a:gd name="T47" fmla="*/ 4879 h 5401"/>
                <a:gd name="T48" fmla="*/ 3904 w 5127"/>
                <a:gd name="T49" fmla="*/ 4639 h 5401"/>
                <a:gd name="T50" fmla="*/ 1208 w 5127"/>
                <a:gd name="T51" fmla="*/ 4179 h 5401"/>
                <a:gd name="T52" fmla="*/ 1086 w 5127"/>
                <a:gd name="T53" fmla="*/ 240 h 5401"/>
                <a:gd name="T54" fmla="*/ 4448 w 5127"/>
                <a:gd name="T55" fmla="*/ 700 h 5401"/>
                <a:gd name="T56" fmla="*/ 4568 w 5127"/>
                <a:gd name="T57" fmla="*/ 2000 h 5401"/>
                <a:gd name="T58" fmla="*/ 4568 w 5127"/>
                <a:gd name="T59" fmla="*/ 2240 h 5401"/>
                <a:gd name="T60" fmla="*/ 4887 w 5127"/>
                <a:gd name="T61" fmla="*/ 2340 h 5401"/>
                <a:gd name="T62" fmla="*/ 5007 w 5127"/>
                <a:gd name="T63" fmla="*/ 3838 h 5401"/>
                <a:gd name="T64" fmla="*/ 5127 w 5127"/>
                <a:gd name="T65" fmla="*/ 2340 h 5401"/>
                <a:gd name="T66" fmla="*/ 4568 w 5127"/>
                <a:gd name="T67" fmla="*/ 5139 h 5401"/>
                <a:gd name="T68" fmla="*/ 4448 w 5127"/>
                <a:gd name="T69" fmla="*/ 5281 h 5401"/>
                <a:gd name="T70" fmla="*/ 4688 w 5127"/>
                <a:gd name="T71" fmla="*/ 5281 h 5401"/>
                <a:gd name="T72" fmla="*/ 4568 w 5127"/>
                <a:gd name="T73" fmla="*/ 5139 h 5401"/>
                <a:gd name="T74" fmla="*/ 4448 w 5127"/>
                <a:gd name="T75" fmla="*/ 2559 h 5401"/>
                <a:gd name="T76" fmla="*/ 4568 w 5127"/>
                <a:gd name="T77" fmla="*/ 4974 h 5401"/>
                <a:gd name="T78" fmla="*/ 4688 w 5127"/>
                <a:gd name="T79" fmla="*/ 2559 h 5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127" h="5401">
                  <a:moveTo>
                    <a:pt x="3473" y="1608"/>
                  </a:moveTo>
                  <a:cubicBezTo>
                    <a:pt x="3473" y="1674"/>
                    <a:pt x="3419" y="1728"/>
                    <a:pt x="3353" y="1728"/>
                  </a:cubicBezTo>
                  <a:lnTo>
                    <a:pt x="2303" y="1728"/>
                  </a:lnTo>
                  <a:cubicBezTo>
                    <a:pt x="2236" y="1728"/>
                    <a:pt x="2183" y="1674"/>
                    <a:pt x="2183" y="1608"/>
                  </a:cubicBezTo>
                  <a:cubicBezTo>
                    <a:pt x="2183" y="1542"/>
                    <a:pt x="2236" y="1488"/>
                    <a:pt x="2303" y="1488"/>
                  </a:cubicBezTo>
                  <a:lnTo>
                    <a:pt x="3353" y="1488"/>
                  </a:lnTo>
                  <a:cubicBezTo>
                    <a:pt x="3419" y="1488"/>
                    <a:pt x="3473" y="1542"/>
                    <a:pt x="3473" y="1608"/>
                  </a:cubicBezTo>
                  <a:close/>
                  <a:moveTo>
                    <a:pt x="3103" y="2231"/>
                  </a:moveTo>
                  <a:cubicBezTo>
                    <a:pt x="3170" y="2231"/>
                    <a:pt x="3223" y="2178"/>
                    <a:pt x="3223" y="2111"/>
                  </a:cubicBezTo>
                  <a:cubicBezTo>
                    <a:pt x="3223" y="2045"/>
                    <a:pt x="3170" y="1991"/>
                    <a:pt x="3103" y="1991"/>
                  </a:cubicBezTo>
                  <a:lnTo>
                    <a:pt x="2552" y="1991"/>
                  </a:lnTo>
                  <a:cubicBezTo>
                    <a:pt x="2486" y="1991"/>
                    <a:pt x="2432" y="2045"/>
                    <a:pt x="2432" y="2111"/>
                  </a:cubicBezTo>
                  <a:cubicBezTo>
                    <a:pt x="2432" y="2178"/>
                    <a:pt x="2486" y="2231"/>
                    <a:pt x="2552" y="2231"/>
                  </a:cubicBezTo>
                  <a:lnTo>
                    <a:pt x="3103" y="2231"/>
                  </a:lnTo>
                  <a:close/>
                  <a:moveTo>
                    <a:pt x="3473" y="2768"/>
                  </a:moveTo>
                  <a:cubicBezTo>
                    <a:pt x="3473" y="2701"/>
                    <a:pt x="3419" y="2648"/>
                    <a:pt x="3353" y="2648"/>
                  </a:cubicBezTo>
                  <a:lnTo>
                    <a:pt x="2303" y="2648"/>
                  </a:lnTo>
                  <a:cubicBezTo>
                    <a:pt x="2236" y="2648"/>
                    <a:pt x="2183" y="2701"/>
                    <a:pt x="2183" y="2768"/>
                  </a:cubicBezTo>
                  <a:cubicBezTo>
                    <a:pt x="2183" y="2834"/>
                    <a:pt x="2236" y="2888"/>
                    <a:pt x="2303" y="2888"/>
                  </a:cubicBezTo>
                  <a:lnTo>
                    <a:pt x="3353" y="2888"/>
                  </a:lnTo>
                  <a:cubicBezTo>
                    <a:pt x="3419" y="2888"/>
                    <a:pt x="3473" y="2834"/>
                    <a:pt x="3473" y="2768"/>
                  </a:cubicBezTo>
                  <a:close/>
                  <a:moveTo>
                    <a:pt x="2552" y="3151"/>
                  </a:moveTo>
                  <a:cubicBezTo>
                    <a:pt x="2486" y="3151"/>
                    <a:pt x="2432" y="3205"/>
                    <a:pt x="2432" y="3271"/>
                  </a:cubicBezTo>
                  <a:cubicBezTo>
                    <a:pt x="2432" y="3338"/>
                    <a:pt x="2486" y="3391"/>
                    <a:pt x="2552" y="3391"/>
                  </a:cubicBezTo>
                  <a:lnTo>
                    <a:pt x="3103" y="3391"/>
                  </a:lnTo>
                  <a:cubicBezTo>
                    <a:pt x="3170" y="3391"/>
                    <a:pt x="3223" y="3338"/>
                    <a:pt x="3223" y="3271"/>
                  </a:cubicBezTo>
                  <a:cubicBezTo>
                    <a:pt x="3223" y="3205"/>
                    <a:pt x="3170" y="3151"/>
                    <a:pt x="3103" y="3151"/>
                  </a:cubicBezTo>
                  <a:lnTo>
                    <a:pt x="2552" y="3151"/>
                  </a:lnTo>
                  <a:close/>
                  <a:moveTo>
                    <a:pt x="4448" y="700"/>
                  </a:moveTo>
                  <a:lnTo>
                    <a:pt x="4448" y="1442"/>
                  </a:lnTo>
                  <a:cubicBezTo>
                    <a:pt x="4448" y="1509"/>
                    <a:pt x="4501" y="1562"/>
                    <a:pt x="4568" y="1562"/>
                  </a:cubicBezTo>
                  <a:cubicBezTo>
                    <a:pt x="4634" y="1562"/>
                    <a:pt x="4688" y="1509"/>
                    <a:pt x="4688" y="1442"/>
                  </a:cubicBezTo>
                  <a:lnTo>
                    <a:pt x="4688" y="700"/>
                  </a:lnTo>
                  <a:cubicBezTo>
                    <a:pt x="4688" y="314"/>
                    <a:pt x="4374" y="0"/>
                    <a:pt x="3988" y="0"/>
                  </a:cubicBezTo>
                  <a:lnTo>
                    <a:pt x="604" y="0"/>
                  </a:lnTo>
                  <a:cubicBezTo>
                    <a:pt x="271" y="0"/>
                    <a:pt x="0" y="271"/>
                    <a:pt x="0" y="604"/>
                  </a:cubicBezTo>
                  <a:lnTo>
                    <a:pt x="0" y="1672"/>
                  </a:lnTo>
                  <a:cubicBezTo>
                    <a:pt x="0" y="1738"/>
                    <a:pt x="53" y="1792"/>
                    <a:pt x="120" y="1792"/>
                  </a:cubicBezTo>
                  <a:lnTo>
                    <a:pt x="566" y="1792"/>
                  </a:lnTo>
                  <a:cubicBezTo>
                    <a:pt x="632" y="1792"/>
                    <a:pt x="686" y="1738"/>
                    <a:pt x="686" y="1672"/>
                  </a:cubicBezTo>
                  <a:cubicBezTo>
                    <a:pt x="686" y="1606"/>
                    <a:pt x="632" y="1552"/>
                    <a:pt x="566" y="1552"/>
                  </a:cubicBezTo>
                  <a:lnTo>
                    <a:pt x="240" y="1552"/>
                  </a:lnTo>
                  <a:lnTo>
                    <a:pt x="240" y="604"/>
                  </a:lnTo>
                  <a:cubicBezTo>
                    <a:pt x="240" y="403"/>
                    <a:pt x="403" y="240"/>
                    <a:pt x="604" y="240"/>
                  </a:cubicBezTo>
                  <a:cubicBezTo>
                    <a:pt x="805" y="240"/>
                    <a:pt x="968" y="403"/>
                    <a:pt x="968" y="604"/>
                  </a:cubicBezTo>
                  <a:lnTo>
                    <a:pt x="968" y="4179"/>
                  </a:lnTo>
                  <a:cubicBezTo>
                    <a:pt x="968" y="4565"/>
                    <a:pt x="1282" y="4879"/>
                    <a:pt x="1668" y="4879"/>
                  </a:cubicBezTo>
                  <a:lnTo>
                    <a:pt x="3904" y="4879"/>
                  </a:lnTo>
                  <a:cubicBezTo>
                    <a:pt x="3970" y="4879"/>
                    <a:pt x="4024" y="4825"/>
                    <a:pt x="4024" y="4759"/>
                  </a:cubicBezTo>
                  <a:cubicBezTo>
                    <a:pt x="4024" y="4693"/>
                    <a:pt x="3970" y="4639"/>
                    <a:pt x="3904" y="4639"/>
                  </a:cubicBezTo>
                  <a:lnTo>
                    <a:pt x="1668" y="4639"/>
                  </a:lnTo>
                  <a:cubicBezTo>
                    <a:pt x="1415" y="4639"/>
                    <a:pt x="1208" y="4433"/>
                    <a:pt x="1208" y="4179"/>
                  </a:cubicBezTo>
                  <a:lnTo>
                    <a:pt x="1208" y="604"/>
                  </a:lnTo>
                  <a:cubicBezTo>
                    <a:pt x="1208" y="468"/>
                    <a:pt x="1163" y="341"/>
                    <a:pt x="1086" y="240"/>
                  </a:cubicBezTo>
                  <a:lnTo>
                    <a:pt x="3988" y="240"/>
                  </a:lnTo>
                  <a:cubicBezTo>
                    <a:pt x="4241" y="240"/>
                    <a:pt x="4448" y="446"/>
                    <a:pt x="4448" y="700"/>
                  </a:cubicBezTo>
                  <a:close/>
                  <a:moveTo>
                    <a:pt x="4787" y="2000"/>
                  </a:moveTo>
                  <a:lnTo>
                    <a:pt x="4568" y="2000"/>
                  </a:lnTo>
                  <a:cubicBezTo>
                    <a:pt x="4501" y="2000"/>
                    <a:pt x="4448" y="2054"/>
                    <a:pt x="4448" y="2120"/>
                  </a:cubicBezTo>
                  <a:cubicBezTo>
                    <a:pt x="4448" y="2187"/>
                    <a:pt x="4501" y="2240"/>
                    <a:pt x="4568" y="2240"/>
                  </a:cubicBezTo>
                  <a:lnTo>
                    <a:pt x="4787" y="2240"/>
                  </a:lnTo>
                  <a:cubicBezTo>
                    <a:pt x="4842" y="2240"/>
                    <a:pt x="4887" y="2285"/>
                    <a:pt x="4887" y="2340"/>
                  </a:cubicBezTo>
                  <a:lnTo>
                    <a:pt x="4887" y="3718"/>
                  </a:lnTo>
                  <a:cubicBezTo>
                    <a:pt x="4887" y="3785"/>
                    <a:pt x="4941" y="3838"/>
                    <a:pt x="5007" y="3838"/>
                  </a:cubicBezTo>
                  <a:cubicBezTo>
                    <a:pt x="5073" y="3838"/>
                    <a:pt x="5127" y="3785"/>
                    <a:pt x="5127" y="3718"/>
                  </a:cubicBezTo>
                  <a:lnTo>
                    <a:pt x="5127" y="2340"/>
                  </a:lnTo>
                  <a:cubicBezTo>
                    <a:pt x="5127" y="2153"/>
                    <a:pt x="4975" y="2000"/>
                    <a:pt x="4787" y="2000"/>
                  </a:cubicBezTo>
                  <a:close/>
                  <a:moveTo>
                    <a:pt x="4568" y="5139"/>
                  </a:moveTo>
                  <a:cubicBezTo>
                    <a:pt x="4501" y="5139"/>
                    <a:pt x="4448" y="5193"/>
                    <a:pt x="4448" y="5259"/>
                  </a:cubicBezTo>
                  <a:lnTo>
                    <a:pt x="4448" y="5281"/>
                  </a:lnTo>
                  <a:cubicBezTo>
                    <a:pt x="4448" y="5347"/>
                    <a:pt x="4501" y="5401"/>
                    <a:pt x="4568" y="5401"/>
                  </a:cubicBezTo>
                  <a:cubicBezTo>
                    <a:pt x="4634" y="5401"/>
                    <a:pt x="4688" y="5347"/>
                    <a:pt x="4688" y="5281"/>
                  </a:cubicBezTo>
                  <a:lnTo>
                    <a:pt x="4688" y="5259"/>
                  </a:lnTo>
                  <a:cubicBezTo>
                    <a:pt x="4688" y="5193"/>
                    <a:pt x="4634" y="5139"/>
                    <a:pt x="4568" y="5139"/>
                  </a:cubicBezTo>
                  <a:close/>
                  <a:moveTo>
                    <a:pt x="4568" y="2439"/>
                  </a:moveTo>
                  <a:cubicBezTo>
                    <a:pt x="4501" y="2439"/>
                    <a:pt x="4448" y="2492"/>
                    <a:pt x="4448" y="2559"/>
                  </a:cubicBezTo>
                  <a:lnTo>
                    <a:pt x="4448" y="4854"/>
                  </a:lnTo>
                  <a:cubicBezTo>
                    <a:pt x="4448" y="4920"/>
                    <a:pt x="4501" y="4974"/>
                    <a:pt x="4568" y="4974"/>
                  </a:cubicBezTo>
                  <a:cubicBezTo>
                    <a:pt x="4634" y="4974"/>
                    <a:pt x="4688" y="4920"/>
                    <a:pt x="4688" y="4854"/>
                  </a:cubicBezTo>
                  <a:lnTo>
                    <a:pt x="4688" y="2559"/>
                  </a:lnTo>
                  <a:cubicBezTo>
                    <a:pt x="4688" y="2492"/>
                    <a:pt x="4634" y="2439"/>
                    <a:pt x="4568" y="243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5113655" y="2847340"/>
            <a:ext cx="4544695" cy="1282065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rgbClr val="5B31B8"/>
                </a:solidFill>
                <a:latin typeface="SF Pro Display" charset="0"/>
                <a:cs typeface="SF Pro Display" charset="0"/>
              </a:rPr>
              <a:t>Tujuan dan Metode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788230" y="2976807"/>
            <a:ext cx="1175656" cy="102218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3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/02</a:t>
            </a:r>
            <a:endParaRPr lang="zh-CN" altLang="en-US" spc="100" dirty="0">
              <a:solidFill>
                <a:schemeClr val="accent3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d-ID"/>
              <a:t>Tujuan Program</a:t>
            </a:r>
          </a:p>
        </p:txBody>
      </p:sp>
      <p:sp>
        <p:nvSpPr>
          <p:cNvPr id="3" name="Placeholder Tek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altLang="id-ID" sz="2400" dirty="0">
                <a:cs typeface="+mn-lt"/>
                <a:sym typeface="+mn-ea"/>
              </a:rPr>
              <a:t>	</a:t>
            </a:r>
            <a:r>
              <a:rPr lang="id-ID" sz="2400" dirty="0">
                <a:cs typeface="+mn-lt"/>
                <a:sym typeface="+mn-ea"/>
              </a:rPr>
              <a:t>Program ini dibuat utuk admin dan mahasiswa</a:t>
            </a:r>
            <a:r>
              <a:rPr lang="en-US" altLang="id-ID" sz="2400" dirty="0">
                <a:cs typeface="+mn-lt"/>
                <a:sym typeface="+mn-ea"/>
              </a:rPr>
              <a:t>. Pengaksesan</a:t>
            </a:r>
            <a:r>
              <a:rPr lang="id-ID" sz="2400" dirty="0">
                <a:cs typeface="+mn-lt"/>
                <a:sym typeface="+mn-ea"/>
              </a:rPr>
              <a:t> dengan </a:t>
            </a:r>
            <a:r>
              <a:rPr lang="en-US" altLang="id-ID" sz="2400" dirty="0">
                <a:cs typeface="+mn-lt"/>
                <a:sym typeface="+mn-ea"/>
              </a:rPr>
              <a:t>terlebih dahulu membuat </a:t>
            </a:r>
            <a:r>
              <a:rPr lang="id-ID" sz="2400" i="1" dirty="0">
                <a:cs typeface="+mn-lt"/>
                <a:sym typeface="+mn-ea"/>
              </a:rPr>
              <a:t>username</a:t>
            </a:r>
            <a:r>
              <a:rPr lang="id-ID" sz="2400" dirty="0">
                <a:cs typeface="+mn-lt"/>
                <a:sym typeface="+mn-ea"/>
              </a:rPr>
              <a:t> dan </a:t>
            </a:r>
            <a:r>
              <a:rPr lang="id-ID" sz="2400" i="1" dirty="0">
                <a:cs typeface="+mn-lt"/>
                <a:sym typeface="+mn-ea"/>
              </a:rPr>
              <a:t>password</a:t>
            </a:r>
            <a:r>
              <a:rPr lang="id-ID" sz="2400" dirty="0">
                <a:cs typeface="+mn-lt"/>
                <a:sym typeface="+mn-ea"/>
              </a:rPr>
              <a:t>.  Program ini bertujuan untuk mendukung kemudahan data dalam proses </a:t>
            </a:r>
            <a:r>
              <a:rPr lang="en-US" altLang="id-ID" sz="2400" dirty="0">
                <a:cs typeface="+mn-lt"/>
                <a:sym typeface="+mn-ea"/>
              </a:rPr>
              <a:t>pemesanan dan akumulasi total harga yang i</a:t>
            </a:r>
            <a:r>
              <a:rPr lang="id-ID" sz="2400" dirty="0">
                <a:cs typeface="+mn-lt"/>
                <a:sym typeface="+mn-ea"/>
              </a:rPr>
              <a:t>ngin dilakukan dan mempermudah </a:t>
            </a:r>
            <a:r>
              <a:rPr lang="en-US" altLang="id-ID" sz="2400" dirty="0">
                <a:cs typeface="+mn-lt"/>
                <a:sym typeface="+mn-ea"/>
              </a:rPr>
              <a:t>penjual dalam</a:t>
            </a:r>
            <a:r>
              <a:rPr lang="id-ID" sz="2400" dirty="0">
                <a:cs typeface="+mn-lt"/>
                <a:sym typeface="+mn-ea"/>
              </a:rPr>
              <a:t> mengelola </a:t>
            </a:r>
            <a:r>
              <a:rPr lang="en-US" altLang="id-ID" sz="2400" dirty="0">
                <a:cs typeface="+mn-lt"/>
                <a:sym typeface="+mn-ea"/>
              </a:rPr>
              <a:t>pemesanan.</a:t>
            </a:r>
          </a:p>
          <a:p>
            <a:pPr algn="just"/>
            <a:endParaRPr lang="id-ID" sz="2400" dirty="0">
              <a:solidFill>
                <a:schemeClr val="tx1"/>
              </a:solidFill>
              <a:cs typeface="+mn-lt"/>
            </a:endParaRPr>
          </a:p>
          <a:p>
            <a:pPr lvl="0" algn="just"/>
            <a:r>
              <a:rPr lang="id-ID" sz="2400" dirty="0">
                <a:cs typeface="+mn-lt"/>
                <a:sym typeface="+mn-ea"/>
              </a:rPr>
              <a:t> </a:t>
            </a:r>
            <a:endParaRPr lang="id-ID" sz="2400" dirty="0">
              <a:solidFill>
                <a:schemeClr val="tx1"/>
              </a:solidFill>
              <a:cs typeface="+mn-lt"/>
            </a:endParaRPr>
          </a:p>
          <a:p>
            <a:pPr algn="just"/>
            <a:endParaRPr lang="id-ID" altLang="en-US" sz="2400" dirty="0">
              <a:solidFill>
                <a:schemeClr val="tx1"/>
              </a:solidFill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d-ID"/>
              <a:t>Metode </a:t>
            </a:r>
          </a:p>
        </p:txBody>
      </p:sp>
      <p:sp>
        <p:nvSpPr>
          <p:cNvPr id="3" name="Placeholder Tek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 algn="just">
              <a:lnSpc>
                <a:spcPct val="150000"/>
              </a:lnSpc>
            </a:pPr>
            <a:r>
              <a:rPr lang="en-US" altLang="id-ID" sz="2800">
                <a:solidFill>
                  <a:schemeClr val="tx1"/>
                </a:solidFill>
              </a:rPr>
              <a:t>	Aplikasi menggunakan implementasi Arraylist, karena arraylist lebih fleksibel dan pada saat aplikasi dijalankan dapat menambah ukurannya secara otomatis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282430" y="6240780"/>
            <a:ext cx="2909570" cy="206375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1209675" y="797560"/>
            <a:ext cx="9772650" cy="5262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/>
              <a:t>Pengenalan Array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/>
              <a:t>Array adalah struktur data yang menyimpan sekumpulan elemen yang bertipe sama.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/>
              <a:t>Setiaparray mempunyai2 bagian yaitu indeks dan elemen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/>
              <a:t>Indeks adalah sebuah nomor yang digunakan untuk menentukan urutan elemen-elemennya. Indeks bertipe integer dan selalu dimulai dari 0.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/>
              <a:t>Elemen merupakan isi dari array tersebut.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/>
          <p:cNvSpPr>
            <a:spLocks noGrp="1"/>
          </p:cNvSpPr>
          <p:nvPr>
            <p:ph type="title"/>
          </p:nvPr>
        </p:nvSpPr>
        <p:spPr>
          <a:xfrm>
            <a:off x="1214120" y="805815"/>
            <a:ext cx="5419090" cy="468630"/>
          </a:xfrm>
        </p:spPr>
        <p:txBody>
          <a:bodyPr/>
          <a:lstStyle/>
          <a:p>
            <a:r>
              <a:rPr lang="en-US" altLang="id-ID"/>
              <a:t>Array List</a:t>
            </a:r>
          </a:p>
        </p:txBody>
      </p:sp>
      <p:sp>
        <p:nvSpPr>
          <p:cNvPr id="3" name="Placeholder Teks 2"/>
          <p:cNvSpPr>
            <a:spLocks noGrp="1"/>
          </p:cNvSpPr>
          <p:nvPr>
            <p:ph type="body" idx="1"/>
          </p:nvPr>
        </p:nvSpPr>
        <p:spPr>
          <a:xfrm>
            <a:off x="520700" y="1353820"/>
            <a:ext cx="9098915" cy="3340735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altLang="en-US" sz="2800">
                <a:solidFill>
                  <a:schemeClr val="tx1"/>
                </a:solidFill>
              </a:rPr>
              <a:t>ArrayList pada umumnya memiliki sifat yang fleksibel dibandingkan dengan Array yang biasanya.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altLang="en-US" sz="2800">
                <a:solidFill>
                  <a:schemeClr val="tx1"/>
                </a:solidFill>
              </a:rPr>
              <a:t>ArrayList ini dapat menambah ukuran datanya secara dinamis atau otomatis saat program dijalankan.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altLang="en-US" sz="2800">
                <a:solidFill>
                  <a:schemeClr val="tx1"/>
                </a:solidFill>
              </a:rPr>
              <a:t>Data pun akan tersimpan secara sistematis atau berurutan.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5113655" y="2847340"/>
            <a:ext cx="3531235" cy="1282065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rgbClr val="5B31B8"/>
                </a:solidFill>
                <a:latin typeface="SF Pro Display" charset="0"/>
                <a:cs typeface="SF Pro Display" charset="0"/>
              </a:rPr>
              <a:t>Struktur Aplikasi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788230" y="2976807"/>
            <a:ext cx="1175656" cy="102218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3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/03</a:t>
            </a:r>
            <a:endParaRPr lang="zh-CN" altLang="en-US" spc="100" dirty="0">
              <a:solidFill>
                <a:schemeClr val="accent3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d-ID"/>
              <a:t>Struktur Aplikasi</a:t>
            </a:r>
          </a:p>
        </p:txBody>
      </p:sp>
      <p:sp>
        <p:nvSpPr>
          <p:cNvPr id="3" name="Placeholder Teks 2"/>
          <p:cNvSpPr>
            <a:spLocks noGrp="1"/>
          </p:cNvSpPr>
          <p:nvPr>
            <p:ph type="body" idx="1"/>
          </p:nvPr>
        </p:nvSpPr>
        <p:spPr>
          <a:xfrm>
            <a:off x="1310640" y="1459230"/>
            <a:ext cx="10816590" cy="4850130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id-ID" sz="2800"/>
              <a:t>Sign in dan Sign up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id-ID" sz="2800"/>
              <a:t>Menu Utama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id-ID" sz="2800"/>
              <a:t>Menu Makanan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id-ID" sz="2800"/>
              <a:t>Menu Minuman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id-ID" sz="2800"/>
              <a:t>Menu Camilan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id-ID" sz="2800"/>
              <a:t>Detail Pemesanan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id-ID" sz="2800"/>
              <a:t>Rincian Pemesanan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d-ID"/>
              <a:t>SIGN IN dan SIGN UP</a:t>
            </a:r>
          </a:p>
        </p:txBody>
      </p:sp>
      <p:pic>
        <p:nvPicPr>
          <p:cNvPr id="4" name="Gambar 3" descr="login-sign u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1425" y="1288415"/>
            <a:ext cx="2656840" cy="5019675"/>
          </a:xfrm>
          <a:prstGeom prst="rect">
            <a:avLst/>
          </a:prstGeom>
        </p:spPr>
      </p:pic>
      <p:pic>
        <p:nvPicPr>
          <p:cNvPr id="5" name="Gambar 4" descr="sign u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6105" y="1311910"/>
            <a:ext cx="2644775" cy="49961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d-ID"/>
              <a:t>Menu Utama</a:t>
            </a:r>
          </a:p>
        </p:txBody>
      </p:sp>
      <p:pic>
        <p:nvPicPr>
          <p:cNvPr id="6" name="Gambar 5" descr="Utam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7580" y="1288415"/>
            <a:ext cx="2656840" cy="50184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ersegi panjang 8"/>
          <p:cNvSpPr/>
          <p:nvPr/>
        </p:nvSpPr>
        <p:spPr>
          <a:xfrm>
            <a:off x="2197100" y="1522095"/>
            <a:ext cx="9246235" cy="4940300"/>
          </a:xfrm>
          <a:prstGeom prst="rect">
            <a:avLst/>
          </a:prstGeom>
          <a:solidFill>
            <a:schemeClr val="accent1">
              <a:alpha val="6000"/>
            </a:schemeClr>
          </a:solidFill>
          <a:ln>
            <a:noFill/>
          </a:ln>
          <a:effectLst>
            <a:outerShdw blurRad="50800" dist="50800" dir="5400000" algn="ctr" rotWithShape="0">
              <a:srgbClr val="000000">
                <a:alpha val="10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altLang="en-US"/>
          </a:p>
        </p:txBody>
      </p:sp>
      <p:sp>
        <p:nvSpPr>
          <p:cNvPr id="2" name="Judu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d-ID"/>
              <a:t>Sub Menu Utama</a:t>
            </a:r>
          </a:p>
        </p:txBody>
      </p:sp>
      <p:pic>
        <p:nvPicPr>
          <p:cNvPr id="3" name="Gambar 2" descr="Makana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305" y="1600200"/>
            <a:ext cx="2532380" cy="4784090"/>
          </a:xfrm>
          <a:prstGeom prst="rect">
            <a:avLst/>
          </a:prstGeom>
        </p:spPr>
      </p:pic>
      <p:pic>
        <p:nvPicPr>
          <p:cNvPr id="6" name="Gambar 5" descr="Minuma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4405" y="1600200"/>
            <a:ext cx="2532380" cy="4784090"/>
          </a:xfrm>
          <a:prstGeom prst="rect">
            <a:avLst/>
          </a:prstGeom>
        </p:spPr>
      </p:pic>
      <p:pic>
        <p:nvPicPr>
          <p:cNvPr id="7" name="Gambar 6" descr="Camila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0355" y="1600200"/>
            <a:ext cx="2532380" cy="47840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id-ID"/>
              <a:t>Rincian Pesanan</a:t>
            </a:r>
          </a:p>
        </p:txBody>
      </p:sp>
      <p:pic>
        <p:nvPicPr>
          <p:cNvPr id="4" name="Gambar 3" descr="Detai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560" y="1224915"/>
            <a:ext cx="2723515" cy="51441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d-ID"/>
              <a:t>Alur Flowchart</a:t>
            </a:r>
          </a:p>
        </p:txBody>
      </p:sp>
      <p:sp>
        <p:nvSpPr>
          <p:cNvPr id="3" name="Placeholder Tek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Preparation 3"/>
          <p:cNvSpPr/>
          <p:nvPr/>
        </p:nvSpPr>
        <p:spPr>
          <a:xfrm>
            <a:off x="2495600" y="421401"/>
            <a:ext cx="7046738" cy="945100"/>
          </a:xfrm>
          <a:prstGeom prst="flowChartPreparation">
            <a:avLst/>
          </a:prstGeom>
          <a:blipFill dpi="0" rotWithShape="1">
            <a:blip r:embed="rId2">
              <a:alphaModFix amt="87000"/>
            </a:blip>
            <a:srcRect/>
            <a:tile tx="0" ty="0" sx="100000" sy="100000" flip="none" algn="tl"/>
          </a:blipFill>
          <a:ln w="41275"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bg1"/>
                </a:solidFill>
              </a:rPr>
              <a:t>Memulai </a:t>
            </a:r>
          </a:p>
        </p:txBody>
      </p:sp>
      <p:sp>
        <p:nvSpPr>
          <p:cNvPr id="5" name="Rectangle 4"/>
          <p:cNvSpPr/>
          <p:nvPr/>
        </p:nvSpPr>
        <p:spPr>
          <a:xfrm>
            <a:off x="810260" y="1632585"/>
            <a:ext cx="10598785" cy="5029200"/>
          </a:xfrm>
          <a:prstGeom prst="rect">
            <a:avLst/>
          </a:prstGeom>
          <a:solidFill>
            <a:schemeClr val="accent4">
              <a:lumMod val="60000"/>
              <a:lumOff val="40000"/>
              <a:alpha val="79000"/>
            </a:schemeClr>
          </a:solidFill>
          <a:ln w="66675">
            <a:solidFill>
              <a:srgbClr val="6600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+mj-lt"/>
              <a:buAutoNum type="arabicPeriod"/>
            </a:pPr>
            <a:r>
              <a:rPr lang="en-US" altLang="id-ID" sz="3600" dirty="0">
                <a:solidFill>
                  <a:schemeClr val="bg1"/>
                </a:solidFill>
              </a:rPr>
              <a:t>Sign Up terlebih dahulu </a:t>
            </a:r>
            <a:r>
              <a:rPr lang="id-ID" sz="3600" dirty="0">
                <a:solidFill>
                  <a:schemeClr val="bg1"/>
                </a:solidFill>
              </a:rPr>
              <a:t>dengan memasukkan username </a:t>
            </a:r>
            <a:r>
              <a:rPr lang="en-US" altLang="id-ID" sz="3600" dirty="0">
                <a:solidFill>
                  <a:schemeClr val="bg1"/>
                </a:solidFill>
              </a:rPr>
              <a:t>, password </a:t>
            </a:r>
            <a:r>
              <a:rPr lang="id-ID" sz="3600" dirty="0">
                <a:solidFill>
                  <a:schemeClr val="bg1"/>
                </a:solidFill>
              </a:rPr>
              <a:t>dan </a:t>
            </a:r>
            <a:r>
              <a:rPr lang="en-US" altLang="id-ID" sz="3600" dirty="0">
                <a:solidFill>
                  <a:schemeClr val="bg1"/>
                </a:solidFill>
              </a:rPr>
              <a:t>alamat</a:t>
            </a:r>
            <a:r>
              <a:rPr lang="id-ID" sz="3600" dirty="0">
                <a:solidFill>
                  <a:schemeClr val="bg1"/>
                </a:solidFill>
              </a:rPr>
              <a:t>. 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id-ID" sz="3600" dirty="0">
                <a:solidFill>
                  <a:schemeClr val="bg1"/>
                </a:solidFill>
              </a:rPr>
              <a:t>Akan muncul menu Utama</a:t>
            </a:r>
            <a:endParaRPr lang="id-ID" sz="3600" dirty="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id-ID" sz="3600" dirty="0">
                <a:solidFill>
                  <a:schemeClr val="bg1"/>
                </a:solidFill>
              </a:rPr>
              <a:t>Pilih Makanan , Minuman atau Camilan</a:t>
            </a:r>
            <a:r>
              <a:rPr lang="id-ID" sz="3600" dirty="0">
                <a:solidFill>
                  <a:schemeClr val="bg1"/>
                </a:solidFill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id-ID" sz="3600" dirty="0">
                <a:solidFill>
                  <a:schemeClr val="bg1"/>
                </a:solidFill>
              </a:rPr>
              <a:t>Lalu </a:t>
            </a:r>
            <a:r>
              <a:rPr lang="en-US" altLang="id-ID" sz="3600" dirty="0">
                <a:solidFill>
                  <a:schemeClr val="bg1"/>
                </a:solidFill>
              </a:rPr>
              <a:t>masukkan jumlah pemesanan dan akan muncuk frame detail pemesanan  makan </a:t>
            </a:r>
            <a:r>
              <a:rPr lang="id-ID" sz="3600" dirty="0">
                <a:solidFill>
                  <a:schemeClr val="bg1"/>
                </a:solidFill>
              </a:rPr>
              <a:t>o</a:t>
            </a:r>
            <a:r>
              <a:rPr lang="en-US" altLang="id-ID" sz="3600" dirty="0">
                <a:solidFill>
                  <a:schemeClr val="bg1"/>
                </a:solidFill>
              </a:rPr>
              <a:t>to</a:t>
            </a:r>
            <a:r>
              <a:rPr lang="id-ID" sz="3600" dirty="0">
                <a:solidFill>
                  <a:schemeClr val="bg1"/>
                </a:solidFill>
              </a:rPr>
              <a:t>matis data baru telah disimpan  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Preparation 1"/>
          <p:cNvSpPr/>
          <p:nvPr/>
        </p:nvSpPr>
        <p:spPr>
          <a:xfrm>
            <a:off x="2289622" y="188640"/>
            <a:ext cx="7550794" cy="945100"/>
          </a:xfrm>
          <a:prstGeom prst="flowChartPreparation">
            <a:avLst/>
          </a:prstGeom>
          <a:solidFill>
            <a:schemeClr val="accent2">
              <a:lumMod val="60000"/>
              <a:lumOff val="40000"/>
            </a:schemeClr>
          </a:solidFill>
          <a:ln w="412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>
                <a:solidFill>
                  <a:schemeClr val="bg1"/>
                </a:solidFill>
              </a:rPr>
              <a:t>Pe</a:t>
            </a:r>
            <a:r>
              <a:rPr lang="id-ID" sz="4000" dirty="0">
                <a:solidFill>
                  <a:schemeClr val="bg1"/>
                </a:solidFill>
              </a:rPr>
              <a:t>ngubahan/Update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1919536" y="1366501"/>
            <a:ext cx="8351653" cy="5374867"/>
          </a:xfrm>
          <a:prstGeom prst="rect">
            <a:avLst/>
          </a:prstGeom>
          <a:solidFill>
            <a:schemeClr val="accent4">
              <a:lumMod val="60000"/>
              <a:lumOff val="40000"/>
              <a:alpha val="79000"/>
            </a:schemeClr>
          </a:solidFill>
          <a:ln w="66675">
            <a:solidFill>
              <a:srgbClr val="6600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+mj-lt"/>
              <a:buAutoNum type="arabicPeriod"/>
            </a:pPr>
            <a:r>
              <a:rPr lang="id-ID" sz="2800" dirty="0">
                <a:solidFill>
                  <a:schemeClr val="bg1"/>
                </a:solidFill>
              </a:rPr>
              <a:t>Log in dengan memasukkan akun username dan password. </a:t>
            </a:r>
          </a:p>
          <a:p>
            <a:pPr marL="457200" indent="-457200">
              <a:buFont typeface="+mj-lt"/>
              <a:buAutoNum type="arabicPeriod"/>
            </a:pPr>
            <a:r>
              <a:rPr lang="id-ID" sz="2800" dirty="0">
                <a:solidFill>
                  <a:schemeClr val="bg1"/>
                </a:solidFill>
              </a:rPr>
              <a:t>Pilih menu Update. </a:t>
            </a:r>
          </a:p>
          <a:p>
            <a:pPr marL="457200" indent="-457200">
              <a:buFont typeface="+mj-lt"/>
              <a:buAutoNum type="arabicPeriod"/>
            </a:pPr>
            <a:r>
              <a:rPr lang="id-ID" sz="2800" dirty="0">
                <a:solidFill>
                  <a:schemeClr val="bg1"/>
                </a:solidFill>
              </a:rPr>
              <a:t>Masukkan urutan buku (dalam array dimulai dari 0), dan kode bukunya.</a:t>
            </a:r>
          </a:p>
          <a:p>
            <a:pPr marL="457200" indent="-457200">
              <a:buFont typeface="+mj-lt"/>
              <a:buAutoNum type="arabicPeriod"/>
            </a:pPr>
            <a:r>
              <a:rPr lang="id-ID" sz="2800" dirty="0">
                <a:solidFill>
                  <a:schemeClr val="bg1"/>
                </a:solidFill>
              </a:rPr>
              <a:t>Ganti judul buku dengan judul yang baru.</a:t>
            </a:r>
          </a:p>
          <a:p>
            <a:pPr marL="457200" indent="-457200">
              <a:buFont typeface="+mj-lt"/>
              <a:buAutoNum type="arabicPeriod"/>
            </a:pPr>
            <a:r>
              <a:rPr lang="id-ID" sz="2800" dirty="0">
                <a:solidFill>
                  <a:schemeClr val="bg1"/>
                </a:solidFill>
              </a:rPr>
              <a:t>Masukkan pula penerbitnya. </a:t>
            </a:r>
          </a:p>
          <a:p>
            <a:pPr marL="457200" indent="-457200">
              <a:buFont typeface="+mj-lt"/>
              <a:buAutoNum type="arabicPeriod"/>
            </a:pPr>
            <a:r>
              <a:rPr lang="id-ID" sz="2800" dirty="0">
                <a:solidFill>
                  <a:schemeClr val="bg1"/>
                </a:solidFill>
              </a:rPr>
              <a:t>Lalu klik simpan dan secara otomatis data baru yang diubah telah tersimpan.</a:t>
            </a:r>
          </a:p>
          <a:p>
            <a:r>
              <a:rPr lang="id-ID" sz="2800" dirty="0">
                <a:solidFill>
                  <a:schemeClr val="bg1"/>
                </a:solidFill>
              </a:rPr>
              <a:t>Note : update yang dilakukan hanya bisa digunakan dalam mengubah judul buku saja.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Preparation 4"/>
          <p:cNvSpPr/>
          <p:nvPr/>
        </p:nvSpPr>
        <p:spPr>
          <a:xfrm>
            <a:off x="2289622" y="188640"/>
            <a:ext cx="7550794" cy="945100"/>
          </a:xfrm>
          <a:prstGeom prst="flowChartPreparation">
            <a:avLst/>
          </a:prstGeom>
          <a:solidFill>
            <a:schemeClr val="accent2">
              <a:lumMod val="60000"/>
              <a:lumOff val="40000"/>
            </a:schemeClr>
          </a:solidFill>
          <a:ln w="412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4000" dirty="0">
                <a:solidFill>
                  <a:schemeClr val="bg1"/>
                </a:solidFill>
              </a:rPr>
              <a:t>Hapus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19536" y="1366501"/>
            <a:ext cx="8351653" cy="4510771"/>
          </a:xfrm>
          <a:prstGeom prst="rect">
            <a:avLst/>
          </a:prstGeom>
          <a:solidFill>
            <a:schemeClr val="accent4">
              <a:lumMod val="60000"/>
              <a:lumOff val="40000"/>
              <a:alpha val="79000"/>
            </a:schemeClr>
          </a:solidFill>
          <a:ln w="66675">
            <a:solidFill>
              <a:srgbClr val="6600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+mj-lt"/>
              <a:buAutoNum type="arabicPeriod"/>
            </a:pPr>
            <a:r>
              <a:rPr lang="id-ID" sz="2800" dirty="0">
                <a:solidFill>
                  <a:schemeClr val="bg1"/>
                </a:solidFill>
              </a:rPr>
              <a:t>Log in dengan memasukkan akun username dan password. </a:t>
            </a:r>
          </a:p>
          <a:p>
            <a:pPr marL="457200" indent="-457200">
              <a:buFont typeface="+mj-lt"/>
              <a:buAutoNum type="arabicPeriod"/>
            </a:pPr>
            <a:r>
              <a:rPr lang="id-ID" sz="2800" dirty="0">
                <a:solidFill>
                  <a:schemeClr val="bg1"/>
                </a:solidFill>
              </a:rPr>
              <a:t>Pilih menu Hapus. </a:t>
            </a:r>
          </a:p>
          <a:p>
            <a:pPr marL="457200" indent="-457200">
              <a:buFont typeface="+mj-lt"/>
              <a:buAutoNum type="arabicPeriod"/>
            </a:pPr>
            <a:r>
              <a:rPr lang="id-ID" sz="2800" dirty="0">
                <a:solidFill>
                  <a:schemeClr val="bg1"/>
                </a:solidFill>
              </a:rPr>
              <a:t>Pilih salah satu di antara kode buku atau judul buku. </a:t>
            </a:r>
          </a:p>
          <a:p>
            <a:pPr marL="457200" indent="-457200">
              <a:buFont typeface="+mj-lt"/>
              <a:buAutoNum type="arabicPeriod"/>
            </a:pPr>
            <a:r>
              <a:rPr lang="id-ID" sz="2800" dirty="0">
                <a:solidFill>
                  <a:schemeClr val="bg1"/>
                </a:solidFill>
              </a:rPr>
              <a:t>Jika memilik kode buku. Masukkan kodenya.</a:t>
            </a:r>
          </a:p>
          <a:p>
            <a:pPr marL="457200" indent="-457200">
              <a:buFont typeface="+mj-lt"/>
              <a:buAutoNum type="arabicPeriod"/>
            </a:pPr>
            <a:r>
              <a:rPr lang="id-ID" sz="2800" dirty="0">
                <a:solidFill>
                  <a:schemeClr val="bg1"/>
                </a:solidFill>
              </a:rPr>
              <a:t>Jika memilih judul buku. Masukkan judul bukunya. </a:t>
            </a:r>
          </a:p>
          <a:p>
            <a:pPr marL="457200" indent="-457200">
              <a:buFont typeface="+mj-lt"/>
              <a:buAutoNum type="arabicPeriod"/>
            </a:pPr>
            <a:r>
              <a:rPr lang="id-ID" sz="2800" dirty="0">
                <a:solidFill>
                  <a:schemeClr val="bg1"/>
                </a:solidFill>
              </a:rPr>
              <a:t>Lalu klik simpan dan secara otomatis data yang dipilih sesuai kode/judul buku telah terhapus.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5113655" y="2847340"/>
            <a:ext cx="4544695" cy="1282065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rgbClr val="5B31B8"/>
                </a:solidFill>
                <a:latin typeface="SF Pro Display" charset="0"/>
                <a:cs typeface="SF Pro Display" charset="0"/>
              </a:rPr>
              <a:t>Tujuan dan Metode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788230" y="2976807"/>
            <a:ext cx="1175656" cy="102218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3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/02</a:t>
            </a:r>
            <a:endParaRPr lang="zh-CN" altLang="en-US" spc="100" dirty="0">
              <a:solidFill>
                <a:schemeClr val="accent3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5113655" y="2847340"/>
            <a:ext cx="4544695" cy="1282065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rgbClr val="5B31B8"/>
                </a:solidFill>
                <a:latin typeface="SF Pro Display" charset="0"/>
                <a:cs typeface="SF Pro Display" charset="0"/>
              </a:rPr>
              <a:t>Tujuan dan Metode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788230" y="2976807"/>
            <a:ext cx="1175656" cy="102218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3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/02</a:t>
            </a:r>
            <a:endParaRPr lang="zh-CN" altLang="en-US" spc="100" dirty="0">
              <a:solidFill>
                <a:schemeClr val="accent3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" name="think-cell Slide" r:id="rId6" imgW="9525" imgH="9525" progId="TCLayout.ActiveDocument.1">
                  <p:embed/>
                </p:oleObj>
              </mc:Choice>
              <mc:Fallback>
                <p:oleObj name="think-cell Slide" r:id="rId6" imgW="9525" imgH="9525" progId="TCLayout.ActiveDocument.1">
                  <p:embed/>
                  <p:pic>
                    <p:nvPicPr>
                      <p:cNvPr id="0" name="对象 2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/>
          <p:cNvSpPr/>
          <p:nvPr>
            <p:custDataLst>
              <p:tags r:id="rId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 dirty="0">
              <a:latin typeface="Arial" panose="020B0604020202020204" pitchFamily="34" charset="0"/>
              <a:ea typeface="Microsoft YaHei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6000" dirty="0">
                <a:solidFill>
                  <a:schemeClr val="accent3"/>
                </a:solidFill>
              </a:rPr>
              <a:t>Thanks</a:t>
            </a:r>
            <a:br>
              <a:rPr lang="en-US" altLang="zh-CN" sz="3600" dirty="0"/>
            </a:br>
            <a:r>
              <a:rPr lang="en-US" sz="4000" dirty="0"/>
              <a:t>For Your Attention</a:t>
            </a:r>
            <a:endParaRPr lang="en-US" sz="3600" dirty="0"/>
          </a:p>
        </p:txBody>
      </p:sp>
      <p:sp>
        <p:nvSpPr>
          <p:cNvPr id="8" name="矩形: 圆角 7"/>
          <p:cNvSpPr/>
          <p:nvPr/>
        </p:nvSpPr>
        <p:spPr>
          <a:xfrm>
            <a:off x="9840673" y="815811"/>
            <a:ext cx="1679815" cy="391635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r"/>
            <a:endParaRPr lang="zh-CN" altLang="en-US" sz="20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6S0wzOvQ8a50SA42PUNR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2b751056-6b97-492c-b763-340acee7e99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2b751056-6b97-492c-b763-340acee7e99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Smkff3fSzGMOuItfjj3Fw"/>
</p:tagLst>
</file>

<file path=ppt/theme/theme1.xml><?xml version="1.0" encoding="utf-8"?>
<a:theme xmlns:a="http://schemas.openxmlformats.org/drawingml/2006/main" name="主题5">
  <a:themeElements>
    <a:clrScheme name="房利美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FB4F7A"/>
      </a:accent1>
      <a:accent2>
        <a:srgbClr val="FFA93A"/>
      </a:accent2>
      <a:accent3>
        <a:srgbClr val="5B31B8"/>
      </a:accent3>
      <a:accent4>
        <a:srgbClr val="A72ADF"/>
      </a:accent4>
      <a:accent5>
        <a:srgbClr val="1FAEE2"/>
      </a:accent5>
      <a:accent6>
        <a:srgbClr val="66D3C8"/>
      </a:accent6>
      <a:hlink>
        <a:srgbClr val="4276AA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FB4F7A"/>
    </a:accent1>
    <a:accent2>
      <a:srgbClr val="FFA93A"/>
    </a:accent2>
    <a:accent3>
      <a:srgbClr val="5B31B8"/>
    </a:accent3>
    <a:accent4>
      <a:srgbClr val="A72ADF"/>
    </a:accent4>
    <a:accent5>
      <a:srgbClr val="1FAEE2"/>
    </a:accent5>
    <a:accent6>
      <a:srgbClr val="66D3C8"/>
    </a:accent6>
    <a:hlink>
      <a:srgbClr val="4276AA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FB4F7A"/>
    </a:accent1>
    <a:accent2>
      <a:srgbClr val="FFA93A"/>
    </a:accent2>
    <a:accent3>
      <a:srgbClr val="5B31B8"/>
    </a:accent3>
    <a:accent4>
      <a:srgbClr val="A72ADF"/>
    </a:accent4>
    <a:accent5>
      <a:srgbClr val="1FAEE2"/>
    </a:accent5>
    <a:accent6>
      <a:srgbClr val="66D3C8"/>
    </a:accent6>
    <a:hlink>
      <a:srgbClr val="4276AA"/>
    </a:hlink>
    <a:folHlink>
      <a:srgbClr val="BFBFBF"/>
    </a:folHlink>
  </a:clrScheme>
</a:themeOverride>
</file>

<file path=ppt/theme/themeOverride3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FB4F7A"/>
    </a:accent1>
    <a:accent2>
      <a:srgbClr val="FFA93A"/>
    </a:accent2>
    <a:accent3>
      <a:srgbClr val="5B31B8"/>
    </a:accent3>
    <a:accent4>
      <a:srgbClr val="A72ADF"/>
    </a:accent4>
    <a:accent5>
      <a:srgbClr val="1FAEE2"/>
    </a:accent5>
    <a:accent6>
      <a:srgbClr val="66D3C8"/>
    </a:accent6>
    <a:hlink>
      <a:srgbClr val="4276AA"/>
    </a:hlink>
    <a:folHlink>
      <a:srgbClr val="BFBFBF"/>
    </a:folHlink>
  </a:clrScheme>
</a:themeOverride>
</file>

<file path=ppt/theme/themeOverride4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FB4F7A"/>
    </a:accent1>
    <a:accent2>
      <a:srgbClr val="FFA93A"/>
    </a:accent2>
    <a:accent3>
      <a:srgbClr val="5B31B8"/>
    </a:accent3>
    <a:accent4>
      <a:srgbClr val="A72ADF"/>
    </a:accent4>
    <a:accent5>
      <a:srgbClr val="1FAEE2"/>
    </a:accent5>
    <a:accent6>
      <a:srgbClr val="66D3C8"/>
    </a:accent6>
    <a:hlink>
      <a:srgbClr val="4276AA"/>
    </a:hlink>
    <a:folHlink>
      <a:srgbClr val="BFBFBF"/>
    </a:folHlink>
  </a:clrScheme>
</a:themeOverride>
</file>

<file path=ppt/theme/themeOverride5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FB4F7A"/>
    </a:accent1>
    <a:accent2>
      <a:srgbClr val="FFA93A"/>
    </a:accent2>
    <a:accent3>
      <a:srgbClr val="5B31B8"/>
    </a:accent3>
    <a:accent4>
      <a:srgbClr val="A72ADF"/>
    </a:accent4>
    <a:accent5>
      <a:srgbClr val="1FAEE2"/>
    </a:accent5>
    <a:accent6>
      <a:srgbClr val="66D3C8"/>
    </a:accent6>
    <a:hlink>
      <a:srgbClr val="4276AA"/>
    </a:hlink>
    <a:folHlink>
      <a:srgbClr val="BFBFBF"/>
    </a:folHlink>
  </a:clrScheme>
</a:themeOverride>
</file>

<file path=ppt/theme/themeOverride6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FB4F7A"/>
    </a:accent1>
    <a:accent2>
      <a:srgbClr val="FFA93A"/>
    </a:accent2>
    <a:accent3>
      <a:srgbClr val="5B31B8"/>
    </a:accent3>
    <a:accent4>
      <a:srgbClr val="A72ADF"/>
    </a:accent4>
    <a:accent5>
      <a:srgbClr val="1FAEE2"/>
    </a:accent5>
    <a:accent6>
      <a:srgbClr val="66D3C8"/>
    </a:accent6>
    <a:hlink>
      <a:srgbClr val="4276AA"/>
    </a:hlink>
    <a:folHlink>
      <a:srgbClr val="BFBFBF"/>
    </a:folHlink>
  </a:clrScheme>
</a:themeOverride>
</file>

<file path=ppt/theme/themeOverride7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FB4F7A"/>
    </a:accent1>
    <a:accent2>
      <a:srgbClr val="FFA93A"/>
    </a:accent2>
    <a:accent3>
      <a:srgbClr val="5B31B8"/>
    </a:accent3>
    <a:accent4>
      <a:srgbClr val="A72ADF"/>
    </a:accent4>
    <a:accent5>
      <a:srgbClr val="1FAEE2"/>
    </a:accent5>
    <a:accent6>
      <a:srgbClr val="66D3C8"/>
    </a:accent6>
    <a:hlink>
      <a:srgbClr val="4276AA"/>
    </a:hlink>
    <a:folHlink>
      <a:srgbClr val="BFBFBF"/>
    </a:folHlink>
  </a:clrScheme>
</a:themeOverride>
</file>

<file path=ppt/theme/themeOverride8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FB4F7A"/>
    </a:accent1>
    <a:accent2>
      <a:srgbClr val="FFA93A"/>
    </a:accent2>
    <a:accent3>
      <a:srgbClr val="5B31B8"/>
    </a:accent3>
    <a:accent4>
      <a:srgbClr val="A72ADF"/>
    </a:accent4>
    <a:accent5>
      <a:srgbClr val="1FAEE2"/>
    </a:accent5>
    <a:accent6>
      <a:srgbClr val="66D3C8"/>
    </a:accent6>
    <a:hlink>
      <a:srgbClr val="4276AA"/>
    </a:hlink>
    <a:folHlink>
      <a:srgbClr val="BFBFBF"/>
    </a:folHlink>
  </a:clrScheme>
</a:themeOverride>
</file>

<file path=ppt/theme/themeOverride9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FB4F7A"/>
    </a:accent1>
    <a:accent2>
      <a:srgbClr val="FFA93A"/>
    </a:accent2>
    <a:accent3>
      <a:srgbClr val="5B31B8"/>
    </a:accent3>
    <a:accent4>
      <a:srgbClr val="A72ADF"/>
    </a:accent4>
    <a:accent5>
      <a:srgbClr val="1FAEE2"/>
    </a:accent5>
    <a:accent6>
      <a:srgbClr val="66D3C8"/>
    </a:accent6>
    <a:hlink>
      <a:srgbClr val="4276AA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70</TotalTime>
  <Words>345</Words>
  <Application>Microsoft Office PowerPoint</Application>
  <PresentationFormat>Widescreen</PresentationFormat>
  <Paragraphs>73</Paragraphs>
  <Slides>22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等线</vt:lpstr>
      <vt:lpstr>Arial</vt:lpstr>
      <vt:lpstr>Calibri</vt:lpstr>
      <vt:lpstr>Helvetica</vt:lpstr>
      <vt:lpstr>Impact</vt:lpstr>
      <vt:lpstr>SF Pro Display</vt:lpstr>
      <vt:lpstr>主题5</vt:lpstr>
      <vt:lpstr>think-cell Slide</vt:lpstr>
      <vt:lpstr>ASUPAN®  KELOMPOK 1 ARRAY</vt:lpstr>
      <vt:lpstr>PowerPoint Presentation</vt:lpstr>
      <vt:lpstr>Anggota</vt:lpstr>
      <vt:lpstr>PowerPoint Presentation</vt:lpstr>
      <vt:lpstr>Tujuan dan Metode</vt:lpstr>
      <vt:lpstr>Tujuan Program</vt:lpstr>
      <vt:lpstr>Metode </vt:lpstr>
      <vt:lpstr>PowerPoint Presentation</vt:lpstr>
      <vt:lpstr>Array List</vt:lpstr>
      <vt:lpstr>Struktur Aplikasi</vt:lpstr>
      <vt:lpstr>Struktur Aplikasi</vt:lpstr>
      <vt:lpstr>SIGN IN dan SIGN UP</vt:lpstr>
      <vt:lpstr>Menu Utama</vt:lpstr>
      <vt:lpstr>Sub Menu Utama</vt:lpstr>
      <vt:lpstr>Rincian Pesanan</vt:lpstr>
      <vt:lpstr>Alur Flowchart</vt:lpstr>
      <vt:lpstr>PowerPoint Presentation</vt:lpstr>
      <vt:lpstr>PowerPoint Presentation</vt:lpstr>
      <vt:lpstr>PowerPoint Presentation</vt:lpstr>
      <vt:lpstr>Tujuan dan Metode</vt:lpstr>
      <vt:lpstr>Tujuan dan Metode</vt:lpstr>
      <vt:lpstr>Thanks For Your Attention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Dhans</cp:lastModifiedBy>
  <cp:revision>23</cp:revision>
  <cp:lastPrinted>2019-04-27T16:00:00Z</cp:lastPrinted>
  <dcterms:created xsi:type="dcterms:W3CDTF">2019-04-27T16:00:00Z</dcterms:created>
  <dcterms:modified xsi:type="dcterms:W3CDTF">2019-07-02T00:26:42Z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KSOProductBuildVer">
    <vt:lpwstr>1057-11.2.0.8641</vt:lpwstr>
  </property>
</Properties>
</file>